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8" r:id="rId2"/>
    <p:sldId id="257" r:id="rId3"/>
    <p:sldId id="271" r:id="rId4"/>
    <p:sldId id="259" r:id="rId5"/>
    <p:sldId id="264" r:id="rId6"/>
    <p:sldId id="280" r:id="rId7"/>
    <p:sldId id="260" r:id="rId8"/>
    <p:sldId id="263" r:id="rId9"/>
    <p:sldId id="270" r:id="rId10"/>
    <p:sldId id="281" r:id="rId11"/>
    <p:sldId id="262" r:id="rId12"/>
    <p:sldId id="266" r:id="rId13"/>
    <p:sldId id="269" r:id="rId14"/>
    <p:sldId id="275" r:id="rId15"/>
    <p:sldId id="274" r:id="rId16"/>
    <p:sldId id="273" r:id="rId17"/>
    <p:sldId id="290" r:id="rId18"/>
    <p:sldId id="268" r:id="rId19"/>
    <p:sldId id="279" r:id="rId20"/>
    <p:sldId id="267" r:id="rId21"/>
    <p:sldId id="291" r:id="rId22"/>
    <p:sldId id="276" r:id="rId23"/>
    <p:sldId id="284" r:id="rId24"/>
    <p:sldId id="285" r:id="rId25"/>
    <p:sldId id="288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21AB489-5E09-4285-9F90-C052C4C85D79}">
          <p14:sldIdLst>
            <p14:sldId id="258"/>
            <p14:sldId id="257"/>
            <p14:sldId id="271"/>
            <p14:sldId id="259"/>
            <p14:sldId id="264"/>
            <p14:sldId id="280"/>
            <p14:sldId id="260"/>
            <p14:sldId id="263"/>
            <p14:sldId id="270"/>
            <p14:sldId id="281"/>
            <p14:sldId id="262"/>
            <p14:sldId id="266"/>
            <p14:sldId id="269"/>
            <p14:sldId id="275"/>
            <p14:sldId id="274"/>
            <p14:sldId id="273"/>
            <p14:sldId id="290"/>
            <p14:sldId id="268"/>
            <p14:sldId id="279"/>
            <p14:sldId id="267"/>
            <p14:sldId id="291"/>
            <p14:sldId id="276"/>
            <p14:sldId id="284"/>
            <p14:sldId id="285"/>
            <p14:sldId id="288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D2D08-A2CD-4302-88FB-740D1140D192}" v="1474" dt="2025-10-31T15:18:18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genia Andreou" userId="8e89e74f621e7047" providerId="LiveId" clId="{EF53017E-E624-4052-9F70-6403551E244D}"/>
    <pc:docChg chg="undo redo custSel addSld delSld modSld sldOrd modMainMaster addSection delSection modSection">
      <pc:chgData name="Evgenia Andreou" userId="8e89e74f621e7047" providerId="LiveId" clId="{EF53017E-E624-4052-9F70-6403551E244D}" dt="2025-11-05T00:25:55.388" v="34953" actId="20577"/>
      <pc:docMkLst>
        <pc:docMk/>
      </pc:docMkLst>
      <pc:sldChg chg="addSp delSp modSp new mod setBg">
        <pc:chgData name="Evgenia Andreou" userId="8e89e74f621e7047" providerId="LiveId" clId="{EF53017E-E624-4052-9F70-6403551E244D}" dt="2025-10-31T15:19:06.238" v="34920" actId="1076"/>
        <pc:sldMkLst>
          <pc:docMk/>
          <pc:sldMk cId="568867521" sldId="257"/>
        </pc:sldMkLst>
        <pc:spChg chg="add del mod">
          <ac:chgData name="Evgenia Andreou" userId="8e89e74f621e7047" providerId="LiveId" clId="{EF53017E-E624-4052-9F70-6403551E244D}" dt="2025-10-31T15:18:02.298" v="34874" actId="113"/>
          <ac:spMkLst>
            <pc:docMk/>
            <pc:sldMk cId="568867521" sldId="257"/>
            <ac:spMk id="3" creationId="{09FB8F2E-C1EA-0356-22BA-7189EA91775F}"/>
          </ac:spMkLst>
        </pc:spChg>
        <pc:spChg chg="add mod">
          <ac:chgData name="Evgenia Andreou" userId="8e89e74f621e7047" providerId="LiveId" clId="{EF53017E-E624-4052-9F70-6403551E244D}" dt="2025-10-31T15:19:05.486" v="34918" actId="1076"/>
          <ac:spMkLst>
            <pc:docMk/>
            <pc:sldMk cId="568867521" sldId="257"/>
            <ac:spMk id="4" creationId="{DA253F5B-969C-ED7C-E6DD-0409268E6EFB}"/>
          </ac:spMkLst>
        </pc:spChg>
        <pc:spChg chg="add mod">
          <ac:chgData name="Evgenia Andreou" userId="8e89e74f621e7047" providerId="LiveId" clId="{EF53017E-E624-4052-9F70-6403551E244D}" dt="2025-10-31T15:19:05.841" v="34919" actId="1076"/>
          <ac:spMkLst>
            <pc:docMk/>
            <pc:sldMk cId="568867521" sldId="257"/>
            <ac:spMk id="5" creationId="{7F59F5FB-A94B-31DE-2AAA-445E59F01FC2}"/>
          </ac:spMkLst>
        </pc:spChg>
        <pc:picChg chg="add mod">
          <ac:chgData name="Evgenia Andreou" userId="8e89e74f621e7047" providerId="LiveId" clId="{EF53017E-E624-4052-9F70-6403551E244D}" dt="2025-10-31T15:19:06.238" v="34920" actId="1076"/>
          <ac:picMkLst>
            <pc:docMk/>
            <pc:sldMk cId="568867521" sldId="257"/>
            <ac:picMk id="2" creationId="{5D46DE69-A32F-DC72-8928-3B97AD27BEA8}"/>
          </ac:picMkLst>
        </pc:picChg>
      </pc:sldChg>
      <pc:sldChg chg="addSp delSp modSp new mod ord setBg">
        <pc:chgData name="Evgenia Andreou" userId="8e89e74f621e7047" providerId="LiveId" clId="{EF53017E-E624-4052-9F70-6403551E244D}" dt="2025-10-31T15:17:52.574" v="34873" actId="692"/>
        <pc:sldMkLst>
          <pc:docMk/>
          <pc:sldMk cId="1223022622" sldId="258"/>
        </pc:sldMkLst>
        <pc:spChg chg="mod">
          <ac:chgData name="Evgenia Andreou" userId="8e89e74f621e7047" providerId="LiveId" clId="{EF53017E-E624-4052-9F70-6403551E244D}" dt="2025-10-31T15:17:52.574" v="34873" actId="692"/>
          <ac:spMkLst>
            <pc:docMk/>
            <pc:sldMk cId="1223022622" sldId="258"/>
            <ac:spMk id="2" creationId="{68F7CEDF-EFB3-C401-7155-FB36C7BDA927}"/>
          </ac:spMkLst>
        </pc:spChg>
        <pc:picChg chg="add mod">
          <ac:chgData name="Evgenia Andreou" userId="8e89e74f621e7047" providerId="LiveId" clId="{EF53017E-E624-4052-9F70-6403551E244D}" dt="2025-10-27T22:32:06.554" v="29331" actId="1076"/>
          <ac:picMkLst>
            <pc:docMk/>
            <pc:sldMk cId="1223022622" sldId="258"/>
            <ac:picMk id="5" creationId="{2939F83A-723A-089B-DABC-C6A8AD936F95}"/>
          </ac:picMkLst>
        </pc:picChg>
      </pc:sldChg>
      <pc:sldChg chg="addSp delSp modSp new mod setBg">
        <pc:chgData name="Evgenia Andreou" userId="8e89e74f621e7047" providerId="LiveId" clId="{EF53017E-E624-4052-9F70-6403551E244D}" dt="2025-10-28T00:55:40.113" v="33159" actId="20577"/>
        <pc:sldMkLst>
          <pc:docMk/>
          <pc:sldMk cId="660911001" sldId="259"/>
        </pc:sldMkLst>
        <pc:spChg chg="add mod">
          <ac:chgData name="Evgenia Andreou" userId="8e89e74f621e7047" providerId="LiveId" clId="{EF53017E-E624-4052-9F70-6403551E244D}" dt="2025-10-28T00:55:40.113" v="33159" actId="20577"/>
          <ac:spMkLst>
            <pc:docMk/>
            <pc:sldMk cId="660911001" sldId="259"/>
            <ac:spMk id="2" creationId="{478943A5-0C0E-B40C-BF7E-B0721302C28E}"/>
          </ac:spMkLst>
        </pc:spChg>
        <pc:spChg chg="add mod">
          <ac:chgData name="Evgenia Andreou" userId="8e89e74f621e7047" providerId="LiveId" clId="{EF53017E-E624-4052-9F70-6403551E244D}" dt="2025-10-27T22:59:55.558" v="30706" actId="1076"/>
          <ac:spMkLst>
            <pc:docMk/>
            <pc:sldMk cId="660911001" sldId="259"/>
            <ac:spMk id="4" creationId="{2222F026-5A5E-1709-C1FE-1CF7F1927D19}"/>
          </ac:spMkLst>
        </pc:spChg>
      </pc:sldChg>
      <pc:sldChg chg="addSp delSp modSp new mod ord setBg modClrScheme chgLayout">
        <pc:chgData name="Evgenia Andreou" userId="8e89e74f621e7047" providerId="LiveId" clId="{EF53017E-E624-4052-9F70-6403551E244D}" dt="2025-10-29T16:07:12.248" v="34666" actId="20577"/>
        <pc:sldMkLst>
          <pc:docMk/>
          <pc:sldMk cId="3253723412" sldId="260"/>
        </pc:sldMkLst>
        <pc:spChg chg="add mod">
          <ac:chgData name="Evgenia Andreou" userId="8e89e74f621e7047" providerId="LiveId" clId="{EF53017E-E624-4052-9F70-6403551E244D}" dt="2025-10-29T16:03:40.991" v="34565" actId="255"/>
          <ac:spMkLst>
            <pc:docMk/>
            <pc:sldMk cId="3253723412" sldId="260"/>
            <ac:spMk id="2" creationId="{8ED081B3-55DA-8B56-A28C-A5E0E86DDBDA}"/>
          </ac:spMkLst>
        </pc:spChg>
        <pc:spChg chg="add mod">
          <ac:chgData name="Evgenia Andreou" userId="8e89e74f621e7047" providerId="LiveId" clId="{EF53017E-E624-4052-9F70-6403551E244D}" dt="2025-10-29T16:02:39.018" v="34557" actId="255"/>
          <ac:spMkLst>
            <pc:docMk/>
            <pc:sldMk cId="3253723412" sldId="260"/>
            <ac:spMk id="3" creationId="{364C2508-D28E-6C2B-E788-4415DE3EF595}"/>
          </ac:spMkLst>
        </pc:spChg>
        <pc:spChg chg="add mod">
          <ac:chgData name="Evgenia Andreou" userId="8e89e74f621e7047" providerId="LiveId" clId="{EF53017E-E624-4052-9F70-6403551E244D}" dt="2025-10-29T16:07:12.248" v="34666" actId="20577"/>
          <ac:spMkLst>
            <pc:docMk/>
            <pc:sldMk cId="3253723412" sldId="260"/>
            <ac:spMk id="4" creationId="{8E7D1FB3-01A9-C464-C45A-EB8E9A04BC4D}"/>
          </ac:spMkLst>
        </pc:spChg>
        <pc:spChg chg="add mod">
          <ac:chgData name="Evgenia Andreou" userId="8e89e74f621e7047" providerId="LiveId" clId="{EF53017E-E624-4052-9F70-6403551E244D}" dt="2025-10-29T16:03:07.890" v="34564" actId="1036"/>
          <ac:spMkLst>
            <pc:docMk/>
            <pc:sldMk cId="3253723412" sldId="260"/>
            <ac:spMk id="5" creationId="{E7DEE60B-D404-7827-DCD6-007CA5735B35}"/>
          </ac:spMkLst>
        </pc:spChg>
        <pc:spChg chg="add mod">
          <ac:chgData name="Evgenia Andreou" userId="8e89e74f621e7047" providerId="LiveId" clId="{EF53017E-E624-4052-9F70-6403551E244D}" dt="2025-10-29T16:03:47.848" v="34575" actId="20577"/>
          <ac:spMkLst>
            <pc:docMk/>
            <pc:sldMk cId="3253723412" sldId="260"/>
            <ac:spMk id="6" creationId="{CD9BB61E-EA88-626A-DB6A-1C88B5382EEA}"/>
          </ac:spMkLst>
        </pc:spChg>
        <pc:spChg chg="add mod">
          <ac:chgData name="Evgenia Andreou" userId="8e89e74f621e7047" providerId="LiveId" clId="{EF53017E-E624-4052-9F70-6403551E244D}" dt="2025-10-29T16:05:21.690" v="34587" actId="120"/>
          <ac:spMkLst>
            <pc:docMk/>
            <pc:sldMk cId="3253723412" sldId="260"/>
            <ac:spMk id="7" creationId="{CDDFCFBD-9E04-ECFB-B1C3-F69CFF2F9ACF}"/>
          </ac:spMkLst>
        </pc:spChg>
      </pc:sldChg>
      <pc:sldChg chg="addSp delSp modSp new mod setBg modClrScheme chgLayout">
        <pc:chgData name="Evgenia Andreou" userId="8e89e74f621e7047" providerId="LiveId" clId="{EF53017E-E624-4052-9F70-6403551E244D}" dt="2025-10-28T01:11:50.569" v="33200" actId="1076"/>
        <pc:sldMkLst>
          <pc:docMk/>
          <pc:sldMk cId="1363710211" sldId="262"/>
        </pc:sldMkLst>
        <pc:spChg chg="add mod">
          <ac:chgData name="Evgenia Andreou" userId="8e89e74f621e7047" providerId="LiveId" clId="{EF53017E-E624-4052-9F70-6403551E244D}" dt="2025-10-27T23:06:02.343" v="30783" actId="1038"/>
          <ac:spMkLst>
            <pc:docMk/>
            <pc:sldMk cId="1363710211" sldId="262"/>
            <ac:spMk id="18" creationId="{DA1202A3-1C81-7F2E-C455-6765BD42D175}"/>
          </ac:spMkLst>
        </pc:spChg>
        <pc:spChg chg="add del mod">
          <ac:chgData name="Evgenia Andreou" userId="8e89e74f621e7047" providerId="LiveId" clId="{EF53017E-E624-4052-9F70-6403551E244D}" dt="2025-10-27T23:06:02.343" v="30783" actId="1038"/>
          <ac:spMkLst>
            <pc:docMk/>
            <pc:sldMk cId="1363710211" sldId="262"/>
            <ac:spMk id="19" creationId="{B6136405-1727-36E6-CA35-BB9A033D83BF}"/>
          </ac:spMkLst>
        </pc:spChg>
        <pc:spChg chg="add del mod">
          <ac:chgData name="Evgenia Andreou" userId="8e89e74f621e7047" providerId="LiveId" clId="{EF53017E-E624-4052-9F70-6403551E244D}" dt="2025-10-27T23:06:02.343" v="30783" actId="1038"/>
          <ac:spMkLst>
            <pc:docMk/>
            <pc:sldMk cId="1363710211" sldId="262"/>
            <ac:spMk id="20" creationId="{D3BA573A-42F1-DA45-C0FD-BC1655434B77}"/>
          </ac:spMkLst>
        </pc:spChg>
        <pc:spChg chg="add mod">
          <ac:chgData name="Evgenia Andreou" userId="8e89e74f621e7047" providerId="LiveId" clId="{EF53017E-E624-4052-9F70-6403551E244D}" dt="2025-10-27T23:05:37.279" v="30764" actId="207"/>
          <ac:spMkLst>
            <pc:docMk/>
            <pc:sldMk cId="1363710211" sldId="262"/>
            <ac:spMk id="21" creationId="{423AFC2A-4C62-4A4D-AEB3-32D858308FD1}"/>
          </ac:spMkLst>
        </pc:spChg>
        <pc:spChg chg="add mod">
          <ac:chgData name="Evgenia Andreou" userId="8e89e74f621e7047" providerId="LiveId" clId="{EF53017E-E624-4052-9F70-6403551E244D}" dt="2025-10-27T23:05:37.279" v="30764" actId="207"/>
          <ac:spMkLst>
            <pc:docMk/>
            <pc:sldMk cId="1363710211" sldId="262"/>
            <ac:spMk id="22" creationId="{EE293953-6562-5BA0-E21F-F083B2846EC4}"/>
          </ac:spMkLst>
        </pc:spChg>
        <pc:spChg chg="add mod">
          <ac:chgData name="Evgenia Andreou" userId="8e89e74f621e7047" providerId="LiveId" clId="{EF53017E-E624-4052-9F70-6403551E244D}" dt="2025-10-27T23:06:02.343" v="30783" actId="1038"/>
          <ac:spMkLst>
            <pc:docMk/>
            <pc:sldMk cId="1363710211" sldId="262"/>
            <ac:spMk id="23" creationId="{03C46B7F-8DBD-208B-12A2-4C85460F75A9}"/>
          </ac:spMkLst>
        </pc:spChg>
        <pc:spChg chg="add mod">
          <ac:chgData name="Evgenia Andreou" userId="8e89e74f621e7047" providerId="LiveId" clId="{EF53017E-E624-4052-9F70-6403551E244D}" dt="2025-10-27T23:06:02.343" v="30783" actId="1038"/>
          <ac:spMkLst>
            <pc:docMk/>
            <pc:sldMk cId="1363710211" sldId="262"/>
            <ac:spMk id="24" creationId="{E1FABA48-E7BA-FC06-2FF3-7550185F508C}"/>
          </ac:spMkLst>
        </pc:spChg>
        <pc:spChg chg="add mod">
          <ac:chgData name="Evgenia Andreou" userId="8e89e74f621e7047" providerId="LiveId" clId="{EF53017E-E624-4052-9F70-6403551E244D}" dt="2025-10-27T23:05:37.279" v="30764" actId="207"/>
          <ac:spMkLst>
            <pc:docMk/>
            <pc:sldMk cId="1363710211" sldId="262"/>
            <ac:spMk id="25" creationId="{3C9E1510-0A85-CC61-2F3A-2965E5E741DD}"/>
          </ac:spMkLst>
        </pc:spChg>
        <pc:spChg chg="add del mod">
          <ac:chgData name="Evgenia Andreou" userId="8e89e74f621e7047" providerId="LiveId" clId="{EF53017E-E624-4052-9F70-6403551E244D}" dt="2025-10-27T23:05:47.080" v="30766" actId="207"/>
          <ac:spMkLst>
            <pc:docMk/>
            <pc:sldMk cId="1363710211" sldId="262"/>
            <ac:spMk id="29" creationId="{23EC8373-4835-1D54-AC63-3CAC68B40C09}"/>
          </ac:spMkLst>
        </pc:spChg>
        <pc:spChg chg="add mod">
          <ac:chgData name="Evgenia Andreou" userId="8e89e74f621e7047" providerId="LiveId" clId="{EF53017E-E624-4052-9F70-6403551E244D}" dt="2025-10-27T23:05:47.080" v="30766" actId="207"/>
          <ac:spMkLst>
            <pc:docMk/>
            <pc:sldMk cId="1363710211" sldId="262"/>
            <ac:spMk id="30" creationId="{B089C5E8-5913-03D2-C089-2339D56123FD}"/>
          </ac:spMkLst>
        </pc:spChg>
        <pc:spChg chg="add mod">
          <ac:chgData name="Evgenia Andreou" userId="8e89e74f621e7047" providerId="LiveId" clId="{EF53017E-E624-4052-9F70-6403551E244D}" dt="2025-10-27T22:12:55.935" v="29248" actId="207"/>
          <ac:spMkLst>
            <pc:docMk/>
            <pc:sldMk cId="1363710211" sldId="262"/>
            <ac:spMk id="31" creationId="{E4151066-3F48-9700-D69C-E46E31D40C83}"/>
          </ac:spMkLst>
        </pc:spChg>
        <pc:spChg chg="add mod">
          <ac:chgData name="Evgenia Andreou" userId="8e89e74f621e7047" providerId="LiveId" clId="{EF53017E-E624-4052-9F70-6403551E244D}" dt="2025-10-27T23:06:02.343" v="30783" actId="1038"/>
          <ac:spMkLst>
            <pc:docMk/>
            <pc:sldMk cId="1363710211" sldId="262"/>
            <ac:spMk id="62" creationId="{276814B7-E327-3B1E-F177-5D0C4F86C148}"/>
          </ac:spMkLst>
        </pc:spChg>
        <pc:spChg chg="mod">
          <ac:chgData name="Evgenia Andreou" userId="8e89e74f621e7047" providerId="LiveId" clId="{EF53017E-E624-4052-9F70-6403551E244D}" dt="2025-10-28T01:09:39.576" v="33179" actId="1035"/>
          <ac:spMkLst>
            <pc:docMk/>
            <pc:sldMk cId="1363710211" sldId="262"/>
            <ac:spMk id="63" creationId="{685977E3-BE66-C325-7617-8006ED1FCC83}"/>
          </ac:spMkLst>
        </pc:spChg>
        <pc:spChg chg="add mod">
          <ac:chgData name="Evgenia Andreou" userId="8e89e74f621e7047" providerId="LiveId" clId="{EF53017E-E624-4052-9F70-6403551E244D}" dt="2025-10-28T01:09:39.576" v="33179" actId="1035"/>
          <ac:spMkLst>
            <pc:docMk/>
            <pc:sldMk cId="1363710211" sldId="262"/>
            <ac:spMk id="64" creationId="{96375C8D-75B6-B300-A413-940AA01BDE3E}"/>
          </ac:spMkLst>
        </pc:spChg>
        <pc:spChg chg="mod">
          <ac:chgData name="Evgenia Andreou" userId="8e89e74f621e7047" providerId="LiveId" clId="{EF53017E-E624-4052-9F70-6403551E244D}" dt="2025-10-28T01:11:50.569" v="33200" actId="1076"/>
          <ac:spMkLst>
            <pc:docMk/>
            <pc:sldMk cId="1363710211" sldId="262"/>
            <ac:spMk id="65" creationId="{BC395692-D7A5-4CC4-921A-B43C008650B1}"/>
          </ac:spMkLst>
        </pc:spChg>
        <pc:spChg chg="add mod">
          <ac:chgData name="Evgenia Andreou" userId="8e89e74f621e7047" providerId="LiveId" clId="{EF53017E-E624-4052-9F70-6403551E244D}" dt="2025-10-27T23:06:02.343" v="30783" actId="1038"/>
          <ac:spMkLst>
            <pc:docMk/>
            <pc:sldMk cId="1363710211" sldId="262"/>
            <ac:spMk id="94" creationId="{28E262A4-85BC-A987-DFF2-C03B2E4F7690}"/>
          </ac:spMkLst>
        </pc:spChg>
        <pc:spChg chg="add mod">
          <ac:chgData name="Evgenia Andreou" userId="8e89e74f621e7047" providerId="LiveId" clId="{EF53017E-E624-4052-9F70-6403551E244D}" dt="2025-10-28T01:09:39.576" v="33179" actId="1035"/>
          <ac:spMkLst>
            <pc:docMk/>
            <pc:sldMk cId="1363710211" sldId="262"/>
            <ac:spMk id="582" creationId="{8AD59409-A14C-E64D-73A3-2C4EE7BB5E73}"/>
          </ac:spMkLst>
        </pc:spChg>
        <pc:spChg chg="add mod">
          <ac:chgData name="Evgenia Andreou" userId="8e89e74f621e7047" providerId="LiveId" clId="{EF53017E-E624-4052-9F70-6403551E244D}" dt="2025-10-27T23:06:21.401" v="30786" actId="242"/>
          <ac:spMkLst>
            <pc:docMk/>
            <pc:sldMk cId="1363710211" sldId="262"/>
            <ac:spMk id="677" creationId="{1263351C-9AB9-9F3E-1A06-CBF996165FBC}"/>
          </ac:spMkLst>
        </pc:spChg>
        <pc:cxnChg chg="mod">
          <ac:chgData name="Evgenia Andreou" userId="8e89e74f621e7047" providerId="LiveId" clId="{EF53017E-E624-4052-9F70-6403551E244D}" dt="2025-10-27T22:09:51.292" v="29209" actId="1076"/>
          <ac:cxnSpMkLst>
            <pc:docMk/>
            <pc:sldMk cId="1363710211" sldId="262"/>
            <ac:cxnSpMk id="68" creationId="{5E0EECE8-AB14-663A-F02F-8B737CA2E325}"/>
          </ac:cxnSpMkLst>
        </pc:cxnChg>
        <pc:cxnChg chg="mod">
          <ac:chgData name="Evgenia Andreou" userId="8e89e74f621e7047" providerId="LiveId" clId="{EF53017E-E624-4052-9F70-6403551E244D}" dt="2025-10-27T23:04:21.215" v="30748" actId="692"/>
          <ac:cxnSpMkLst>
            <pc:docMk/>
            <pc:sldMk cId="1363710211" sldId="262"/>
            <ac:cxnSpMk id="70" creationId="{53232069-8A2F-8848-7025-41FE72768F8C}"/>
          </ac:cxnSpMkLst>
        </pc:cxnChg>
        <pc:cxnChg chg="mod">
          <ac:chgData name="Evgenia Andreou" userId="8e89e74f621e7047" providerId="LiveId" clId="{EF53017E-E624-4052-9F70-6403551E244D}" dt="2025-10-27T23:04:21.215" v="30748" actId="692"/>
          <ac:cxnSpMkLst>
            <pc:docMk/>
            <pc:sldMk cId="1363710211" sldId="262"/>
            <ac:cxnSpMk id="73" creationId="{194E404E-5C6E-E5EE-A78B-BA3B2B61EEB2}"/>
          </ac:cxnSpMkLst>
        </pc:cxnChg>
        <pc:cxnChg chg="mod">
          <ac:chgData name="Evgenia Andreou" userId="8e89e74f621e7047" providerId="LiveId" clId="{EF53017E-E624-4052-9F70-6403551E244D}" dt="2025-10-27T22:07:46.026" v="29172" actId="478"/>
          <ac:cxnSpMkLst>
            <pc:docMk/>
            <pc:sldMk cId="1363710211" sldId="262"/>
            <ac:cxnSpMk id="74" creationId="{F00E1C02-3F02-6CE1-AA6B-17A0488972D1}"/>
          </ac:cxnSpMkLst>
        </pc:cxnChg>
        <pc:cxnChg chg="mod">
          <ac:chgData name="Evgenia Andreou" userId="8e89e74f621e7047" providerId="LiveId" clId="{EF53017E-E624-4052-9F70-6403551E244D}" dt="2025-10-27T23:04:21.215" v="30748" actId="692"/>
          <ac:cxnSpMkLst>
            <pc:docMk/>
            <pc:sldMk cId="1363710211" sldId="262"/>
            <ac:cxnSpMk id="75" creationId="{4CC1E783-18E4-8F6D-ECF6-34DDBB6B81E0}"/>
          </ac:cxnSpMkLst>
        </pc:cxnChg>
        <pc:cxnChg chg="mod">
          <ac:chgData name="Evgenia Andreou" userId="8e89e74f621e7047" providerId="LiveId" clId="{EF53017E-E624-4052-9F70-6403551E244D}" dt="2025-10-27T22:07:30.909" v="29169" actId="478"/>
          <ac:cxnSpMkLst>
            <pc:docMk/>
            <pc:sldMk cId="1363710211" sldId="262"/>
            <ac:cxnSpMk id="77" creationId="{4464893D-F15C-B75F-4AAC-E1B5E329FBDD}"/>
          </ac:cxnSpMkLst>
        </pc:cxnChg>
        <pc:cxnChg chg="mod">
          <ac:chgData name="Evgenia Andreou" userId="8e89e74f621e7047" providerId="LiveId" clId="{EF53017E-E624-4052-9F70-6403551E244D}" dt="2025-10-27T22:09:40.200" v="29208" actId="1076"/>
          <ac:cxnSpMkLst>
            <pc:docMk/>
            <pc:sldMk cId="1363710211" sldId="262"/>
            <ac:cxnSpMk id="78" creationId="{233F2D15-C7AE-A91A-DC48-28D5E93B476C}"/>
          </ac:cxnSpMkLst>
        </pc:cxnChg>
        <pc:cxnChg chg="mod">
          <ac:chgData name="Evgenia Andreou" userId="8e89e74f621e7047" providerId="LiveId" clId="{EF53017E-E624-4052-9F70-6403551E244D}" dt="2025-10-28T01:09:46.992" v="33181" actId="14100"/>
          <ac:cxnSpMkLst>
            <pc:docMk/>
            <pc:sldMk cId="1363710211" sldId="262"/>
            <ac:cxnSpMk id="81" creationId="{05344E2E-FFEC-B46E-FB1C-FBAC268A6731}"/>
          </ac:cxnSpMkLst>
        </pc:cxnChg>
        <pc:cxnChg chg="mod">
          <ac:chgData name="Evgenia Andreou" userId="8e89e74f621e7047" providerId="LiveId" clId="{EF53017E-E624-4052-9F70-6403551E244D}" dt="2025-10-28T01:09:55.023" v="33183" actId="14100"/>
          <ac:cxnSpMkLst>
            <pc:docMk/>
            <pc:sldMk cId="1363710211" sldId="262"/>
            <ac:cxnSpMk id="83" creationId="{5156EED3-9E21-BC6B-951D-F2914FC68A98}"/>
          </ac:cxnSpMkLst>
        </pc:cxnChg>
        <pc:cxnChg chg="mod">
          <ac:chgData name="Evgenia Andreou" userId="8e89e74f621e7047" providerId="LiveId" clId="{EF53017E-E624-4052-9F70-6403551E244D}" dt="2025-10-28T01:11:50.569" v="33200" actId="1076"/>
          <ac:cxnSpMkLst>
            <pc:docMk/>
            <pc:sldMk cId="1363710211" sldId="262"/>
            <ac:cxnSpMk id="85" creationId="{78652D68-0DB3-6990-6918-EE78DE3D987D}"/>
          </ac:cxnSpMkLst>
        </pc:cxnChg>
        <pc:cxnChg chg="mod">
          <ac:chgData name="Evgenia Andreou" userId="8e89e74f621e7047" providerId="LiveId" clId="{EF53017E-E624-4052-9F70-6403551E244D}" dt="2025-10-27T23:04:21.215" v="30748" actId="692"/>
          <ac:cxnSpMkLst>
            <pc:docMk/>
            <pc:sldMk cId="1363710211" sldId="262"/>
            <ac:cxnSpMk id="87" creationId="{1132FF9E-F1BD-E667-E01F-0E0BEB517FC0}"/>
          </ac:cxnSpMkLst>
        </pc:cxnChg>
        <pc:cxnChg chg="mod">
          <ac:chgData name="Evgenia Andreou" userId="8e89e74f621e7047" providerId="LiveId" clId="{EF53017E-E624-4052-9F70-6403551E244D}" dt="2025-10-27T22:10:52.388" v="29233" actId="1076"/>
          <ac:cxnSpMkLst>
            <pc:docMk/>
            <pc:sldMk cId="1363710211" sldId="262"/>
            <ac:cxnSpMk id="91" creationId="{D878F7C9-712D-5126-FCE4-342FE5DE8A81}"/>
          </ac:cxnSpMkLst>
        </pc:cxnChg>
        <pc:cxnChg chg="add mod">
          <ac:chgData name="Evgenia Andreou" userId="8e89e74f621e7047" providerId="LiveId" clId="{EF53017E-E624-4052-9F70-6403551E244D}" dt="2025-10-27T23:04:21.215" v="30748" actId="692"/>
          <ac:cxnSpMkLst>
            <pc:docMk/>
            <pc:sldMk cId="1363710211" sldId="262"/>
            <ac:cxnSpMk id="267" creationId="{C3CC4946-4231-BDC9-1298-AA44DA81682E}"/>
          </ac:cxnSpMkLst>
        </pc:cxnChg>
        <pc:cxnChg chg="add mod">
          <ac:chgData name="Evgenia Andreou" userId="8e89e74f621e7047" providerId="LiveId" clId="{EF53017E-E624-4052-9F70-6403551E244D}" dt="2025-10-27T23:04:21.215" v="30748" actId="692"/>
          <ac:cxnSpMkLst>
            <pc:docMk/>
            <pc:sldMk cId="1363710211" sldId="262"/>
            <ac:cxnSpMk id="509" creationId="{175509C9-F69A-1947-F16B-D0374B7D2F77}"/>
          </ac:cxnSpMkLst>
        </pc:cxnChg>
        <pc:cxnChg chg="add mod">
          <ac:chgData name="Evgenia Andreou" userId="8e89e74f621e7047" providerId="LiveId" clId="{EF53017E-E624-4052-9F70-6403551E244D}" dt="2025-10-28T01:09:49.689" v="33182" actId="14100"/>
          <ac:cxnSpMkLst>
            <pc:docMk/>
            <pc:sldMk cId="1363710211" sldId="262"/>
            <ac:cxnSpMk id="583" creationId="{B799BC5B-8485-A3BC-50A1-D4C731EE3820}"/>
          </ac:cxnSpMkLst>
        </pc:cxnChg>
        <pc:cxnChg chg="add mod">
          <ac:chgData name="Evgenia Andreou" userId="8e89e74f621e7047" providerId="LiveId" clId="{EF53017E-E624-4052-9F70-6403551E244D}" dt="2025-10-27T23:04:21.215" v="30748" actId="692"/>
          <ac:cxnSpMkLst>
            <pc:docMk/>
            <pc:sldMk cId="1363710211" sldId="262"/>
            <ac:cxnSpMk id="591" creationId="{D3B9B5F9-8660-70D3-44AA-D8E39564648C}"/>
          </ac:cxnSpMkLst>
        </pc:cxnChg>
        <pc:cxnChg chg="add mod">
          <ac:chgData name="Evgenia Andreou" userId="8e89e74f621e7047" providerId="LiveId" clId="{EF53017E-E624-4052-9F70-6403551E244D}" dt="2025-10-27T22:05:33.944" v="29153" actId="478"/>
          <ac:cxnSpMkLst>
            <pc:docMk/>
            <pc:sldMk cId="1363710211" sldId="262"/>
            <ac:cxnSpMk id="624" creationId="{0E2627AA-30FB-8252-5A08-C663C633D9C7}"/>
          </ac:cxnSpMkLst>
        </pc:cxnChg>
      </pc:sldChg>
      <pc:sldChg chg="addSp delSp modSp new mod setBg modClrScheme chgLayout">
        <pc:chgData name="Evgenia Andreou" userId="8e89e74f621e7047" providerId="LiveId" clId="{EF53017E-E624-4052-9F70-6403551E244D}" dt="2025-10-29T15:58:31.933" v="34498" actId="20577"/>
        <pc:sldMkLst>
          <pc:docMk/>
          <pc:sldMk cId="2711995207" sldId="263"/>
        </pc:sldMkLst>
        <pc:spChg chg="add mod">
          <ac:chgData name="Evgenia Andreou" userId="8e89e74f621e7047" providerId="LiveId" clId="{EF53017E-E624-4052-9F70-6403551E244D}" dt="2025-10-27T23:00:45.693" v="30714" actId="207"/>
          <ac:spMkLst>
            <pc:docMk/>
            <pc:sldMk cId="2711995207" sldId="263"/>
            <ac:spMk id="3" creationId="{79AA6C9D-2E20-3FDC-E624-B09367AC8F9F}"/>
          </ac:spMkLst>
        </pc:spChg>
        <pc:spChg chg="add mod ord">
          <ac:chgData name="Evgenia Andreou" userId="8e89e74f621e7047" providerId="LiveId" clId="{EF53017E-E624-4052-9F70-6403551E244D}" dt="2025-10-29T15:58:31.933" v="34498" actId="20577"/>
          <ac:spMkLst>
            <pc:docMk/>
            <pc:sldMk cId="2711995207" sldId="263"/>
            <ac:spMk id="7" creationId="{7379714B-1FF3-323E-6749-EA95E8C454BF}"/>
          </ac:spMkLst>
        </pc:spChg>
      </pc:sldChg>
      <pc:sldChg chg="addSp delSp modSp new mod setBg modClrScheme chgLayout">
        <pc:chgData name="Evgenia Andreou" userId="8e89e74f621e7047" providerId="LiveId" clId="{EF53017E-E624-4052-9F70-6403551E244D}" dt="2025-10-29T15:59:38.939" v="34499" actId="242"/>
        <pc:sldMkLst>
          <pc:docMk/>
          <pc:sldMk cId="872456864" sldId="264"/>
        </pc:sldMkLst>
        <pc:spChg chg="add mod">
          <ac:chgData name="Evgenia Andreou" userId="8e89e74f621e7047" providerId="LiveId" clId="{EF53017E-E624-4052-9F70-6403551E244D}" dt="2025-10-27T22:58:38.547" v="30665" actId="14100"/>
          <ac:spMkLst>
            <pc:docMk/>
            <pc:sldMk cId="872456864" sldId="264"/>
            <ac:spMk id="2" creationId="{86DB2BA2-C66A-5EC1-F184-C2C46DC0A30F}"/>
          </ac:spMkLst>
        </pc:spChg>
        <pc:spChg chg="add mod ord">
          <ac:chgData name="Evgenia Andreou" userId="8e89e74f621e7047" providerId="LiveId" clId="{EF53017E-E624-4052-9F70-6403551E244D}" dt="2025-10-27T22:58:35.109" v="30664" actId="14100"/>
          <ac:spMkLst>
            <pc:docMk/>
            <pc:sldMk cId="872456864" sldId="264"/>
            <ac:spMk id="6" creationId="{281D5DE3-2913-0700-B818-661824D303F3}"/>
          </ac:spMkLst>
        </pc:spChg>
        <pc:spChg chg="add mod ord">
          <ac:chgData name="Evgenia Andreou" userId="8e89e74f621e7047" providerId="LiveId" clId="{EF53017E-E624-4052-9F70-6403551E244D}" dt="2025-10-29T15:59:38.939" v="34499" actId="242"/>
          <ac:spMkLst>
            <pc:docMk/>
            <pc:sldMk cId="872456864" sldId="264"/>
            <ac:spMk id="7" creationId="{0871E4C9-769D-7B7A-AAF4-AA60C90D5ABE}"/>
          </ac:spMkLst>
        </pc:spChg>
      </pc:sldChg>
      <pc:sldChg chg="addSp delSp modSp new mod setBg modClrScheme chgLayout">
        <pc:chgData name="Evgenia Andreou" userId="8e89e74f621e7047" providerId="LiveId" clId="{EF53017E-E624-4052-9F70-6403551E244D}" dt="2025-11-05T00:25:55.388" v="34953" actId="20577"/>
        <pc:sldMkLst>
          <pc:docMk/>
          <pc:sldMk cId="1969514135" sldId="266"/>
        </pc:sldMkLst>
        <pc:spChg chg="add mod">
          <ac:chgData name="Evgenia Andreou" userId="8e89e74f621e7047" providerId="LiveId" clId="{EF53017E-E624-4052-9F70-6403551E244D}" dt="2025-10-27T23:06:59.978" v="30798" actId="692"/>
          <ac:spMkLst>
            <pc:docMk/>
            <pc:sldMk cId="1969514135" sldId="266"/>
            <ac:spMk id="42" creationId="{2DFEE1D9-3445-82AA-690D-F8B09B9501C3}"/>
          </ac:spMkLst>
        </pc:spChg>
        <pc:graphicFrameChg chg="add mod modGraphic">
          <ac:chgData name="Evgenia Andreou" userId="8e89e74f621e7047" providerId="LiveId" clId="{EF53017E-E624-4052-9F70-6403551E244D}" dt="2025-11-05T00:25:55.388" v="34953" actId="20577"/>
          <ac:graphicFrameMkLst>
            <pc:docMk/>
            <pc:sldMk cId="1969514135" sldId="266"/>
            <ac:graphicFrameMk id="9" creationId="{573E6068-02CB-5172-F662-3212E8C1CE9F}"/>
          </ac:graphicFrameMkLst>
        </pc:graphicFrameChg>
        <pc:graphicFrameChg chg="add mod modGraphic">
          <ac:chgData name="Evgenia Andreou" userId="8e89e74f621e7047" providerId="LiveId" clId="{EF53017E-E624-4052-9F70-6403551E244D}" dt="2025-11-05T00:25:12.752" v="34937" actId="20577"/>
          <ac:graphicFrameMkLst>
            <pc:docMk/>
            <pc:sldMk cId="1969514135" sldId="266"/>
            <ac:graphicFrameMk id="20" creationId="{97A848B3-A454-77E9-2411-EE831EF40542}"/>
          </ac:graphicFrameMkLst>
        </pc:graphicFrameChg>
      </pc:sldChg>
      <pc:sldChg chg="addSp delSp modSp new mod ord setBg">
        <pc:chgData name="Evgenia Andreou" userId="8e89e74f621e7047" providerId="LiveId" clId="{EF53017E-E624-4052-9F70-6403551E244D}" dt="2025-10-28T08:04:46.650" v="33718" actId="1036"/>
        <pc:sldMkLst>
          <pc:docMk/>
          <pc:sldMk cId="4231469208" sldId="267"/>
        </pc:sldMkLst>
        <pc:spChg chg="mod">
          <ac:chgData name="Evgenia Andreou" userId="8e89e74f621e7047" providerId="LiveId" clId="{EF53017E-E624-4052-9F70-6403551E244D}" dt="2025-10-28T00:08:51.305" v="32251" actId="1076"/>
          <ac:spMkLst>
            <pc:docMk/>
            <pc:sldMk cId="4231469208" sldId="267"/>
            <ac:spMk id="2" creationId="{158FA76F-2FAB-0554-AA54-F10AD8DB0CE6}"/>
          </ac:spMkLst>
        </pc:spChg>
        <pc:spChg chg="mod">
          <ac:chgData name="Evgenia Andreou" userId="8e89e74f621e7047" providerId="LiveId" clId="{EF53017E-E624-4052-9F70-6403551E244D}" dt="2025-10-28T02:18:39.407" v="33670" actId="20577"/>
          <ac:spMkLst>
            <pc:docMk/>
            <pc:sldMk cId="4231469208" sldId="267"/>
            <ac:spMk id="3" creationId="{8C8DAC97-AA0F-A07F-8A56-4E882F374D1B}"/>
          </ac:spMkLst>
        </pc:spChg>
        <pc:spChg chg="add mod">
          <ac:chgData name="Evgenia Andreou" userId="8e89e74f621e7047" providerId="LiveId" clId="{EF53017E-E624-4052-9F70-6403551E244D}" dt="2025-10-28T08:04:46.650" v="33718" actId="1036"/>
          <ac:spMkLst>
            <pc:docMk/>
            <pc:sldMk cId="4231469208" sldId="267"/>
            <ac:spMk id="4" creationId="{C69DB7BB-6B63-9805-5112-B71254956724}"/>
          </ac:spMkLst>
        </pc:spChg>
      </pc:sldChg>
      <pc:sldChg chg="addSp delSp modSp new mod">
        <pc:chgData name="Evgenia Andreou" userId="8e89e74f621e7047" providerId="LiveId" clId="{EF53017E-E624-4052-9F70-6403551E244D}" dt="2025-10-28T00:23:04.211" v="32450" actId="1440"/>
        <pc:sldMkLst>
          <pc:docMk/>
          <pc:sldMk cId="3208481001" sldId="268"/>
        </pc:sldMkLst>
        <pc:spChg chg="mod">
          <ac:chgData name="Evgenia Andreou" userId="8e89e74f621e7047" providerId="LiveId" clId="{EF53017E-E624-4052-9F70-6403551E244D}" dt="2025-10-28T00:07:13.404" v="32225" actId="1035"/>
          <ac:spMkLst>
            <pc:docMk/>
            <pc:sldMk cId="3208481001" sldId="268"/>
            <ac:spMk id="2" creationId="{CD8A3B03-5129-00F7-346A-0DAC09CCDBDF}"/>
          </ac:spMkLst>
        </pc:spChg>
        <pc:picChg chg="add mod">
          <ac:chgData name="Evgenia Andreou" userId="8e89e74f621e7047" providerId="LiveId" clId="{EF53017E-E624-4052-9F70-6403551E244D}" dt="2025-10-28T00:23:04.211" v="32450" actId="1440"/>
          <ac:picMkLst>
            <pc:docMk/>
            <pc:sldMk cId="3208481001" sldId="268"/>
            <ac:picMk id="24" creationId="{9854B908-6F9F-29E0-02F3-7D5EAFFABB87}"/>
          </ac:picMkLst>
        </pc:picChg>
        <pc:picChg chg="add mod">
          <ac:chgData name="Evgenia Andreou" userId="8e89e74f621e7047" providerId="LiveId" clId="{EF53017E-E624-4052-9F70-6403551E244D}" dt="2025-10-28T00:23:04.211" v="32450" actId="1440"/>
          <ac:picMkLst>
            <pc:docMk/>
            <pc:sldMk cId="3208481001" sldId="268"/>
            <ac:picMk id="26" creationId="{4A7AAAC0-FD89-913F-200E-40FA13D59F3B}"/>
          </ac:picMkLst>
        </pc:picChg>
        <pc:picChg chg="add mod">
          <ac:chgData name="Evgenia Andreou" userId="8e89e74f621e7047" providerId="LiveId" clId="{EF53017E-E624-4052-9F70-6403551E244D}" dt="2025-10-28T00:23:04.211" v="32450" actId="1440"/>
          <ac:picMkLst>
            <pc:docMk/>
            <pc:sldMk cId="3208481001" sldId="268"/>
            <ac:picMk id="28" creationId="{8842E45A-587F-2D1A-551B-04AAC398F866}"/>
          </ac:picMkLst>
        </pc:picChg>
        <pc:picChg chg="add mod">
          <ac:chgData name="Evgenia Andreou" userId="8e89e74f621e7047" providerId="LiveId" clId="{EF53017E-E624-4052-9F70-6403551E244D}" dt="2025-10-28T00:23:04.211" v="32450" actId="1440"/>
          <ac:picMkLst>
            <pc:docMk/>
            <pc:sldMk cId="3208481001" sldId="268"/>
            <ac:picMk id="30" creationId="{85817C5D-A64B-A831-0BB4-FCCD10935BCC}"/>
          </ac:picMkLst>
        </pc:picChg>
      </pc:sldChg>
      <pc:sldChg chg="addSp delSp modSp new add del mod setBg modShow">
        <pc:chgData name="Evgenia Andreou" userId="8e89e74f621e7047" providerId="LiveId" clId="{EF53017E-E624-4052-9F70-6403551E244D}" dt="2025-10-27T23:53:29.449" v="31729" actId="20577"/>
        <pc:sldMkLst>
          <pc:docMk/>
          <pc:sldMk cId="2732646992" sldId="269"/>
        </pc:sldMkLst>
        <pc:spChg chg="mod">
          <ac:chgData name="Evgenia Andreou" userId="8e89e74f621e7047" providerId="LiveId" clId="{EF53017E-E624-4052-9F70-6403551E244D}" dt="2025-10-27T23:53:29.449" v="31729" actId="20577"/>
          <ac:spMkLst>
            <pc:docMk/>
            <pc:sldMk cId="2732646992" sldId="269"/>
            <ac:spMk id="4" creationId="{AAF344B0-E792-5660-B4CD-3CA83C53A45C}"/>
          </ac:spMkLst>
        </pc:spChg>
        <pc:spChg chg="add mod">
          <ac:chgData name="Evgenia Andreou" userId="8e89e74f621e7047" providerId="LiveId" clId="{EF53017E-E624-4052-9F70-6403551E244D}" dt="2025-10-27T23:40:36.036" v="31382" actId="1076"/>
          <ac:spMkLst>
            <pc:docMk/>
            <pc:sldMk cId="2732646992" sldId="269"/>
            <ac:spMk id="6" creationId="{D452C38D-9B6D-A352-EA5B-4C5BF5BB4E9C}"/>
          </ac:spMkLst>
        </pc:spChg>
        <pc:spChg chg="add mod">
          <ac:chgData name="Evgenia Andreou" userId="8e89e74f621e7047" providerId="LiveId" clId="{EF53017E-E624-4052-9F70-6403551E244D}" dt="2025-10-27T23:40:31.740" v="31381" actId="1076"/>
          <ac:spMkLst>
            <pc:docMk/>
            <pc:sldMk cId="2732646992" sldId="269"/>
            <ac:spMk id="8" creationId="{18713944-C6CC-5B4C-56CF-DD77419EEBEF}"/>
          </ac:spMkLst>
        </pc:spChg>
      </pc:sldChg>
      <pc:sldChg chg="addSp delSp modSp new mod ord setBg">
        <pc:chgData name="Evgenia Andreou" userId="8e89e74f621e7047" providerId="LiveId" clId="{EF53017E-E624-4052-9F70-6403551E244D}" dt="2025-10-31T15:17:18.034" v="34870" actId="1582"/>
        <pc:sldMkLst>
          <pc:docMk/>
          <pc:sldMk cId="2295317214" sldId="270"/>
        </pc:sldMkLst>
        <pc:spChg chg="add mod">
          <ac:chgData name="Evgenia Andreou" userId="8e89e74f621e7047" providerId="LiveId" clId="{EF53017E-E624-4052-9F70-6403551E244D}" dt="2025-10-31T15:17:18.034" v="34870" actId="1582"/>
          <ac:spMkLst>
            <pc:docMk/>
            <pc:sldMk cId="2295317214" sldId="270"/>
            <ac:spMk id="3" creationId="{E1977896-C24B-9F1A-D777-D502E6AF5937}"/>
          </ac:spMkLst>
        </pc:spChg>
      </pc:sldChg>
      <pc:sldChg chg="modSp new mod setBg">
        <pc:chgData name="Evgenia Andreou" userId="8e89e74f621e7047" providerId="LiveId" clId="{EF53017E-E624-4052-9F70-6403551E244D}" dt="2025-10-31T15:17:28.839" v="34871" actId="1582"/>
        <pc:sldMkLst>
          <pc:docMk/>
          <pc:sldMk cId="2301623070" sldId="271"/>
        </pc:sldMkLst>
        <pc:spChg chg="mod">
          <ac:chgData name="Evgenia Andreou" userId="8e89e74f621e7047" providerId="LiveId" clId="{EF53017E-E624-4052-9F70-6403551E244D}" dt="2025-10-31T15:17:28.839" v="34871" actId="1582"/>
          <ac:spMkLst>
            <pc:docMk/>
            <pc:sldMk cId="2301623070" sldId="271"/>
            <ac:spMk id="2" creationId="{CDD171AF-4846-67D2-CC20-E35F25A49F78}"/>
          </ac:spMkLst>
        </pc:spChg>
      </pc:sldChg>
      <pc:sldChg chg="delSp modSp new mod">
        <pc:chgData name="Evgenia Andreou" userId="8e89e74f621e7047" providerId="LiveId" clId="{EF53017E-E624-4052-9F70-6403551E244D}" dt="2025-10-31T15:17:07.410" v="34869" actId="1582"/>
        <pc:sldMkLst>
          <pc:docMk/>
          <pc:sldMk cId="322220874" sldId="273"/>
        </pc:sldMkLst>
        <pc:spChg chg="mod">
          <ac:chgData name="Evgenia Andreou" userId="8e89e74f621e7047" providerId="LiveId" clId="{EF53017E-E624-4052-9F70-6403551E244D}" dt="2025-10-31T15:17:07.410" v="34869" actId="1582"/>
          <ac:spMkLst>
            <pc:docMk/>
            <pc:sldMk cId="322220874" sldId="273"/>
            <ac:spMk id="2" creationId="{C1372E30-38DD-5181-224E-44A7786493A0}"/>
          </ac:spMkLst>
        </pc:spChg>
      </pc:sldChg>
      <pc:sldChg chg="addSp delSp modSp new mod modShow">
        <pc:chgData name="Evgenia Andreou" userId="8e89e74f621e7047" providerId="LiveId" clId="{EF53017E-E624-4052-9F70-6403551E244D}" dt="2025-10-27T23:53:37.235" v="31730" actId="729"/>
        <pc:sldMkLst>
          <pc:docMk/>
          <pc:sldMk cId="201207592" sldId="274"/>
        </pc:sldMkLst>
        <pc:spChg chg="mod">
          <ac:chgData name="Evgenia Andreou" userId="8e89e74f621e7047" providerId="LiveId" clId="{EF53017E-E624-4052-9F70-6403551E244D}" dt="2025-10-27T23:48:27.695" v="31570" actId="692"/>
          <ac:spMkLst>
            <pc:docMk/>
            <pc:sldMk cId="201207592" sldId="274"/>
            <ac:spMk id="2" creationId="{F110A5BB-543A-E6BC-B214-DAC764A85F60}"/>
          </ac:spMkLst>
        </pc:spChg>
        <pc:spChg chg="mod">
          <ac:chgData name="Evgenia Andreou" userId="8e89e74f621e7047" providerId="LiveId" clId="{EF53017E-E624-4052-9F70-6403551E244D}" dt="2025-10-27T23:49:03.314" v="31595" actId="255"/>
          <ac:spMkLst>
            <pc:docMk/>
            <pc:sldMk cId="201207592" sldId="274"/>
            <ac:spMk id="3" creationId="{A3AF1BF4-48AB-F18F-B99C-6D42C28D6198}"/>
          </ac:spMkLst>
        </pc:spChg>
        <pc:picChg chg="add mod ord">
          <ac:chgData name="Evgenia Andreou" userId="8e89e74f621e7047" providerId="LiveId" clId="{EF53017E-E624-4052-9F70-6403551E244D}" dt="2025-10-21T00:45:39.727" v="28355" actId="2085"/>
          <ac:picMkLst>
            <pc:docMk/>
            <pc:sldMk cId="201207592" sldId="274"/>
            <ac:picMk id="6" creationId="{443DDD4E-E012-875F-8BEF-2790662F02DE}"/>
          </ac:picMkLst>
        </pc:picChg>
        <pc:picChg chg="add mod">
          <ac:chgData name="Evgenia Andreou" userId="8e89e74f621e7047" providerId="LiveId" clId="{EF53017E-E624-4052-9F70-6403551E244D}" dt="2025-10-21T00:45:39.727" v="28355" actId="2085"/>
          <ac:picMkLst>
            <pc:docMk/>
            <pc:sldMk cId="201207592" sldId="274"/>
            <ac:picMk id="8" creationId="{9ED4859F-8361-86CF-2C9A-AB29747D9211}"/>
          </ac:picMkLst>
        </pc:picChg>
        <pc:picChg chg="add mod">
          <ac:chgData name="Evgenia Andreou" userId="8e89e74f621e7047" providerId="LiveId" clId="{EF53017E-E624-4052-9F70-6403551E244D}" dt="2025-10-21T00:45:39.727" v="28355" actId="2085"/>
          <ac:picMkLst>
            <pc:docMk/>
            <pc:sldMk cId="201207592" sldId="274"/>
            <ac:picMk id="12" creationId="{BFE3335F-C327-808D-A219-1554D422FB47}"/>
          </ac:picMkLst>
        </pc:picChg>
      </pc:sldChg>
      <pc:sldChg chg="addSp delSp modSp new mod ord modShow">
        <pc:chgData name="Evgenia Andreou" userId="8e89e74f621e7047" providerId="LiveId" clId="{EF53017E-E624-4052-9F70-6403551E244D}" dt="2025-10-28T08:01:11.467" v="33717" actId="20577"/>
        <pc:sldMkLst>
          <pc:docMk/>
          <pc:sldMk cId="311389722" sldId="275"/>
        </pc:sldMkLst>
        <pc:spChg chg="mod">
          <ac:chgData name="Evgenia Andreou" userId="8e89e74f621e7047" providerId="LiveId" clId="{EF53017E-E624-4052-9F70-6403551E244D}" dt="2025-10-27T23:48:06.554" v="31559" actId="1076"/>
          <ac:spMkLst>
            <pc:docMk/>
            <pc:sldMk cId="311389722" sldId="275"/>
            <ac:spMk id="2" creationId="{6E8EBE9B-3914-EB9A-7C62-D2B996F953D9}"/>
          </ac:spMkLst>
        </pc:spChg>
        <pc:spChg chg="mod">
          <ac:chgData name="Evgenia Andreou" userId="8e89e74f621e7047" providerId="LiveId" clId="{EF53017E-E624-4052-9F70-6403551E244D}" dt="2025-10-28T08:01:11.467" v="33717" actId="20577"/>
          <ac:spMkLst>
            <pc:docMk/>
            <pc:sldMk cId="311389722" sldId="275"/>
            <ac:spMk id="3" creationId="{C743E199-295C-C3F2-FEEF-357550E7830B}"/>
          </ac:spMkLst>
        </pc:spChg>
        <pc:spChg chg="add mod">
          <ac:chgData name="Evgenia Andreou" userId="8e89e74f621e7047" providerId="LiveId" clId="{EF53017E-E624-4052-9F70-6403551E244D}" dt="2025-10-11T22:03:12.777" v="18159" actId="1035"/>
          <ac:spMkLst>
            <pc:docMk/>
            <pc:sldMk cId="311389722" sldId="275"/>
            <ac:spMk id="7" creationId="{D2272408-34BE-0155-1CC7-F6316558B794}"/>
          </ac:spMkLst>
        </pc:spChg>
        <pc:spChg chg="add mod">
          <ac:chgData name="Evgenia Andreou" userId="8e89e74f621e7047" providerId="LiveId" clId="{EF53017E-E624-4052-9F70-6403551E244D}" dt="2025-10-19T20:27:58.185" v="25004" actId="1037"/>
          <ac:spMkLst>
            <pc:docMk/>
            <pc:sldMk cId="311389722" sldId="275"/>
            <ac:spMk id="8" creationId="{C88040E1-943C-D2F8-3E4A-337C2357B34F}"/>
          </ac:spMkLst>
        </pc:spChg>
        <pc:spChg chg="add mod">
          <ac:chgData name="Evgenia Andreou" userId="8e89e74f621e7047" providerId="LiveId" clId="{EF53017E-E624-4052-9F70-6403551E244D}" dt="2025-10-20T02:02:06.518" v="26175" actId="20577"/>
          <ac:spMkLst>
            <pc:docMk/>
            <pc:sldMk cId="311389722" sldId="275"/>
            <ac:spMk id="18" creationId="{7F0E8D2E-2823-1F9A-3CE5-98B44B588B13}"/>
          </ac:spMkLst>
        </pc:spChg>
        <pc:spChg chg="add mod">
          <ac:chgData name="Evgenia Andreou" userId="8e89e74f621e7047" providerId="LiveId" clId="{EF53017E-E624-4052-9F70-6403551E244D}" dt="2025-10-11T22:03:12.777" v="18159" actId="1035"/>
          <ac:spMkLst>
            <pc:docMk/>
            <pc:sldMk cId="311389722" sldId="275"/>
            <ac:spMk id="19" creationId="{5B7AD27B-FE4D-3C6A-6819-327D0F4DF8B4}"/>
          </ac:spMkLst>
        </pc:spChg>
        <pc:spChg chg="add mod">
          <ac:chgData name="Evgenia Andreou" userId="8e89e74f621e7047" providerId="LiveId" clId="{EF53017E-E624-4052-9F70-6403551E244D}" dt="2025-10-27T23:48:04.351" v="31558" actId="1076"/>
          <ac:spMkLst>
            <pc:docMk/>
            <pc:sldMk cId="311389722" sldId="275"/>
            <ac:spMk id="32" creationId="{8EB9DB21-5C07-5D50-4678-27F3C1770CEB}"/>
          </ac:spMkLst>
        </pc:spChg>
        <pc:grpChg chg="add mod ord">
          <ac:chgData name="Evgenia Andreou" userId="8e89e74f621e7047" providerId="LiveId" clId="{EF53017E-E624-4052-9F70-6403551E244D}" dt="2025-10-10T23:21:14.127" v="14731" actId="164"/>
          <ac:grpSpMkLst>
            <pc:docMk/>
            <pc:sldMk cId="311389722" sldId="275"/>
            <ac:grpSpMk id="26" creationId="{6330883D-514A-8A33-E65E-2EA0F3DC69D2}"/>
          </ac:grpSpMkLst>
        </pc:grpChg>
        <pc:grpChg chg="add mod">
          <ac:chgData name="Evgenia Andreou" userId="8e89e74f621e7047" providerId="LiveId" clId="{EF53017E-E624-4052-9F70-6403551E244D}" dt="2025-10-20T23:01:21.839" v="26890" actId="1076"/>
          <ac:grpSpMkLst>
            <pc:docMk/>
            <pc:sldMk cId="311389722" sldId="275"/>
            <ac:grpSpMk id="31" creationId="{02973CF0-ED55-864F-16C6-7E0268AD3B31}"/>
          </ac:grpSpMkLst>
        </pc:grpChg>
        <pc:picChg chg="add mod modCrop">
          <ac:chgData name="Evgenia Andreou" userId="8e89e74f621e7047" providerId="LiveId" clId="{EF53017E-E624-4052-9F70-6403551E244D}" dt="2025-10-20T23:00:10.634" v="26873" actId="732"/>
          <ac:picMkLst>
            <pc:docMk/>
            <pc:sldMk cId="311389722" sldId="275"/>
            <ac:picMk id="28" creationId="{B39FFB14-6ED5-EFD8-FF35-BC179B296738}"/>
          </ac:picMkLst>
        </pc:picChg>
        <pc:cxnChg chg="add mod">
          <ac:chgData name="Evgenia Andreou" userId="8e89e74f621e7047" providerId="LiveId" clId="{EF53017E-E624-4052-9F70-6403551E244D}" dt="2025-10-19T20:27:58.185" v="25004" actId="1037"/>
          <ac:cxnSpMkLst>
            <pc:docMk/>
            <pc:sldMk cId="311389722" sldId="275"/>
            <ac:cxnSpMk id="10" creationId="{2110992D-FB03-67BB-0BBE-6BDD716730E9}"/>
          </ac:cxnSpMkLst>
        </pc:cxnChg>
        <pc:cxnChg chg="add mod">
          <ac:chgData name="Evgenia Andreou" userId="8e89e74f621e7047" providerId="LiveId" clId="{EF53017E-E624-4052-9F70-6403551E244D}" dt="2025-10-11T22:03:12.777" v="18159" actId="1035"/>
          <ac:cxnSpMkLst>
            <pc:docMk/>
            <pc:sldMk cId="311389722" sldId="275"/>
            <ac:cxnSpMk id="15" creationId="{93134625-F132-7B71-B743-4C0A5922D35A}"/>
          </ac:cxnSpMkLst>
        </pc:cxnChg>
      </pc:sldChg>
      <pc:sldChg chg="addSp delSp modSp new mod setBg">
        <pc:chgData name="Evgenia Andreou" userId="8e89e74f621e7047" providerId="LiveId" clId="{EF53017E-E624-4052-9F70-6403551E244D}" dt="2025-10-28T00:23:35.857" v="32453" actId="1440"/>
        <pc:sldMkLst>
          <pc:docMk/>
          <pc:sldMk cId="1839987358" sldId="276"/>
        </pc:sldMkLst>
        <pc:spChg chg="mod">
          <ac:chgData name="Evgenia Andreou" userId="8e89e74f621e7047" providerId="LiveId" clId="{EF53017E-E624-4052-9F70-6403551E244D}" dt="2025-10-28T00:14:38.484" v="32334" actId="20577"/>
          <ac:spMkLst>
            <pc:docMk/>
            <pc:sldMk cId="1839987358" sldId="276"/>
            <ac:spMk id="2" creationId="{2266DF65-6188-8376-76BA-FBFCD6D58A83}"/>
          </ac:spMkLst>
        </pc:spChg>
        <pc:picChg chg="add mod">
          <ac:chgData name="Evgenia Andreou" userId="8e89e74f621e7047" providerId="LiveId" clId="{EF53017E-E624-4052-9F70-6403551E244D}" dt="2025-10-28T00:23:35.857" v="32453" actId="1440"/>
          <ac:picMkLst>
            <pc:docMk/>
            <pc:sldMk cId="1839987358" sldId="276"/>
            <ac:picMk id="20" creationId="{57DAF09B-1794-2935-A36D-C6D4470E3D9D}"/>
          </ac:picMkLst>
        </pc:picChg>
        <pc:picChg chg="add mod">
          <ac:chgData name="Evgenia Andreou" userId="8e89e74f621e7047" providerId="LiveId" clId="{EF53017E-E624-4052-9F70-6403551E244D}" dt="2025-10-28T00:23:35.857" v="32453" actId="1440"/>
          <ac:picMkLst>
            <pc:docMk/>
            <pc:sldMk cId="1839987358" sldId="276"/>
            <ac:picMk id="22" creationId="{20519679-5CE8-BE87-CE6A-DD2A5E0D6081}"/>
          </ac:picMkLst>
        </pc:picChg>
        <pc:picChg chg="add mod">
          <ac:chgData name="Evgenia Andreou" userId="8e89e74f621e7047" providerId="LiveId" clId="{EF53017E-E624-4052-9F70-6403551E244D}" dt="2025-10-28T00:23:35.857" v="32453" actId="1440"/>
          <ac:picMkLst>
            <pc:docMk/>
            <pc:sldMk cId="1839987358" sldId="276"/>
            <ac:picMk id="26" creationId="{D449E891-34CC-EF80-D7DB-A9A76841ABBC}"/>
          </ac:picMkLst>
        </pc:picChg>
        <pc:picChg chg="add mod">
          <ac:chgData name="Evgenia Andreou" userId="8e89e74f621e7047" providerId="LiveId" clId="{EF53017E-E624-4052-9F70-6403551E244D}" dt="2025-10-28T00:23:35.857" v="32453" actId="1440"/>
          <ac:picMkLst>
            <pc:docMk/>
            <pc:sldMk cId="1839987358" sldId="276"/>
            <ac:picMk id="30" creationId="{9E62DD2C-5727-886B-18CA-BD00A70CD234}"/>
          </ac:picMkLst>
        </pc:picChg>
      </pc:sldChg>
      <pc:sldChg chg="addSp delSp modSp new mod">
        <pc:chgData name="Evgenia Andreou" userId="8e89e74f621e7047" providerId="LiveId" clId="{EF53017E-E624-4052-9F70-6403551E244D}" dt="2025-10-29T15:53:23.152" v="34393" actId="20577"/>
        <pc:sldMkLst>
          <pc:docMk/>
          <pc:sldMk cId="2946716891" sldId="277"/>
        </pc:sldMkLst>
        <pc:spChg chg="mod">
          <ac:chgData name="Evgenia Andreou" userId="8e89e74f621e7047" providerId="LiveId" clId="{EF53017E-E624-4052-9F70-6403551E244D}" dt="2025-10-28T00:22:20.334" v="32448" actId="692"/>
          <ac:spMkLst>
            <pc:docMk/>
            <pc:sldMk cId="2946716891" sldId="277"/>
            <ac:spMk id="2" creationId="{FB03F8E8-2E98-47AD-EA90-7034E59DE430}"/>
          </ac:spMkLst>
        </pc:spChg>
        <pc:spChg chg="mod">
          <ac:chgData name="Evgenia Andreou" userId="8e89e74f621e7047" providerId="LiveId" clId="{EF53017E-E624-4052-9F70-6403551E244D}" dt="2025-10-29T14:48:37.088" v="33955" actId="113"/>
          <ac:spMkLst>
            <pc:docMk/>
            <pc:sldMk cId="2946716891" sldId="277"/>
            <ac:spMk id="3" creationId="{1ABCE21A-3F83-3DDC-7BD2-BF9D4DD5C680}"/>
          </ac:spMkLst>
        </pc:spChg>
        <pc:spChg chg="mod">
          <ac:chgData name="Evgenia Andreou" userId="8e89e74f621e7047" providerId="LiveId" clId="{EF53017E-E624-4052-9F70-6403551E244D}" dt="2025-10-29T15:53:23.152" v="34393" actId="20577"/>
          <ac:spMkLst>
            <pc:docMk/>
            <pc:sldMk cId="2946716891" sldId="277"/>
            <ac:spMk id="4" creationId="{401DE421-F807-3BEB-AAE2-D3F1FCDFEE89}"/>
          </ac:spMkLst>
        </pc:spChg>
        <pc:spChg chg="add mod">
          <ac:chgData name="Evgenia Andreou" userId="8e89e74f621e7047" providerId="LiveId" clId="{EF53017E-E624-4052-9F70-6403551E244D}" dt="2025-10-28T00:36:10.672" v="32893" actId="1076"/>
          <ac:spMkLst>
            <pc:docMk/>
            <pc:sldMk cId="2946716891" sldId="277"/>
            <ac:spMk id="8" creationId="{41458E01-EEDC-C559-906A-803FD00F9A27}"/>
          </ac:spMkLst>
        </pc:spChg>
        <pc:spChg chg="add mod">
          <ac:chgData name="Evgenia Andreou" userId="8e89e74f621e7047" providerId="LiveId" clId="{EF53017E-E624-4052-9F70-6403551E244D}" dt="2025-10-28T00:36:13.127" v="32894" actId="1076"/>
          <ac:spMkLst>
            <pc:docMk/>
            <pc:sldMk cId="2946716891" sldId="277"/>
            <ac:spMk id="9" creationId="{CED2D915-7AF7-0AF9-12A6-E25870A2516B}"/>
          </ac:spMkLst>
        </pc:spChg>
      </pc:sldChg>
      <pc:sldChg chg="addSp delSp modSp new mod">
        <pc:chgData name="Evgenia Andreou" userId="8e89e74f621e7047" providerId="LiveId" clId="{EF53017E-E624-4052-9F70-6403551E244D}" dt="2025-11-01T00:35:45.792" v="34933" actId="20577"/>
        <pc:sldMkLst>
          <pc:docMk/>
          <pc:sldMk cId="1725771169" sldId="278"/>
        </pc:sldMkLst>
        <pc:spChg chg="mod">
          <ac:chgData name="Evgenia Andreou" userId="8e89e74f621e7047" providerId="LiveId" clId="{EF53017E-E624-4052-9F70-6403551E244D}" dt="2025-10-28T00:38:05.658" v="32980" actId="1076"/>
          <ac:spMkLst>
            <pc:docMk/>
            <pc:sldMk cId="1725771169" sldId="278"/>
            <ac:spMk id="2" creationId="{691FB1F2-9B2C-952D-6552-CDCF58BA3473}"/>
          </ac:spMkLst>
        </pc:spChg>
        <pc:spChg chg="mod">
          <ac:chgData name="Evgenia Andreou" userId="8e89e74f621e7047" providerId="LiveId" clId="{EF53017E-E624-4052-9F70-6403551E244D}" dt="2025-11-01T00:35:45.792" v="34933" actId="20577"/>
          <ac:spMkLst>
            <pc:docMk/>
            <pc:sldMk cId="1725771169" sldId="278"/>
            <ac:spMk id="3" creationId="{F231BD6F-33DE-5ED7-7A3C-3B8D40A5DEF5}"/>
          </ac:spMkLst>
        </pc:spChg>
        <pc:spChg chg="add mod">
          <ac:chgData name="Evgenia Andreou" userId="8e89e74f621e7047" providerId="LiveId" clId="{EF53017E-E624-4052-9F70-6403551E244D}" dt="2025-10-28T00:38:31.376" v="32989" actId="113"/>
          <ac:spMkLst>
            <pc:docMk/>
            <pc:sldMk cId="1725771169" sldId="278"/>
            <ac:spMk id="4" creationId="{1EB667A5-2A96-D1BF-EB2C-352938518F72}"/>
          </ac:spMkLst>
        </pc:spChg>
        <pc:spChg chg="add mod">
          <ac:chgData name="Evgenia Andreou" userId="8e89e74f621e7047" providerId="LiveId" clId="{EF53017E-E624-4052-9F70-6403551E244D}" dt="2025-10-29T15:49:12.207" v="34308" actId="1036"/>
          <ac:spMkLst>
            <pc:docMk/>
            <pc:sldMk cId="1725771169" sldId="278"/>
            <ac:spMk id="5" creationId="{2F2D7F9C-8C80-0702-9D66-F91BA0E31612}"/>
          </ac:spMkLst>
        </pc:spChg>
      </pc:sldChg>
      <pc:sldChg chg="addSp delSp modSp new mod setBg">
        <pc:chgData name="Evgenia Andreou" userId="8e89e74f621e7047" providerId="LiveId" clId="{EF53017E-E624-4052-9F70-6403551E244D}" dt="2025-10-28T00:23:17.499" v="32451" actId="1440"/>
        <pc:sldMkLst>
          <pc:docMk/>
          <pc:sldMk cId="1267936960" sldId="279"/>
        </pc:sldMkLst>
        <pc:spChg chg="mod">
          <ac:chgData name="Evgenia Andreou" userId="8e89e74f621e7047" providerId="LiveId" clId="{EF53017E-E624-4052-9F70-6403551E244D}" dt="2025-10-28T00:08:13.671" v="32241" actId="1076"/>
          <ac:spMkLst>
            <pc:docMk/>
            <pc:sldMk cId="1267936960" sldId="279"/>
            <ac:spMk id="2" creationId="{0C918C95-FA1E-7B34-5FD5-342E1E438703}"/>
          </ac:spMkLst>
        </pc:spChg>
        <pc:picChg chg="add mod">
          <ac:chgData name="Evgenia Andreou" userId="8e89e74f621e7047" providerId="LiveId" clId="{EF53017E-E624-4052-9F70-6403551E244D}" dt="2025-10-28T00:23:17.499" v="32451" actId="1440"/>
          <ac:picMkLst>
            <pc:docMk/>
            <pc:sldMk cId="1267936960" sldId="279"/>
            <ac:picMk id="4" creationId="{7C69F802-5ADC-F468-F10C-589DFF6C604F}"/>
          </ac:picMkLst>
        </pc:picChg>
        <pc:picChg chg="add mod">
          <ac:chgData name="Evgenia Andreou" userId="8e89e74f621e7047" providerId="LiveId" clId="{EF53017E-E624-4052-9F70-6403551E244D}" dt="2025-10-28T00:23:17.499" v="32451" actId="1440"/>
          <ac:picMkLst>
            <pc:docMk/>
            <pc:sldMk cId="1267936960" sldId="279"/>
            <ac:picMk id="6" creationId="{49594D5C-6603-AEB9-D0CB-E578622701D1}"/>
          </ac:picMkLst>
        </pc:picChg>
        <pc:picChg chg="add mod">
          <ac:chgData name="Evgenia Andreou" userId="8e89e74f621e7047" providerId="LiveId" clId="{EF53017E-E624-4052-9F70-6403551E244D}" dt="2025-10-28T00:23:17.499" v="32451" actId="1440"/>
          <ac:picMkLst>
            <pc:docMk/>
            <pc:sldMk cId="1267936960" sldId="279"/>
            <ac:picMk id="22" creationId="{6F175C6F-61CC-06A2-A4BC-6ECC39FBD98A}"/>
          </ac:picMkLst>
        </pc:picChg>
        <pc:picChg chg="add mod">
          <ac:chgData name="Evgenia Andreou" userId="8e89e74f621e7047" providerId="LiveId" clId="{EF53017E-E624-4052-9F70-6403551E244D}" dt="2025-10-28T00:23:17.499" v="32451" actId="1440"/>
          <ac:picMkLst>
            <pc:docMk/>
            <pc:sldMk cId="1267936960" sldId="279"/>
            <ac:picMk id="33" creationId="{EA81A4BA-4D0B-B320-8454-370B8AED4EB4}"/>
          </ac:picMkLst>
        </pc:picChg>
      </pc:sldChg>
      <pc:sldChg chg="addSp delSp modSp new mod setBg modClrScheme chgLayout">
        <pc:chgData name="Evgenia Andreou" userId="8e89e74f621e7047" providerId="LiveId" clId="{EF53017E-E624-4052-9F70-6403551E244D}" dt="2025-10-29T16:00:55.708" v="34526" actId="21"/>
        <pc:sldMkLst>
          <pc:docMk/>
          <pc:sldMk cId="2646428108" sldId="280"/>
        </pc:sldMkLst>
        <pc:spChg chg="mod ord">
          <ac:chgData name="Evgenia Andreou" userId="8e89e74f621e7047" providerId="LiveId" clId="{EF53017E-E624-4052-9F70-6403551E244D}" dt="2025-10-27T22:57:57.141" v="30648" actId="14100"/>
          <ac:spMkLst>
            <pc:docMk/>
            <pc:sldMk cId="2646428108" sldId="280"/>
            <ac:spMk id="2" creationId="{CF22C3FE-4952-8B04-EE9E-11D16A30959E}"/>
          </ac:spMkLst>
        </pc:spChg>
        <pc:spChg chg="add mod ord">
          <ac:chgData name="Evgenia Andreou" userId="8e89e74f621e7047" providerId="LiveId" clId="{EF53017E-E624-4052-9F70-6403551E244D}" dt="2025-10-29T15:55:31.141" v="34438" actId="20577"/>
          <ac:spMkLst>
            <pc:docMk/>
            <pc:sldMk cId="2646428108" sldId="280"/>
            <ac:spMk id="3" creationId="{B0C37985-7345-9CF5-2D16-CDB3C376723F}"/>
          </ac:spMkLst>
        </pc:spChg>
        <pc:spChg chg="add mod">
          <ac:chgData name="Evgenia Andreou" userId="8e89e74f621e7047" providerId="LiveId" clId="{EF53017E-E624-4052-9F70-6403551E244D}" dt="2025-10-27T22:57:01.566" v="30627" actId="1076"/>
          <ac:spMkLst>
            <pc:docMk/>
            <pc:sldMk cId="2646428108" sldId="280"/>
            <ac:spMk id="6" creationId="{425F8027-D067-F729-F98F-5BF830061C66}"/>
          </ac:spMkLst>
        </pc:spChg>
        <pc:spChg chg="add mod">
          <ac:chgData name="Evgenia Andreou" userId="8e89e74f621e7047" providerId="LiveId" clId="{EF53017E-E624-4052-9F70-6403551E244D}" dt="2025-10-27T22:57:57.142" v="30649" actId="27636"/>
          <ac:spMkLst>
            <pc:docMk/>
            <pc:sldMk cId="2646428108" sldId="280"/>
            <ac:spMk id="7" creationId="{4CAD9BB0-1F82-1511-FDEC-D74329C882B9}"/>
          </ac:spMkLst>
        </pc:spChg>
      </pc:sldChg>
      <pc:sldChg chg="addSp delSp modSp new mod setBg">
        <pc:chgData name="Evgenia Andreou" userId="8e89e74f621e7047" providerId="LiveId" clId="{EF53017E-E624-4052-9F70-6403551E244D}" dt="2025-10-29T15:57:22.376" v="34489" actId="20577"/>
        <pc:sldMkLst>
          <pc:docMk/>
          <pc:sldMk cId="2935283230" sldId="281"/>
        </pc:sldMkLst>
        <pc:spChg chg="mod">
          <ac:chgData name="Evgenia Andreou" userId="8e89e74f621e7047" providerId="LiveId" clId="{EF53017E-E624-4052-9F70-6403551E244D}" dt="2025-10-27T23:02:08.235" v="30731" actId="207"/>
          <ac:spMkLst>
            <pc:docMk/>
            <pc:sldMk cId="2935283230" sldId="281"/>
            <ac:spMk id="2" creationId="{A3D82945-C5A3-891C-124F-4B2A9A7BA511}"/>
          </ac:spMkLst>
        </pc:spChg>
        <pc:spChg chg="mod">
          <ac:chgData name="Evgenia Andreou" userId="8e89e74f621e7047" providerId="LiveId" clId="{EF53017E-E624-4052-9F70-6403551E244D}" dt="2025-10-28T01:16:03.013" v="33234" actId="14100"/>
          <ac:spMkLst>
            <pc:docMk/>
            <pc:sldMk cId="2935283230" sldId="281"/>
            <ac:spMk id="3" creationId="{9770C937-D67E-0A40-7F75-05BDEA92620B}"/>
          </ac:spMkLst>
        </pc:spChg>
        <pc:spChg chg="add mod">
          <ac:chgData name="Evgenia Andreou" userId="8e89e74f621e7047" providerId="LiveId" clId="{EF53017E-E624-4052-9F70-6403551E244D}" dt="2025-10-28T01:15:44.415" v="33229" actId="14100"/>
          <ac:spMkLst>
            <pc:docMk/>
            <pc:sldMk cId="2935283230" sldId="281"/>
            <ac:spMk id="5" creationId="{C3C8EA0A-F462-758F-BA11-97260070A3A6}"/>
          </ac:spMkLst>
        </pc:spChg>
        <pc:spChg chg="add mod">
          <ac:chgData name="Evgenia Andreou" userId="8e89e74f621e7047" providerId="LiveId" clId="{EF53017E-E624-4052-9F70-6403551E244D}" dt="2025-10-28T01:15:47.026" v="33230" actId="1076"/>
          <ac:spMkLst>
            <pc:docMk/>
            <pc:sldMk cId="2935283230" sldId="281"/>
            <ac:spMk id="6" creationId="{0ACD9B0C-3CE0-400E-CB68-9AF9FB1B59DD}"/>
          </ac:spMkLst>
        </pc:spChg>
        <pc:spChg chg="add mod">
          <ac:chgData name="Evgenia Andreou" userId="8e89e74f621e7047" providerId="LiveId" clId="{EF53017E-E624-4052-9F70-6403551E244D}" dt="2025-10-28T01:17:38.177" v="33373" actId="1076"/>
          <ac:spMkLst>
            <pc:docMk/>
            <pc:sldMk cId="2935283230" sldId="281"/>
            <ac:spMk id="7" creationId="{F35A33DB-46F9-29EA-5ED4-6F3291D206A4}"/>
          </ac:spMkLst>
        </pc:spChg>
        <pc:spChg chg="add mod">
          <ac:chgData name="Evgenia Andreou" userId="8e89e74f621e7047" providerId="LiveId" clId="{EF53017E-E624-4052-9F70-6403551E244D}" dt="2025-10-29T15:57:22.376" v="34489" actId="20577"/>
          <ac:spMkLst>
            <pc:docMk/>
            <pc:sldMk cId="2935283230" sldId="281"/>
            <ac:spMk id="8" creationId="{70AC0028-14B1-0B7D-9D13-D0694E0DD6A1}"/>
          </ac:spMkLst>
        </pc:spChg>
      </pc:sldChg>
      <pc:sldChg chg="addSp delSp modSp new mod ord">
        <pc:chgData name="Evgenia Andreou" userId="8e89e74f621e7047" providerId="LiveId" clId="{EF53017E-E624-4052-9F70-6403551E244D}" dt="2025-10-31T15:10:00.147" v="34840" actId="20577"/>
        <pc:sldMkLst>
          <pc:docMk/>
          <pc:sldMk cId="1583996442" sldId="284"/>
        </pc:sldMkLst>
        <pc:spChg chg="mod">
          <ac:chgData name="Evgenia Andreou" userId="8e89e74f621e7047" providerId="LiveId" clId="{EF53017E-E624-4052-9F70-6403551E244D}" dt="2025-10-28T00:19:04.723" v="32386" actId="1076"/>
          <ac:spMkLst>
            <pc:docMk/>
            <pc:sldMk cId="1583996442" sldId="284"/>
            <ac:spMk id="2" creationId="{D78BB8F6-86CD-F67C-A5AC-A96346005AB1}"/>
          </ac:spMkLst>
        </pc:spChg>
        <pc:spChg chg="add mod">
          <ac:chgData name="Evgenia Andreou" userId="8e89e74f621e7047" providerId="LiveId" clId="{EF53017E-E624-4052-9F70-6403551E244D}" dt="2025-10-31T15:09:41.068" v="34838" actId="6549"/>
          <ac:spMkLst>
            <pc:docMk/>
            <pc:sldMk cId="1583996442" sldId="284"/>
            <ac:spMk id="5" creationId="{997345AD-832D-F3D6-8EAB-FB12F55F6DFF}"/>
          </ac:spMkLst>
        </pc:spChg>
        <pc:spChg chg="add mod">
          <ac:chgData name="Evgenia Andreou" userId="8e89e74f621e7047" providerId="LiveId" clId="{EF53017E-E624-4052-9F70-6403551E244D}" dt="2025-10-31T15:10:00.147" v="34840" actId="20577"/>
          <ac:spMkLst>
            <pc:docMk/>
            <pc:sldMk cId="1583996442" sldId="284"/>
            <ac:spMk id="8" creationId="{AAFD135F-78E3-632E-FA22-F645956311C7}"/>
          </ac:spMkLst>
        </pc:spChg>
      </pc:sldChg>
      <pc:sldChg chg="delSp modSp new mod">
        <pc:chgData name="Evgenia Andreou" userId="8e89e74f621e7047" providerId="LiveId" clId="{EF53017E-E624-4052-9F70-6403551E244D}" dt="2025-10-31T15:16:52.617" v="34868" actId="1582"/>
        <pc:sldMkLst>
          <pc:docMk/>
          <pc:sldMk cId="1947621257" sldId="285"/>
        </pc:sldMkLst>
        <pc:spChg chg="mod">
          <ac:chgData name="Evgenia Andreou" userId="8e89e74f621e7047" providerId="LiveId" clId="{EF53017E-E624-4052-9F70-6403551E244D}" dt="2025-10-31T15:16:52.617" v="34868" actId="1582"/>
          <ac:spMkLst>
            <pc:docMk/>
            <pc:sldMk cId="1947621257" sldId="285"/>
            <ac:spMk id="2" creationId="{24E1F17E-F8F5-06F4-FC0D-300EA7F02B3E}"/>
          </ac:spMkLst>
        </pc:spChg>
      </pc:sldChg>
      <pc:sldChg chg="delSp modSp new mod">
        <pc:chgData name="Evgenia Andreou" userId="8e89e74f621e7047" providerId="LiveId" clId="{EF53017E-E624-4052-9F70-6403551E244D}" dt="2025-10-28T00:22:00.130" v="32443" actId="242"/>
        <pc:sldMkLst>
          <pc:docMk/>
          <pc:sldMk cId="949992360" sldId="288"/>
        </pc:sldMkLst>
        <pc:spChg chg="mod">
          <ac:chgData name="Evgenia Andreou" userId="8e89e74f621e7047" providerId="LiveId" clId="{EF53017E-E624-4052-9F70-6403551E244D}" dt="2025-10-28T00:21:04.554" v="32424" actId="1076"/>
          <ac:spMkLst>
            <pc:docMk/>
            <pc:sldMk cId="949992360" sldId="288"/>
            <ac:spMk id="2" creationId="{BCDD52F8-754B-3D68-571B-AC8DA7898223}"/>
          </ac:spMkLst>
        </pc:spChg>
        <pc:spChg chg="mod">
          <ac:chgData name="Evgenia Andreou" userId="8e89e74f621e7047" providerId="LiveId" clId="{EF53017E-E624-4052-9F70-6403551E244D}" dt="2025-10-28T00:22:00.130" v="32443" actId="242"/>
          <ac:spMkLst>
            <pc:docMk/>
            <pc:sldMk cId="949992360" sldId="288"/>
            <ac:spMk id="3" creationId="{E2AD935D-B379-9015-F001-5112F9711EE0}"/>
          </ac:spMkLst>
        </pc:spChg>
      </pc:sldChg>
      <pc:sldChg chg="addSp delSp modSp new mod">
        <pc:chgData name="Evgenia Andreou" userId="8e89e74f621e7047" providerId="LiveId" clId="{EF53017E-E624-4052-9F70-6403551E244D}" dt="2025-10-31T15:05:37.674" v="34793" actId="1076"/>
        <pc:sldMkLst>
          <pc:docMk/>
          <pc:sldMk cId="1568349809" sldId="290"/>
        </pc:sldMkLst>
        <pc:spChg chg="mod">
          <ac:chgData name="Evgenia Andreou" userId="8e89e74f621e7047" providerId="LiveId" clId="{EF53017E-E624-4052-9F70-6403551E244D}" dt="2025-10-31T15:05:37.674" v="34793" actId="1076"/>
          <ac:spMkLst>
            <pc:docMk/>
            <pc:sldMk cId="1568349809" sldId="290"/>
            <ac:spMk id="2" creationId="{D6E992A4-3342-4D17-D7D8-CB45D8A172FC}"/>
          </ac:spMkLst>
        </pc:spChg>
        <pc:spChg chg="mod">
          <ac:chgData name="Evgenia Andreou" userId="8e89e74f621e7047" providerId="LiveId" clId="{EF53017E-E624-4052-9F70-6403551E244D}" dt="2025-10-31T15:05:06.333" v="34780" actId="1076"/>
          <ac:spMkLst>
            <pc:docMk/>
            <pc:sldMk cId="1568349809" sldId="290"/>
            <ac:spMk id="3" creationId="{04B7BC3B-5F63-AD93-DF81-0FE7E566E573}"/>
          </ac:spMkLst>
        </pc:spChg>
        <pc:spChg chg="add mod">
          <ac:chgData name="Evgenia Andreou" userId="8e89e74f621e7047" providerId="LiveId" clId="{EF53017E-E624-4052-9F70-6403551E244D}" dt="2025-10-31T15:05:09.021" v="34781" actId="1076"/>
          <ac:spMkLst>
            <pc:docMk/>
            <pc:sldMk cId="1568349809" sldId="290"/>
            <ac:spMk id="4" creationId="{BCDF1454-93C9-84FC-C387-A62EDE27D4BC}"/>
          </ac:spMkLst>
        </pc:spChg>
      </pc:sldChg>
      <pc:sldChg chg="addSp delSp modSp new mod">
        <pc:chgData name="Evgenia Andreou" userId="8e89e74f621e7047" providerId="LiveId" clId="{EF53017E-E624-4052-9F70-6403551E244D}" dt="2025-10-31T15:08:58.378" v="34827" actId="1440"/>
        <pc:sldMkLst>
          <pc:docMk/>
          <pc:sldMk cId="3019405516" sldId="291"/>
        </pc:sldMkLst>
        <pc:spChg chg="add mod">
          <ac:chgData name="Evgenia Andreou" userId="8e89e74f621e7047" providerId="LiveId" clId="{EF53017E-E624-4052-9F70-6403551E244D}" dt="2025-10-31T15:08:42.708" v="34826" actId="255"/>
          <ac:spMkLst>
            <pc:docMk/>
            <pc:sldMk cId="3019405516" sldId="291"/>
            <ac:spMk id="5" creationId="{C718A182-FD34-0FCF-F841-2D21F0DFE300}"/>
          </ac:spMkLst>
        </pc:spChg>
        <pc:spChg chg="add mod">
          <ac:chgData name="Evgenia Andreou" userId="8e89e74f621e7047" providerId="LiveId" clId="{EF53017E-E624-4052-9F70-6403551E244D}" dt="2025-10-31T15:05:27.440" v="34792" actId="1076"/>
          <ac:spMkLst>
            <pc:docMk/>
            <pc:sldMk cId="3019405516" sldId="291"/>
            <ac:spMk id="7" creationId="{259B178F-70A2-E2FE-5F28-1D58CF945F1E}"/>
          </ac:spMkLst>
        </pc:spChg>
        <pc:picChg chg="add mod">
          <ac:chgData name="Evgenia Andreou" userId="8e89e74f621e7047" providerId="LiveId" clId="{EF53017E-E624-4052-9F70-6403551E244D}" dt="2025-10-31T15:08:58.378" v="34827" actId="1440"/>
          <ac:picMkLst>
            <pc:docMk/>
            <pc:sldMk cId="3019405516" sldId="291"/>
            <ac:picMk id="11" creationId="{DC1F51DB-A1C3-E7AE-73E7-24425577EC79}"/>
          </ac:picMkLst>
        </pc:picChg>
      </pc:sldChg>
      <pc:sldMasterChg chg="setBg modSldLayout">
        <pc:chgData name="Evgenia Andreou" userId="8e89e74f621e7047" providerId="LiveId" clId="{EF53017E-E624-4052-9F70-6403551E244D}" dt="2025-10-27T22:44:43.599" v="30455"/>
        <pc:sldMasterMkLst>
          <pc:docMk/>
          <pc:sldMasterMk cId="2693072502" sldId="2147483708"/>
        </pc:sldMasterMkLst>
        <pc:sldLayoutChg chg="setBg">
          <pc:chgData name="Evgenia Andreou" userId="8e89e74f621e7047" providerId="LiveId" clId="{EF53017E-E624-4052-9F70-6403551E244D}" dt="2025-10-27T22:44:43.599" v="30455"/>
          <pc:sldLayoutMkLst>
            <pc:docMk/>
            <pc:sldMasterMk cId="2693072502" sldId="2147483708"/>
            <pc:sldLayoutMk cId="356610871" sldId="2147483709"/>
          </pc:sldLayoutMkLst>
        </pc:sldLayoutChg>
        <pc:sldLayoutChg chg="setBg">
          <pc:chgData name="Evgenia Andreou" userId="8e89e74f621e7047" providerId="LiveId" clId="{EF53017E-E624-4052-9F70-6403551E244D}" dt="2025-10-27T22:44:43.599" v="30455"/>
          <pc:sldLayoutMkLst>
            <pc:docMk/>
            <pc:sldMasterMk cId="2693072502" sldId="2147483708"/>
            <pc:sldLayoutMk cId="19292485" sldId="2147483710"/>
          </pc:sldLayoutMkLst>
        </pc:sldLayoutChg>
        <pc:sldLayoutChg chg="setBg">
          <pc:chgData name="Evgenia Andreou" userId="8e89e74f621e7047" providerId="LiveId" clId="{EF53017E-E624-4052-9F70-6403551E244D}" dt="2025-10-27T22:44:43.599" v="30455"/>
          <pc:sldLayoutMkLst>
            <pc:docMk/>
            <pc:sldMasterMk cId="2693072502" sldId="2147483708"/>
            <pc:sldLayoutMk cId="2953917294" sldId="2147483711"/>
          </pc:sldLayoutMkLst>
        </pc:sldLayoutChg>
        <pc:sldLayoutChg chg="setBg">
          <pc:chgData name="Evgenia Andreou" userId="8e89e74f621e7047" providerId="LiveId" clId="{EF53017E-E624-4052-9F70-6403551E244D}" dt="2025-10-27T22:44:43.599" v="30455"/>
          <pc:sldLayoutMkLst>
            <pc:docMk/>
            <pc:sldMasterMk cId="2693072502" sldId="2147483708"/>
            <pc:sldLayoutMk cId="3680108532" sldId="2147483712"/>
          </pc:sldLayoutMkLst>
        </pc:sldLayoutChg>
        <pc:sldLayoutChg chg="setBg">
          <pc:chgData name="Evgenia Andreou" userId="8e89e74f621e7047" providerId="LiveId" clId="{EF53017E-E624-4052-9F70-6403551E244D}" dt="2025-10-27T22:44:43.599" v="30455"/>
          <pc:sldLayoutMkLst>
            <pc:docMk/>
            <pc:sldMasterMk cId="2693072502" sldId="2147483708"/>
            <pc:sldLayoutMk cId="809130830" sldId="2147483713"/>
          </pc:sldLayoutMkLst>
        </pc:sldLayoutChg>
        <pc:sldLayoutChg chg="setBg">
          <pc:chgData name="Evgenia Andreou" userId="8e89e74f621e7047" providerId="LiveId" clId="{EF53017E-E624-4052-9F70-6403551E244D}" dt="2025-10-27T22:44:43.599" v="30455"/>
          <pc:sldLayoutMkLst>
            <pc:docMk/>
            <pc:sldMasterMk cId="2693072502" sldId="2147483708"/>
            <pc:sldLayoutMk cId="1586532713" sldId="2147483714"/>
          </pc:sldLayoutMkLst>
        </pc:sldLayoutChg>
        <pc:sldLayoutChg chg="setBg">
          <pc:chgData name="Evgenia Andreou" userId="8e89e74f621e7047" providerId="LiveId" clId="{EF53017E-E624-4052-9F70-6403551E244D}" dt="2025-10-27T22:44:43.599" v="30455"/>
          <pc:sldLayoutMkLst>
            <pc:docMk/>
            <pc:sldMasterMk cId="2693072502" sldId="2147483708"/>
            <pc:sldLayoutMk cId="3763728003" sldId="2147483715"/>
          </pc:sldLayoutMkLst>
        </pc:sldLayoutChg>
        <pc:sldLayoutChg chg="setBg">
          <pc:chgData name="Evgenia Andreou" userId="8e89e74f621e7047" providerId="LiveId" clId="{EF53017E-E624-4052-9F70-6403551E244D}" dt="2025-10-27T22:44:43.599" v="30455"/>
          <pc:sldLayoutMkLst>
            <pc:docMk/>
            <pc:sldMasterMk cId="2693072502" sldId="2147483708"/>
            <pc:sldLayoutMk cId="1146229378" sldId="2147483716"/>
          </pc:sldLayoutMkLst>
        </pc:sldLayoutChg>
        <pc:sldLayoutChg chg="setBg">
          <pc:chgData name="Evgenia Andreou" userId="8e89e74f621e7047" providerId="LiveId" clId="{EF53017E-E624-4052-9F70-6403551E244D}" dt="2025-10-27T22:44:43.599" v="30455"/>
          <pc:sldLayoutMkLst>
            <pc:docMk/>
            <pc:sldMasterMk cId="2693072502" sldId="2147483708"/>
            <pc:sldLayoutMk cId="1592497053" sldId="2147483717"/>
          </pc:sldLayoutMkLst>
        </pc:sldLayoutChg>
        <pc:sldLayoutChg chg="setBg">
          <pc:chgData name="Evgenia Andreou" userId="8e89e74f621e7047" providerId="LiveId" clId="{EF53017E-E624-4052-9F70-6403551E244D}" dt="2025-10-27T22:44:43.599" v="30455"/>
          <pc:sldLayoutMkLst>
            <pc:docMk/>
            <pc:sldMasterMk cId="2693072502" sldId="2147483708"/>
            <pc:sldLayoutMk cId="1963752470" sldId="2147483718"/>
          </pc:sldLayoutMkLst>
        </pc:sldLayoutChg>
        <pc:sldLayoutChg chg="setBg">
          <pc:chgData name="Evgenia Andreou" userId="8e89e74f621e7047" providerId="LiveId" clId="{EF53017E-E624-4052-9F70-6403551E244D}" dt="2025-10-27T22:44:43.599" v="30455"/>
          <pc:sldLayoutMkLst>
            <pc:docMk/>
            <pc:sldMasterMk cId="2693072502" sldId="2147483708"/>
            <pc:sldLayoutMk cId="2512544203" sldId="214748371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F13D87-64B0-41AD-8624-57471FE85796}" type="doc">
      <dgm:prSet loTypeId="urn:microsoft.com/office/officeart/2005/8/layout/vList5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2F2A67E8-ACD9-4C73-881C-0F727D32AE95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GB" sz="1800" dirty="0"/>
            <a:t>Data Engineering</a:t>
          </a:r>
        </a:p>
      </dgm:t>
    </dgm:pt>
    <dgm:pt modelId="{A275FB55-100D-41BA-A526-40603876FD22}" type="parTrans" cxnId="{12FE6C09-00C6-4A02-B542-575FE8B0B255}">
      <dgm:prSet/>
      <dgm:spPr/>
      <dgm:t>
        <a:bodyPr/>
        <a:lstStyle/>
        <a:p>
          <a:endParaRPr lang="en-GB"/>
        </a:p>
      </dgm:t>
    </dgm:pt>
    <dgm:pt modelId="{7C0B296B-2A0D-4999-A0C4-2B03AA5E5374}" type="sibTrans" cxnId="{12FE6C09-00C6-4A02-B542-575FE8B0B255}">
      <dgm:prSet/>
      <dgm:spPr/>
      <dgm:t>
        <a:bodyPr/>
        <a:lstStyle/>
        <a:p>
          <a:endParaRPr lang="en-GB"/>
        </a:p>
      </dgm:t>
    </dgm:pt>
    <dgm:pt modelId="{35BB0A4F-EA77-413C-9E84-DEBFB93A1E88}">
      <dgm:prSet custT="1"/>
      <dgm:spPr>
        <a:ln>
          <a:noFill/>
        </a:ln>
      </dgm:spPr>
      <dgm:t>
        <a:bodyPr/>
        <a:lstStyle/>
        <a:p>
          <a:r>
            <a:rPr lang="en-GB" sz="1500" dirty="0"/>
            <a:t>Missing: </a:t>
          </a:r>
          <a:r>
            <a:rPr lang="en-US" sz="1500" dirty="0"/>
            <a:t>csv+bd, RegEx, Merge/Create levels (e.g</a:t>
          </a:r>
          <a:r>
            <a:rPr lang="en-US" sz="1500"/>
            <a:t>., Other</a:t>
          </a:r>
          <a:r>
            <a:rPr lang="en-US" sz="1500" dirty="0"/>
            <a:t>), Drop</a:t>
          </a:r>
          <a:endParaRPr lang="en-GB" sz="1500" dirty="0"/>
        </a:p>
      </dgm:t>
    </dgm:pt>
    <dgm:pt modelId="{D5ED6B98-9411-4F4F-8541-4763B0D1ABCB}" type="parTrans" cxnId="{FE6114DA-E6B4-465B-967B-43E233EA321A}">
      <dgm:prSet/>
      <dgm:spPr/>
      <dgm:t>
        <a:bodyPr/>
        <a:lstStyle/>
        <a:p>
          <a:endParaRPr lang="en-GB"/>
        </a:p>
      </dgm:t>
    </dgm:pt>
    <dgm:pt modelId="{68D557F7-03D8-49BF-88C8-BA7F7C13F7C3}" type="sibTrans" cxnId="{FE6114DA-E6B4-465B-967B-43E233EA321A}">
      <dgm:prSet/>
      <dgm:spPr/>
      <dgm:t>
        <a:bodyPr/>
        <a:lstStyle/>
        <a:p>
          <a:endParaRPr lang="en-GB"/>
        </a:p>
      </dgm:t>
    </dgm:pt>
    <dgm:pt modelId="{6685804A-377E-4143-859E-8D132C381ECF}">
      <dgm:prSet custT="1"/>
      <dgm:spPr>
        <a:ln>
          <a:noFill/>
        </a:ln>
      </dgm:spPr>
      <dgm:t>
        <a:bodyPr/>
        <a:lstStyle/>
        <a:p>
          <a:r>
            <a:rPr lang="en-GB" sz="1500" dirty="0"/>
            <a:t>New Features, Formats, Interactions</a:t>
          </a:r>
        </a:p>
      </dgm:t>
    </dgm:pt>
    <dgm:pt modelId="{F5C6F6E8-45D3-4854-8B35-3294023BC47D}" type="parTrans" cxnId="{2115EB43-AED9-4C7C-93CF-B85E01E16247}">
      <dgm:prSet/>
      <dgm:spPr/>
      <dgm:t>
        <a:bodyPr/>
        <a:lstStyle/>
        <a:p>
          <a:endParaRPr lang="en-GB"/>
        </a:p>
      </dgm:t>
    </dgm:pt>
    <dgm:pt modelId="{BF8EC071-F2DF-44DA-A21B-1A8CE3A4C61B}" type="sibTrans" cxnId="{2115EB43-AED9-4C7C-93CF-B85E01E16247}">
      <dgm:prSet/>
      <dgm:spPr/>
      <dgm:t>
        <a:bodyPr/>
        <a:lstStyle/>
        <a:p>
          <a:endParaRPr lang="en-GB"/>
        </a:p>
      </dgm:t>
    </dgm:pt>
    <dgm:pt modelId="{8B6C3B02-9B97-4461-849D-8C27B7EC535B}">
      <dgm:prSet custT="1"/>
      <dgm:spPr>
        <a:solidFill>
          <a:schemeClr val="accent5">
            <a:lumMod val="50000"/>
          </a:schemeClr>
        </a:solidFill>
      </dgm:spPr>
      <dgm:t>
        <a:bodyPr/>
        <a:lstStyle/>
        <a:p>
          <a:r>
            <a:rPr lang="en-GB" sz="1800" dirty="0"/>
            <a:t>Exploratory Analysis</a:t>
          </a:r>
        </a:p>
      </dgm:t>
    </dgm:pt>
    <dgm:pt modelId="{50481D48-BE32-402B-B97D-BE0B16A178F3}" type="parTrans" cxnId="{02B59940-76D4-44CD-B093-5E255D8B8128}">
      <dgm:prSet/>
      <dgm:spPr/>
      <dgm:t>
        <a:bodyPr/>
        <a:lstStyle/>
        <a:p>
          <a:endParaRPr lang="en-GB"/>
        </a:p>
      </dgm:t>
    </dgm:pt>
    <dgm:pt modelId="{0362A28F-AA87-4D8E-9250-A7830272AD07}" type="sibTrans" cxnId="{02B59940-76D4-44CD-B093-5E255D8B8128}">
      <dgm:prSet/>
      <dgm:spPr/>
      <dgm:t>
        <a:bodyPr/>
        <a:lstStyle/>
        <a:p>
          <a:endParaRPr lang="en-GB"/>
        </a:p>
      </dgm:t>
    </dgm:pt>
    <dgm:pt modelId="{C80325A7-6A8F-44B1-B610-6BEE0FD37FF7}">
      <dgm:prSet custT="1"/>
      <dgm:spPr>
        <a:ln>
          <a:noFill/>
        </a:ln>
      </dgm:spPr>
      <dgm:t>
        <a:bodyPr/>
        <a:lstStyle/>
        <a:p>
          <a:pPr algn="l"/>
          <a:r>
            <a:rPr lang="en-US" sz="1500" dirty="0"/>
            <a:t>Distribution Plots (Bar, Kde, Count)</a:t>
          </a:r>
          <a:endParaRPr lang="en-GB" sz="1500" dirty="0"/>
        </a:p>
      </dgm:t>
    </dgm:pt>
    <dgm:pt modelId="{08452F9F-4BD9-4B0C-B864-3DD8DC2A2AEE}" type="parTrans" cxnId="{E2A17C7E-3D95-41AA-9F9F-74B88C49C7E8}">
      <dgm:prSet/>
      <dgm:spPr/>
      <dgm:t>
        <a:bodyPr/>
        <a:lstStyle/>
        <a:p>
          <a:endParaRPr lang="en-GB"/>
        </a:p>
      </dgm:t>
    </dgm:pt>
    <dgm:pt modelId="{336CBB3D-D79F-42E7-9597-B23C06F58606}" type="sibTrans" cxnId="{E2A17C7E-3D95-41AA-9F9F-74B88C49C7E8}">
      <dgm:prSet/>
      <dgm:spPr/>
      <dgm:t>
        <a:bodyPr/>
        <a:lstStyle/>
        <a:p>
          <a:endParaRPr lang="en-GB"/>
        </a:p>
      </dgm:t>
    </dgm:pt>
    <dgm:pt modelId="{798C2C10-662F-4E75-A5B5-D79146484269}">
      <dgm:prSet custT="1"/>
      <dgm:spPr>
        <a:ln>
          <a:noFill/>
        </a:ln>
      </dgm:spPr>
      <dgm:t>
        <a:bodyPr/>
        <a:lstStyle/>
        <a:p>
          <a:pPr algn="l"/>
          <a:r>
            <a:rPr lang="en-US" sz="1500" dirty="0"/>
            <a:t>Frequency tables</a:t>
          </a:r>
          <a:endParaRPr lang="en-GB" sz="1500" dirty="0"/>
        </a:p>
      </dgm:t>
    </dgm:pt>
    <dgm:pt modelId="{763728CA-2134-4677-A743-846554DEF5FC}" type="parTrans" cxnId="{E93DC782-50DD-4B43-A967-4FD2741569FB}">
      <dgm:prSet/>
      <dgm:spPr/>
      <dgm:t>
        <a:bodyPr/>
        <a:lstStyle/>
        <a:p>
          <a:endParaRPr lang="en-GB"/>
        </a:p>
      </dgm:t>
    </dgm:pt>
    <dgm:pt modelId="{062818EF-31D5-4693-AAFD-92006D82850B}" type="sibTrans" cxnId="{E93DC782-50DD-4B43-A967-4FD2741569FB}">
      <dgm:prSet/>
      <dgm:spPr/>
      <dgm:t>
        <a:bodyPr/>
        <a:lstStyle/>
        <a:p>
          <a:endParaRPr lang="en-GB"/>
        </a:p>
      </dgm:t>
    </dgm:pt>
    <dgm:pt modelId="{12639EF0-BB1A-4373-80A6-973906E4B20F}">
      <dgm:prSet custT="1"/>
      <dgm:spPr>
        <a:ln>
          <a:noFill/>
        </a:ln>
      </dgm:spPr>
      <dgm:t>
        <a:bodyPr/>
        <a:lstStyle/>
        <a:p>
          <a:pPr algn="l"/>
          <a:r>
            <a:rPr lang="en-US" sz="1500" dirty="0"/>
            <a:t>Univariable Logistic</a:t>
          </a:r>
          <a:endParaRPr lang="en-GB" sz="1500" dirty="0"/>
        </a:p>
      </dgm:t>
    </dgm:pt>
    <dgm:pt modelId="{34C1F691-A67B-43DA-AE71-CA2D5125F70E}" type="parTrans" cxnId="{420B62D3-FE4F-40A0-B131-C8DF3D0C141F}">
      <dgm:prSet/>
      <dgm:spPr/>
      <dgm:t>
        <a:bodyPr/>
        <a:lstStyle/>
        <a:p>
          <a:endParaRPr lang="en-GB"/>
        </a:p>
      </dgm:t>
    </dgm:pt>
    <dgm:pt modelId="{39822BD4-F533-401C-B29B-EA82A20EF2F0}" type="sibTrans" cxnId="{420B62D3-FE4F-40A0-B131-C8DF3D0C141F}">
      <dgm:prSet/>
      <dgm:spPr/>
      <dgm:t>
        <a:bodyPr/>
        <a:lstStyle/>
        <a:p>
          <a:endParaRPr lang="en-GB"/>
        </a:p>
      </dgm:t>
    </dgm:pt>
    <dgm:pt modelId="{4A8BA3F3-42C0-41EA-917D-9DDF709CADEA}">
      <dgm:prSet custT="1"/>
      <dgm:spPr>
        <a:ln>
          <a:noFill/>
        </a:ln>
      </dgm:spPr>
      <dgm:t>
        <a:bodyPr/>
        <a:lstStyle/>
        <a:p>
          <a:pPr algn="l"/>
          <a:r>
            <a:rPr lang="en-GB" sz="1500" dirty="0"/>
            <a:t>Correlation: Spearman, X</a:t>
          </a:r>
          <a:r>
            <a:rPr lang="en-GB" sz="1500" baseline="30000" dirty="0"/>
            <a:t>2</a:t>
          </a:r>
          <a:r>
            <a:rPr lang="en-GB" sz="1500" dirty="0"/>
            <a:t> (Phi), 1-way-Anova</a:t>
          </a:r>
          <a:r>
            <a:rPr lang="el-GR" sz="1500" dirty="0"/>
            <a:t>(η</a:t>
          </a:r>
          <a:r>
            <a:rPr lang="el-GR" sz="1500" baseline="30000" dirty="0"/>
            <a:t>2</a:t>
          </a:r>
          <a:r>
            <a:rPr lang="el-GR" sz="1500" dirty="0"/>
            <a:t>)</a:t>
          </a:r>
          <a:r>
            <a:rPr lang="en-GB" sz="1500" dirty="0"/>
            <a:t> , </a:t>
          </a:r>
          <a:r>
            <a:rPr lang="en-GB" sz="1500" dirty="0">
              <a:sym typeface="Wingdings" panose="05000000000000000000" pitchFamily="2" charset="2"/>
            </a:rPr>
            <a:t>Heatmaps</a:t>
          </a:r>
          <a:endParaRPr lang="en-GB" sz="1500" dirty="0"/>
        </a:p>
      </dgm:t>
    </dgm:pt>
    <dgm:pt modelId="{1E327B02-6FCB-40C3-BF05-CDA992C2D02D}" type="parTrans" cxnId="{81F09BB9-F0A8-4D26-9C8C-78D3DDFF58E4}">
      <dgm:prSet/>
      <dgm:spPr/>
      <dgm:t>
        <a:bodyPr/>
        <a:lstStyle/>
        <a:p>
          <a:endParaRPr lang="en-GB"/>
        </a:p>
      </dgm:t>
    </dgm:pt>
    <dgm:pt modelId="{E09862E0-6EE9-45CD-BBC4-0365F337E1F9}" type="sibTrans" cxnId="{81F09BB9-F0A8-4D26-9C8C-78D3DDFF58E4}">
      <dgm:prSet/>
      <dgm:spPr/>
      <dgm:t>
        <a:bodyPr/>
        <a:lstStyle/>
        <a:p>
          <a:endParaRPr lang="en-GB"/>
        </a:p>
      </dgm:t>
    </dgm:pt>
    <dgm:pt modelId="{A73C65EF-8050-4781-9786-5BD8A1480F39}">
      <dgm:prSet custT="1"/>
      <dgm:spPr>
        <a:ln>
          <a:noFill/>
        </a:ln>
      </dgm:spPr>
      <dgm:t>
        <a:bodyPr/>
        <a:lstStyle/>
        <a:p>
          <a:pPr algn="l"/>
          <a:r>
            <a:rPr lang="en-GB" sz="1500" dirty="0"/>
            <a:t>AIC, p values, CL</a:t>
          </a:r>
        </a:p>
      </dgm:t>
    </dgm:pt>
    <dgm:pt modelId="{E07FC5C9-A259-4284-BDBA-D45C46A85CC3}" type="parTrans" cxnId="{146F6C26-4015-4DA9-8404-95817393F548}">
      <dgm:prSet/>
      <dgm:spPr/>
      <dgm:t>
        <a:bodyPr/>
        <a:lstStyle/>
        <a:p>
          <a:endParaRPr lang="en-GB"/>
        </a:p>
      </dgm:t>
    </dgm:pt>
    <dgm:pt modelId="{D4457C39-6E2F-43ED-8335-21E4513D7C66}" type="sibTrans" cxnId="{146F6C26-4015-4DA9-8404-95817393F548}">
      <dgm:prSet/>
      <dgm:spPr/>
      <dgm:t>
        <a:bodyPr/>
        <a:lstStyle/>
        <a:p>
          <a:endParaRPr lang="en-GB"/>
        </a:p>
      </dgm:t>
    </dgm:pt>
    <dgm:pt modelId="{3856962B-EAC1-4008-B520-A3E0E0F14824}">
      <dgm:prSet custT="1"/>
      <dgm:spPr>
        <a:ln>
          <a:noFill/>
        </a:ln>
      </dgm:spPr>
      <dgm:t>
        <a:bodyPr/>
        <a:lstStyle/>
        <a:p>
          <a:r>
            <a:rPr lang="en-US" sz="1500" dirty="0"/>
            <a:t>df1, df2, df3, df4 ~ Phase</a:t>
          </a:r>
          <a:endParaRPr lang="en-GB" sz="1500" dirty="0"/>
        </a:p>
      </dgm:t>
    </dgm:pt>
    <dgm:pt modelId="{C1F24D7A-1C3E-401D-A2EB-77F86B809DCA}" type="sibTrans" cxnId="{44EBCAF3-F437-48D4-A2D2-339BAEAA1051}">
      <dgm:prSet/>
      <dgm:spPr/>
      <dgm:t>
        <a:bodyPr/>
        <a:lstStyle/>
        <a:p>
          <a:endParaRPr lang="en-GB"/>
        </a:p>
      </dgm:t>
    </dgm:pt>
    <dgm:pt modelId="{23053E62-2C06-49F6-B7A6-62D49056C07E}" type="parTrans" cxnId="{44EBCAF3-F437-48D4-A2D2-339BAEAA1051}">
      <dgm:prSet/>
      <dgm:spPr/>
      <dgm:t>
        <a:bodyPr/>
        <a:lstStyle/>
        <a:p>
          <a:endParaRPr lang="en-GB"/>
        </a:p>
      </dgm:t>
    </dgm:pt>
    <dgm:pt modelId="{F6495C03-6AD7-4361-A689-0928FC2AEC71}">
      <dgm:prSet custT="1"/>
      <dgm:spPr>
        <a:ln>
          <a:noFill/>
        </a:ln>
      </dgm:spPr>
      <dgm:t>
        <a:bodyPr/>
        <a:lstStyle/>
        <a:p>
          <a:pPr algn="l">
            <a:buNone/>
          </a:pPr>
          <a:r>
            <a:rPr lang="en-US" sz="1500" dirty="0">
              <a:sym typeface="Wingdings" panose="05000000000000000000" pitchFamily="2" charset="2"/>
            </a:rPr>
            <a:t> Skew data  Log scale</a:t>
          </a:r>
          <a:endParaRPr lang="en-GB" sz="1500" dirty="0"/>
        </a:p>
      </dgm:t>
    </dgm:pt>
    <dgm:pt modelId="{D191F338-3668-4712-8214-6BE1418556B2}" type="parTrans" cxnId="{757F0432-51CC-4821-BD0B-74C4AA6C00FF}">
      <dgm:prSet/>
      <dgm:spPr/>
      <dgm:t>
        <a:bodyPr/>
        <a:lstStyle/>
        <a:p>
          <a:endParaRPr lang="en-GB"/>
        </a:p>
      </dgm:t>
    </dgm:pt>
    <dgm:pt modelId="{AA018E8A-AF1C-47A2-A9C4-2B498C2408A7}" type="sibTrans" cxnId="{757F0432-51CC-4821-BD0B-74C4AA6C00FF}">
      <dgm:prSet/>
      <dgm:spPr/>
      <dgm:t>
        <a:bodyPr/>
        <a:lstStyle/>
        <a:p>
          <a:endParaRPr lang="en-GB"/>
        </a:p>
      </dgm:t>
    </dgm:pt>
    <dgm:pt modelId="{A721B64A-F78D-438C-BD03-ED79A0A4204A}">
      <dgm:prSet custT="1"/>
      <dgm:spPr>
        <a:ln>
          <a:noFill/>
        </a:ln>
      </dgm:spPr>
      <dgm:t>
        <a:bodyPr/>
        <a:lstStyle/>
        <a:p>
          <a:pPr algn="l"/>
          <a:r>
            <a:rPr lang="en-GB" sz="1500" dirty="0"/>
            <a:t>Sparsity Risk: EPV ≥25</a:t>
          </a:r>
        </a:p>
      </dgm:t>
    </dgm:pt>
    <dgm:pt modelId="{78C91161-6F7F-4398-B89C-D80D89BC273D}" type="parTrans" cxnId="{1F480846-2667-4241-9F3B-7AF9FCFFF1F3}">
      <dgm:prSet/>
      <dgm:spPr/>
      <dgm:t>
        <a:bodyPr/>
        <a:lstStyle/>
        <a:p>
          <a:endParaRPr lang="en-GB"/>
        </a:p>
      </dgm:t>
    </dgm:pt>
    <dgm:pt modelId="{94D94A6E-FBF5-4F36-B66B-5C7A69F3C861}" type="sibTrans" cxnId="{1F480846-2667-4241-9F3B-7AF9FCFFF1F3}">
      <dgm:prSet/>
      <dgm:spPr/>
      <dgm:t>
        <a:bodyPr/>
        <a:lstStyle/>
        <a:p>
          <a:endParaRPr lang="en-GB"/>
        </a:p>
      </dgm:t>
    </dgm:pt>
    <dgm:pt modelId="{234162C5-F557-440D-8194-2CBB2D4E4B54}">
      <dgm:prSet custT="1"/>
      <dgm:spPr/>
      <dgm:t>
        <a:bodyPr/>
        <a:lstStyle/>
        <a:p>
          <a:pPr algn="l"/>
          <a:r>
            <a:rPr lang="en-US" sz="1500" dirty="0"/>
            <a:t>Chi-square, Mann-Whitney test</a:t>
          </a:r>
          <a:endParaRPr lang="en-GB" sz="1500" dirty="0"/>
        </a:p>
      </dgm:t>
    </dgm:pt>
    <dgm:pt modelId="{BA6555F0-D897-4216-9648-02AFA7A4E6CF}" type="parTrans" cxnId="{0C2158A2-BB52-43EC-9670-EA6E9B0D6DEB}">
      <dgm:prSet/>
      <dgm:spPr/>
      <dgm:t>
        <a:bodyPr/>
        <a:lstStyle/>
        <a:p>
          <a:endParaRPr lang="en-GB"/>
        </a:p>
      </dgm:t>
    </dgm:pt>
    <dgm:pt modelId="{59A8B4E3-45A5-4543-ACC1-40C24D025A51}" type="sibTrans" cxnId="{0C2158A2-BB52-43EC-9670-EA6E9B0D6DEB}">
      <dgm:prSet/>
      <dgm:spPr/>
      <dgm:t>
        <a:bodyPr/>
        <a:lstStyle/>
        <a:p>
          <a:endParaRPr lang="en-GB"/>
        </a:p>
      </dgm:t>
    </dgm:pt>
    <dgm:pt modelId="{1688AF18-54DB-407D-8233-10E50E64F3E5}">
      <dgm:prSet custT="1"/>
      <dgm:spPr>
        <a:ln>
          <a:noFill/>
        </a:ln>
      </dgm:spPr>
      <dgm:t>
        <a:bodyPr/>
        <a:lstStyle/>
        <a:p>
          <a:pPr algn="l">
            <a:buNone/>
          </a:pPr>
          <a:r>
            <a:rPr lang="en-US" sz="1500" dirty="0"/>
            <a:t>Feature Selection Exploratory Analysis </a:t>
          </a:r>
          <a:r>
            <a:rPr lang="en-US" sz="1500" dirty="0">
              <a:sym typeface="Wingdings" panose="05000000000000000000" pitchFamily="2" charset="2"/>
            </a:rPr>
            <a:t> </a:t>
          </a:r>
          <a:r>
            <a:rPr lang="en-US" sz="1500" dirty="0"/>
            <a:t>Train set </a:t>
          </a:r>
          <a:r>
            <a:rPr lang="en-US" sz="1500" dirty="0">
              <a:sym typeface="Wingdings" panose="05000000000000000000" pitchFamily="2" charset="2"/>
            </a:rPr>
            <a:t> </a:t>
          </a:r>
          <a:r>
            <a:rPr lang="en-US" sz="1500" b="1" dirty="0"/>
            <a:t>X</a:t>
          </a:r>
          <a:r>
            <a:rPr lang="en-US" sz="1500" dirty="0"/>
            <a:t> information leakage</a:t>
          </a:r>
          <a:endParaRPr lang="en-GB" sz="1500" dirty="0"/>
        </a:p>
      </dgm:t>
    </dgm:pt>
    <dgm:pt modelId="{F25CF874-0A6B-4416-8181-47F2F3C3EF9A}" type="parTrans" cxnId="{9B9D6459-437A-4A42-9D84-8563F4490703}">
      <dgm:prSet/>
      <dgm:spPr/>
      <dgm:t>
        <a:bodyPr/>
        <a:lstStyle/>
        <a:p>
          <a:endParaRPr lang="en-GB"/>
        </a:p>
      </dgm:t>
    </dgm:pt>
    <dgm:pt modelId="{0DE5D095-46C2-4184-8B2C-F4298A713DBE}" type="sibTrans" cxnId="{9B9D6459-437A-4A42-9D84-8563F4490703}">
      <dgm:prSet/>
      <dgm:spPr/>
      <dgm:t>
        <a:bodyPr/>
        <a:lstStyle/>
        <a:p>
          <a:endParaRPr lang="en-GB"/>
        </a:p>
      </dgm:t>
    </dgm:pt>
    <dgm:pt modelId="{EE9714C7-57A7-46DA-B827-05B4168FDFC5}">
      <dgm:prSet custT="1"/>
      <dgm:spPr>
        <a:ln>
          <a:noFill/>
        </a:ln>
      </dgm:spPr>
      <dgm:t>
        <a:bodyPr/>
        <a:lstStyle/>
        <a:p>
          <a:pPr algn="l">
            <a:buNone/>
          </a:pPr>
          <a:endParaRPr lang="en-GB" sz="1500" dirty="0"/>
        </a:p>
      </dgm:t>
    </dgm:pt>
    <dgm:pt modelId="{2CC95BB5-5B79-42EB-907E-DAB5A8BA0298}" type="parTrans" cxnId="{2A193935-218E-4083-9D43-BAE16F4D0718}">
      <dgm:prSet/>
      <dgm:spPr/>
      <dgm:t>
        <a:bodyPr/>
        <a:lstStyle/>
        <a:p>
          <a:endParaRPr lang="en-GB"/>
        </a:p>
      </dgm:t>
    </dgm:pt>
    <dgm:pt modelId="{22620D68-D15F-4F8C-9CB8-89D4654ECBF3}" type="sibTrans" cxnId="{2A193935-218E-4083-9D43-BAE16F4D0718}">
      <dgm:prSet/>
      <dgm:spPr/>
      <dgm:t>
        <a:bodyPr/>
        <a:lstStyle/>
        <a:p>
          <a:endParaRPr lang="en-GB"/>
        </a:p>
      </dgm:t>
    </dgm:pt>
    <dgm:pt modelId="{9859F3EE-39FB-4155-A17B-10BBAC08A1CE}">
      <dgm:prSet custT="1"/>
      <dgm:spPr>
        <a:ln>
          <a:noFill/>
        </a:ln>
      </dgm:spPr>
      <dgm:t>
        <a:bodyPr/>
        <a:lstStyle/>
        <a:p>
          <a:pPr algn="l">
            <a:buNone/>
          </a:pPr>
          <a:r>
            <a:rPr lang="en-US" sz="1500" dirty="0">
              <a:sym typeface="Wingdings" panose="05000000000000000000" pitchFamily="2" charset="2"/>
            </a:rPr>
            <a:t> Merge levels, Feature Selection</a:t>
          </a:r>
          <a:endParaRPr lang="en-GB" sz="1500" dirty="0"/>
        </a:p>
      </dgm:t>
    </dgm:pt>
    <dgm:pt modelId="{3B4190E0-AADF-475E-B5CB-549B6724E78A}" type="parTrans" cxnId="{75AB083C-1B8F-4842-9590-26B60EB3663F}">
      <dgm:prSet/>
      <dgm:spPr/>
      <dgm:t>
        <a:bodyPr/>
        <a:lstStyle/>
        <a:p>
          <a:endParaRPr lang="en-GB"/>
        </a:p>
      </dgm:t>
    </dgm:pt>
    <dgm:pt modelId="{81A30B17-09B7-4B5D-8B46-82B8627B3E24}" type="sibTrans" cxnId="{75AB083C-1B8F-4842-9590-26B60EB3663F}">
      <dgm:prSet/>
      <dgm:spPr/>
      <dgm:t>
        <a:bodyPr/>
        <a:lstStyle/>
        <a:p>
          <a:endParaRPr lang="en-GB"/>
        </a:p>
      </dgm:t>
    </dgm:pt>
    <dgm:pt modelId="{548D4458-7DA4-42BF-86CB-3786593BAF27}">
      <dgm:prSet custT="1"/>
      <dgm:spPr>
        <a:ln>
          <a:noFill/>
        </a:ln>
      </dgm:spPr>
      <dgm:t>
        <a:bodyPr/>
        <a:lstStyle/>
        <a:p>
          <a:pPr algn="l"/>
          <a:endParaRPr lang="en-GB" sz="1500" dirty="0"/>
        </a:p>
      </dgm:t>
    </dgm:pt>
    <dgm:pt modelId="{2D013C74-74E5-4DFB-B92E-91C1BB182B2C}" type="parTrans" cxnId="{B542F609-81FD-46D5-89CF-E3A1534847AC}">
      <dgm:prSet/>
      <dgm:spPr/>
      <dgm:t>
        <a:bodyPr/>
        <a:lstStyle/>
        <a:p>
          <a:endParaRPr lang="en-GB"/>
        </a:p>
      </dgm:t>
    </dgm:pt>
    <dgm:pt modelId="{102EBBBE-72A9-474B-A5F6-DBC6ED957DEC}" type="sibTrans" cxnId="{B542F609-81FD-46D5-89CF-E3A1534847AC}">
      <dgm:prSet/>
      <dgm:spPr/>
      <dgm:t>
        <a:bodyPr/>
        <a:lstStyle/>
        <a:p>
          <a:endParaRPr lang="en-GB"/>
        </a:p>
      </dgm:t>
    </dgm:pt>
    <dgm:pt modelId="{2F7A7128-86C4-4AA6-BDD2-C0F06335F019}">
      <dgm:prSet custT="1"/>
      <dgm:spPr>
        <a:ln>
          <a:noFill/>
        </a:ln>
      </dgm:spPr>
      <dgm:t>
        <a:bodyPr/>
        <a:lstStyle/>
        <a:p>
          <a:pPr algn="l"/>
          <a:r>
            <a:rPr lang="en-GB" sz="1500" dirty="0"/>
            <a:t>Outliers</a:t>
          </a:r>
        </a:p>
      </dgm:t>
    </dgm:pt>
    <dgm:pt modelId="{D99736A6-12EE-4BAE-87C7-CBC8D7CA2323}" type="parTrans" cxnId="{C00F8421-F747-485C-B1B5-20EB97E9EFA4}">
      <dgm:prSet/>
      <dgm:spPr/>
      <dgm:t>
        <a:bodyPr/>
        <a:lstStyle/>
        <a:p>
          <a:endParaRPr lang="en-GB"/>
        </a:p>
      </dgm:t>
    </dgm:pt>
    <dgm:pt modelId="{80D44254-ED36-4ABC-9111-50A9B5934201}" type="sibTrans" cxnId="{C00F8421-F747-485C-B1B5-20EB97E9EFA4}">
      <dgm:prSet/>
      <dgm:spPr/>
      <dgm:t>
        <a:bodyPr/>
        <a:lstStyle/>
        <a:p>
          <a:endParaRPr lang="en-GB"/>
        </a:p>
      </dgm:t>
    </dgm:pt>
    <dgm:pt modelId="{41BFD59F-BCE8-4528-89E9-3A56209A83CF}">
      <dgm:prSet custT="1"/>
      <dgm:spPr>
        <a:ln>
          <a:noFill/>
        </a:ln>
      </dgm:spPr>
      <dgm:t>
        <a:bodyPr/>
        <a:lstStyle/>
        <a:p>
          <a:r>
            <a:rPr lang="en-US" sz="1500" dirty="0"/>
            <a:t>MICE</a:t>
          </a:r>
          <a:endParaRPr lang="en-GB" sz="1500" dirty="0"/>
        </a:p>
      </dgm:t>
    </dgm:pt>
    <dgm:pt modelId="{8F617046-C929-4038-9DBA-EEA6F63BC264}" type="parTrans" cxnId="{94E13D95-EABA-4C09-B8F0-F87DC066E057}">
      <dgm:prSet/>
      <dgm:spPr/>
      <dgm:t>
        <a:bodyPr/>
        <a:lstStyle/>
        <a:p>
          <a:endParaRPr lang="en-GB"/>
        </a:p>
      </dgm:t>
    </dgm:pt>
    <dgm:pt modelId="{07400CBA-8D5C-4660-AD31-3C2719B11C77}" type="sibTrans" cxnId="{94E13D95-EABA-4C09-B8F0-F87DC066E057}">
      <dgm:prSet/>
      <dgm:spPr/>
      <dgm:t>
        <a:bodyPr/>
        <a:lstStyle/>
        <a:p>
          <a:endParaRPr lang="en-GB"/>
        </a:p>
      </dgm:t>
    </dgm:pt>
    <dgm:pt modelId="{8C50726C-E90C-4FFA-B6A0-2ED37CF63F64}" type="pres">
      <dgm:prSet presAssocID="{F0F13D87-64B0-41AD-8624-57471FE85796}" presName="Name0" presStyleCnt="0">
        <dgm:presLayoutVars>
          <dgm:dir/>
          <dgm:animLvl val="lvl"/>
          <dgm:resizeHandles val="exact"/>
        </dgm:presLayoutVars>
      </dgm:prSet>
      <dgm:spPr/>
    </dgm:pt>
    <dgm:pt modelId="{796ABD26-0390-4B39-A62D-E35ED7901557}" type="pres">
      <dgm:prSet presAssocID="{2F2A67E8-ACD9-4C73-881C-0F727D32AE95}" presName="linNode" presStyleCnt="0"/>
      <dgm:spPr/>
    </dgm:pt>
    <dgm:pt modelId="{20EFAA17-3592-4F78-AEAE-2CD118F957A5}" type="pres">
      <dgm:prSet presAssocID="{2F2A67E8-ACD9-4C73-881C-0F727D32AE95}" presName="parentText" presStyleLbl="node1" presStyleIdx="0" presStyleCnt="2" custScaleY="248226">
        <dgm:presLayoutVars>
          <dgm:chMax val="1"/>
          <dgm:bulletEnabled val="1"/>
        </dgm:presLayoutVars>
      </dgm:prSet>
      <dgm:spPr/>
    </dgm:pt>
    <dgm:pt modelId="{EFC1B403-9E6E-4411-9B69-79A1584C7937}" type="pres">
      <dgm:prSet presAssocID="{2F2A67E8-ACD9-4C73-881C-0F727D32AE95}" presName="descendantText" presStyleLbl="alignAccFollowNode1" presStyleIdx="0" presStyleCnt="2" custScaleX="139293" custScaleY="315431">
        <dgm:presLayoutVars>
          <dgm:bulletEnabled val="1"/>
        </dgm:presLayoutVars>
      </dgm:prSet>
      <dgm:spPr/>
    </dgm:pt>
    <dgm:pt modelId="{B2A8BB8D-8794-49FC-B132-74637F2E5B23}" type="pres">
      <dgm:prSet presAssocID="{7C0B296B-2A0D-4999-A0C4-2B03AA5E5374}" presName="sp" presStyleCnt="0"/>
      <dgm:spPr/>
    </dgm:pt>
    <dgm:pt modelId="{39BA3085-98BD-4984-9C38-AFDA18857722}" type="pres">
      <dgm:prSet presAssocID="{8B6C3B02-9B97-4461-849D-8C27B7EC535B}" presName="linNode" presStyleCnt="0"/>
      <dgm:spPr/>
    </dgm:pt>
    <dgm:pt modelId="{9E95D006-3A52-4C9F-915C-CE452CD5CD7D}" type="pres">
      <dgm:prSet presAssocID="{8B6C3B02-9B97-4461-849D-8C27B7EC535B}" presName="parentText" presStyleLbl="node1" presStyleIdx="1" presStyleCnt="2" custScaleY="767568">
        <dgm:presLayoutVars>
          <dgm:chMax val="1"/>
          <dgm:bulletEnabled val="1"/>
        </dgm:presLayoutVars>
      </dgm:prSet>
      <dgm:spPr/>
    </dgm:pt>
    <dgm:pt modelId="{4E062ED7-C8B7-4731-A7F1-BE128EC98711}" type="pres">
      <dgm:prSet presAssocID="{8B6C3B02-9B97-4461-849D-8C27B7EC535B}" presName="descendantText" presStyleLbl="alignAccFollowNode1" presStyleIdx="1" presStyleCnt="2" custScaleX="139293" custScaleY="965065">
        <dgm:presLayoutVars>
          <dgm:bulletEnabled val="1"/>
        </dgm:presLayoutVars>
      </dgm:prSet>
      <dgm:spPr/>
    </dgm:pt>
  </dgm:ptLst>
  <dgm:cxnLst>
    <dgm:cxn modelId="{14E21D00-452E-4C18-9C41-7960E487344B}" type="presOf" srcId="{F0F13D87-64B0-41AD-8624-57471FE85796}" destId="{8C50726C-E90C-4FFA-B6A0-2ED37CF63F64}" srcOrd="0" destOrd="0" presId="urn:microsoft.com/office/officeart/2005/8/layout/vList5"/>
    <dgm:cxn modelId="{12FE6C09-00C6-4A02-B542-575FE8B0B255}" srcId="{F0F13D87-64B0-41AD-8624-57471FE85796}" destId="{2F2A67E8-ACD9-4C73-881C-0F727D32AE95}" srcOrd="0" destOrd="0" parTransId="{A275FB55-100D-41BA-A526-40603876FD22}" sibTransId="{7C0B296B-2A0D-4999-A0C4-2B03AA5E5374}"/>
    <dgm:cxn modelId="{B542F609-81FD-46D5-89CF-E3A1534847AC}" srcId="{8B6C3B02-9B97-4461-849D-8C27B7EC535B}" destId="{548D4458-7DA4-42BF-86CB-3786593BAF27}" srcOrd="8" destOrd="0" parTransId="{2D013C74-74E5-4DFB-B92E-91C1BB182B2C}" sibTransId="{102EBBBE-72A9-474B-A5F6-DBC6ED957DEC}"/>
    <dgm:cxn modelId="{C00F8421-F747-485C-B1B5-20EB97E9EFA4}" srcId="{8B6C3B02-9B97-4461-849D-8C27B7EC535B}" destId="{2F7A7128-86C4-4AA6-BDD2-C0F06335F019}" srcOrd="7" destOrd="0" parTransId="{D99736A6-12EE-4BAE-87C7-CBC8D7CA2323}" sibTransId="{80D44254-ED36-4ABC-9111-50A9B5934201}"/>
    <dgm:cxn modelId="{EE732523-ACD9-4AD5-A411-721BE0F6D66C}" type="presOf" srcId="{A721B64A-F78D-438C-BD03-ED79A0A4204A}" destId="{4E062ED7-C8B7-4731-A7F1-BE128EC98711}" srcOrd="0" destOrd="4" presId="urn:microsoft.com/office/officeart/2005/8/layout/vList5"/>
    <dgm:cxn modelId="{146F6C26-4015-4DA9-8404-95817393F548}" srcId="{8B6C3B02-9B97-4461-849D-8C27B7EC535B}" destId="{A73C65EF-8050-4781-9786-5BD8A1480F39}" srcOrd="6" destOrd="0" parTransId="{E07FC5C9-A259-4284-BDBA-D45C46A85CC3}" sibTransId="{D4457C39-6E2F-43ED-8335-21E4513D7C66}"/>
    <dgm:cxn modelId="{8305C026-5BF9-441E-B9A2-6ED76E8FA070}" type="presOf" srcId="{A73C65EF-8050-4781-9786-5BD8A1480F39}" destId="{4E062ED7-C8B7-4731-A7F1-BE128EC98711}" srcOrd="0" destOrd="6" presId="urn:microsoft.com/office/officeart/2005/8/layout/vList5"/>
    <dgm:cxn modelId="{0DE1DA2C-C4D8-42B2-82CF-2F0B80D321AC}" type="presOf" srcId="{9859F3EE-39FB-4155-A17B-10BBAC08A1CE}" destId="{4E062ED7-C8B7-4731-A7F1-BE128EC98711}" srcOrd="0" destOrd="9" presId="urn:microsoft.com/office/officeart/2005/8/layout/vList5"/>
    <dgm:cxn modelId="{757F0432-51CC-4821-BD0B-74C4AA6C00FF}" srcId="{8B6C3B02-9B97-4461-849D-8C27B7EC535B}" destId="{F6495C03-6AD7-4361-A689-0928FC2AEC71}" srcOrd="10" destOrd="0" parTransId="{D191F338-3668-4712-8214-6BE1418556B2}" sibTransId="{AA018E8A-AF1C-47A2-A9C4-2B498C2408A7}"/>
    <dgm:cxn modelId="{2A193935-218E-4083-9D43-BAE16F4D0718}" srcId="{8B6C3B02-9B97-4461-849D-8C27B7EC535B}" destId="{EE9714C7-57A7-46DA-B827-05B4168FDFC5}" srcOrd="11" destOrd="0" parTransId="{2CC95BB5-5B79-42EB-907E-DAB5A8BA0298}" sibTransId="{22620D68-D15F-4F8C-9CB8-89D4654ECBF3}"/>
    <dgm:cxn modelId="{75AB083C-1B8F-4842-9590-26B60EB3663F}" srcId="{8B6C3B02-9B97-4461-849D-8C27B7EC535B}" destId="{9859F3EE-39FB-4155-A17B-10BBAC08A1CE}" srcOrd="9" destOrd="0" parTransId="{3B4190E0-AADF-475E-B5CB-549B6724E78A}" sibTransId="{81A30B17-09B7-4B5D-8B46-82B8627B3E24}"/>
    <dgm:cxn modelId="{02B59940-76D4-44CD-B093-5E255D8B8128}" srcId="{F0F13D87-64B0-41AD-8624-57471FE85796}" destId="{8B6C3B02-9B97-4461-849D-8C27B7EC535B}" srcOrd="1" destOrd="0" parTransId="{50481D48-BE32-402B-B97D-BE0B16A178F3}" sibTransId="{0362A28F-AA87-4D8E-9250-A7830272AD07}"/>
    <dgm:cxn modelId="{CA2E395C-B318-4E2E-AA5C-FE4919B7B26A}" type="presOf" srcId="{41BFD59F-BCE8-4528-89E9-3A56209A83CF}" destId="{EFC1B403-9E6E-4411-9B69-79A1584C7937}" srcOrd="0" destOrd="2" presId="urn:microsoft.com/office/officeart/2005/8/layout/vList5"/>
    <dgm:cxn modelId="{2115EB43-AED9-4C7C-93CF-B85E01E16247}" srcId="{2F2A67E8-ACD9-4C73-881C-0F727D32AE95}" destId="{6685804A-377E-4143-859E-8D132C381ECF}" srcOrd="1" destOrd="0" parTransId="{F5C6F6E8-45D3-4854-8B35-3294023BC47D}" sibTransId="{BF8EC071-F2DF-44DA-A21B-1A8CE3A4C61B}"/>
    <dgm:cxn modelId="{83BAAA44-D43F-4D35-8D28-FD85187C07BC}" type="presOf" srcId="{F6495C03-6AD7-4361-A689-0928FC2AEC71}" destId="{4E062ED7-C8B7-4731-A7F1-BE128EC98711}" srcOrd="0" destOrd="10" presId="urn:microsoft.com/office/officeart/2005/8/layout/vList5"/>
    <dgm:cxn modelId="{1F480846-2667-4241-9F3B-7AF9FCFFF1F3}" srcId="{8B6C3B02-9B97-4461-849D-8C27B7EC535B}" destId="{A721B64A-F78D-438C-BD03-ED79A0A4204A}" srcOrd="4" destOrd="0" parTransId="{78C91161-6F7F-4398-B89C-D80D89BC273D}" sibTransId="{94D94A6E-FBF5-4F36-B66B-5C7A69F3C861}"/>
    <dgm:cxn modelId="{608C324E-7E80-4BF4-8A54-C2C2D7187346}" type="presOf" srcId="{6685804A-377E-4143-859E-8D132C381ECF}" destId="{EFC1B403-9E6E-4411-9B69-79A1584C7937}" srcOrd="0" destOrd="1" presId="urn:microsoft.com/office/officeart/2005/8/layout/vList5"/>
    <dgm:cxn modelId="{454DAC6E-6DA6-4456-AAAB-C6BF68406A55}" type="presOf" srcId="{35BB0A4F-EA77-413C-9E84-DEBFB93A1E88}" destId="{EFC1B403-9E6E-4411-9B69-79A1584C7937}" srcOrd="0" destOrd="0" presId="urn:microsoft.com/office/officeart/2005/8/layout/vList5"/>
    <dgm:cxn modelId="{7BF0174F-4C35-49BA-9B87-409C838CA9D4}" type="presOf" srcId="{C80325A7-6A8F-44B1-B610-6BEE0FD37FF7}" destId="{4E062ED7-C8B7-4731-A7F1-BE128EC98711}" srcOrd="0" destOrd="0" presId="urn:microsoft.com/office/officeart/2005/8/layout/vList5"/>
    <dgm:cxn modelId="{E8435856-52A4-4837-AFEB-C91AB4BC5B44}" type="presOf" srcId="{8B6C3B02-9B97-4461-849D-8C27B7EC535B}" destId="{9E95D006-3A52-4C9F-915C-CE452CD5CD7D}" srcOrd="0" destOrd="0" presId="urn:microsoft.com/office/officeart/2005/8/layout/vList5"/>
    <dgm:cxn modelId="{9B9D6459-437A-4A42-9D84-8563F4490703}" srcId="{8B6C3B02-9B97-4461-849D-8C27B7EC535B}" destId="{1688AF18-54DB-407D-8233-10E50E64F3E5}" srcOrd="12" destOrd="0" parTransId="{F25CF874-0A6B-4416-8181-47F2F3C3EF9A}" sibTransId="{0DE5D095-46C2-4184-8B2C-F4298A713DBE}"/>
    <dgm:cxn modelId="{70AC627A-0D04-4D63-B275-A96E3A86E275}" type="presOf" srcId="{1688AF18-54DB-407D-8233-10E50E64F3E5}" destId="{4E062ED7-C8B7-4731-A7F1-BE128EC98711}" srcOrd="0" destOrd="12" presId="urn:microsoft.com/office/officeart/2005/8/layout/vList5"/>
    <dgm:cxn modelId="{69219F7A-A4D9-4054-AF0D-0C3689464BDD}" type="presOf" srcId="{3856962B-EAC1-4008-B520-A3E0E0F14824}" destId="{EFC1B403-9E6E-4411-9B69-79A1584C7937}" srcOrd="0" destOrd="3" presId="urn:microsoft.com/office/officeart/2005/8/layout/vList5"/>
    <dgm:cxn modelId="{E2A17C7E-3D95-41AA-9F9F-74B88C49C7E8}" srcId="{8B6C3B02-9B97-4461-849D-8C27B7EC535B}" destId="{C80325A7-6A8F-44B1-B610-6BEE0FD37FF7}" srcOrd="0" destOrd="0" parTransId="{08452F9F-4BD9-4B0C-B864-3DD8DC2A2AEE}" sibTransId="{336CBB3D-D79F-42E7-9597-B23C06F58606}"/>
    <dgm:cxn modelId="{E93DC782-50DD-4B43-A967-4FD2741569FB}" srcId="{8B6C3B02-9B97-4461-849D-8C27B7EC535B}" destId="{798C2C10-662F-4E75-A5B5-D79146484269}" srcOrd="1" destOrd="0" parTransId="{763728CA-2134-4677-A743-846554DEF5FC}" sibTransId="{062818EF-31D5-4693-AAFD-92006D82850B}"/>
    <dgm:cxn modelId="{6C6FC389-867B-4E86-A3B1-05298DAC166B}" type="presOf" srcId="{798C2C10-662F-4E75-A5B5-D79146484269}" destId="{4E062ED7-C8B7-4731-A7F1-BE128EC98711}" srcOrd="0" destOrd="1" presId="urn:microsoft.com/office/officeart/2005/8/layout/vList5"/>
    <dgm:cxn modelId="{48306590-A74B-4794-B526-E913004DC442}" type="presOf" srcId="{548D4458-7DA4-42BF-86CB-3786593BAF27}" destId="{4E062ED7-C8B7-4731-A7F1-BE128EC98711}" srcOrd="0" destOrd="8" presId="urn:microsoft.com/office/officeart/2005/8/layout/vList5"/>
    <dgm:cxn modelId="{94E13D95-EABA-4C09-B8F0-F87DC066E057}" srcId="{2F2A67E8-ACD9-4C73-881C-0F727D32AE95}" destId="{41BFD59F-BCE8-4528-89E9-3A56209A83CF}" srcOrd="2" destOrd="0" parTransId="{8F617046-C929-4038-9DBA-EEA6F63BC264}" sibTransId="{07400CBA-8D5C-4660-AD31-3C2719B11C77}"/>
    <dgm:cxn modelId="{0C2158A2-BB52-43EC-9670-EA6E9B0D6DEB}" srcId="{8B6C3B02-9B97-4461-849D-8C27B7EC535B}" destId="{234162C5-F557-440D-8194-2CBB2D4E4B54}" srcOrd="3" destOrd="0" parTransId="{BA6555F0-D897-4216-9648-02AFA7A4E6CF}" sibTransId="{59A8B4E3-45A5-4543-ACC1-40C24D025A51}"/>
    <dgm:cxn modelId="{81F09BB9-F0A8-4D26-9C8C-78D3DDFF58E4}" srcId="{8B6C3B02-9B97-4461-849D-8C27B7EC535B}" destId="{4A8BA3F3-42C0-41EA-917D-9DDF709CADEA}" srcOrd="5" destOrd="0" parTransId="{1E327B02-6FCB-40C3-BF05-CDA992C2D02D}" sibTransId="{E09862E0-6EE9-45CD-BBC4-0365F337E1F9}"/>
    <dgm:cxn modelId="{483BF8C4-DBC4-4E2A-B0F4-02F0FF1B5C8E}" type="presOf" srcId="{4A8BA3F3-42C0-41EA-917D-9DDF709CADEA}" destId="{4E062ED7-C8B7-4731-A7F1-BE128EC98711}" srcOrd="0" destOrd="5" presId="urn:microsoft.com/office/officeart/2005/8/layout/vList5"/>
    <dgm:cxn modelId="{420B62D3-FE4F-40A0-B131-C8DF3D0C141F}" srcId="{8B6C3B02-9B97-4461-849D-8C27B7EC535B}" destId="{12639EF0-BB1A-4373-80A6-973906E4B20F}" srcOrd="2" destOrd="0" parTransId="{34C1F691-A67B-43DA-AE71-CA2D5125F70E}" sibTransId="{39822BD4-F533-401C-B29B-EA82A20EF2F0}"/>
    <dgm:cxn modelId="{FE6114DA-E6B4-465B-967B-43E233EA321A}" srcId="{2F2A67E8-ACD9-4C73-881C-0F727D32AE95}" destId="{35BB0A4F-EA77-413C-9E84-DEBFB93A1E88}" srcOrd="0" destOrd="0" parTransId="{D5ED6B98-9411-4F4F-8541-4763B0D1ABCB}" sibTransId="{68D557F7-03D8-49BF-88C8-BA7F7C13F7C3}"/>
    <dgm:cxn modelId="{B13D22DA-DD85-4425-9996-67F0893F0255}" type="presOf" srcId="{234162C5-F557-440D-8194-2CBB2D4E4B54}" destId="{4E062ED7-C8B7-4731-A7F1-BE128EC98711}" srcOrd="0" destOrd="3" presId="urn:microsoft.com/office/officeart/2005/8/layout/vList5"/>
    <dgm:cxn modelId="{9DDA48DA-3C17-4B15-861D-9FB9429F1310}" type="presOf" srcId="{12639EF0-BB1A-4373-80A6-973906E4B20F}" destId="{4E062ED7-C8B7-4731-A7F1-BE128EC98711}" srcOrd="0" destOrd="2" presId="urn:microsoft.com/office/officeart/2005/8/layout/vList5"/>
    <dgm:cxn modelId="{FE501EEB-45DE-42A0-BE8D-5CA17D973E26}" type="presOf" srcId="{EE9714C7-57A7-46DA-B827-05B4168FDFC5}" destId="{4E062ED7-C8B7-4731-A7F1-BE128EC98711}" srcOrd="0" destOrd="11" presId="urn:microsoft.com/office/officeart/2005/8/layout/vList5"/>
    <dgm:cxn modelId="{E1987AED-FAC2-4A88-8949-016BDBE1E577}" type="presOf" srcId="{2F2A67E8-ACD9-4C73-881C-0F727D32AE95}" destId="{20EFAA17-3592-4F78-AEAE-2CD118F957A5}" srcOrd="0" destOrd="0" presId="urn:microsoft.com/office/officeart/2005/8/layout/vList5"/>
    <dgm:cxn modelId="{44EBCAF3-F437-48D4-A2D2-339BAEAA1051}" srcId="{2F2A67E8-ACD9-4C73-881C-0F727D32AE95}" destId="{3856962B-EAC1-4008-B520-A3E0E0F14824}" srcOrd="3" destOrd="0" parTransId="{23053E62-2C06-49F6-B7A6-62D49056C07E}" sibTransId="{C1F24D7A-1C3E-401D-A2EB-77F86B809DCA}"/>
    <dgm:cxn modelId="{CB4329F8-377A-4878-B985-8CD9D1BDC248}" type="presOf" srcId="{2F7A7128-86C4-4AA6-BDD2-C0F06335F019}" destId="{4E062ED7-C8B7-4731-A7F1-BE128EC98711}" srcOrd="0" destOrd="7" presId="urn:microsoft.com/office/officeart/2005/8/layout/vList5"/>
    <dgm:cxn modelId="{0898E643-84BC-4444-98F5-10F22C018DA9}" type="presParOf" srcId="{8C50726C-E90C-4FFA-B6A0-2ED37CF63F64}" destId="{796ABD26-0390-4B39-A62D-E35ED7901557}" srcOrd="0" destOrd="0" presId="urn:microsoft.com/office/officeart/2005/8/layout/vList5"/>
    <dgm:cxn modelId="{A671792A-35BA-44B2-8D4C-47463C93833A}" type="presParOf" srcId="{796ABD26-0390-4B39-A62D-E35ED7901557}" destId="{20EFAA17-3592-4F78-AEAE-2CD118F957A5}" srcOrd="0" destOrd="0" presId="urn:microsoft.com/office/officeart/2005/8/layout/vList5"/>
    <dgm:cxn modelId="{A8B88065-7789-42A7-A8DD-C9A8EEC873E4}" type="presParOf" srcId="{796ABD26-0390-4B39-A62D-E35ED7901557}" destId="{EFC1B403-9E6E-4411-9B69-79A1584C7937}" srcOrd="1" destOrd="0" presId="urn:microsoft.com/office/officeart/2005/8/layout/vList5"/>
    <dgm:cxn modelId="{B9547007-A460-4114-B49B-50BE53B726D4}" type="presParOf" srcId="{8C50726C-E90C-4FFA-B6A0-2ED37CF63F64}" destId="{B2A8BB8D-8794-49FC-B132-74637F2E5B23}" srcOrd="1" destOrd="0" presId="urn:microsoft.com/office/officeart/2005/8/layout/vList5"/>
    <dgm:cxn modelId="{7D8A0A3A-AE05-450B-89F7-9193E0C122F5}" type="presParOf" srcId="{8C50726C-E90C-4FFA-B6A0-2ED37CF63F64}" destId="{39BA3085-98BD-4984-9C38-AFDA18857722}" srcOrd="2" destOrd="0" presId="urn:microsoft.com/office/officeart/2005/8/layout/vList5"/>
    <dgm:cxn modelId="{290D0EFF-5378-402A-88A3-27ECFEB8310A}" type="presParOf" srcId="{39BA3085-98BD-4984-9C38-AFDA18857722}" destId="{9E95D006-3A52-4C9F-915C-CE452CD5CD7D}" srcOrd="0" destOrd="0" presId="urn:microsoft.com/office/officeart/2005/8/layout/vList5"/>
    <dgm:cxn modelId="{A2AAB46C-2AF6-40F3-8AF2-8101114694BD}" type="presParOf" srcId="{39BA3085-98BD-4984-9C38-AFDA18857722}" destId="{4E062ED7-C8B7-4731-A7F1-BE128EC98711}" srcOrd="1" destOrd="0" presId="urn:microsoft.com/office/officeart/2005/8/layout/vList5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22099B-C41C-408D-A09C-4C036F524DB3}" type="doc">
      <dgm:prSet loTypeId="urn:microsoft.com/office/officeart/2005/8/layout/vList5" loCatId="list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0EAC0EE-C5AE-4933-B9AA-7AD7020D795C}">
      <dgm:prSet/>
      <dgm:spPr>
        <a:solidFill>
          <a:schemeClr val="accent5">
            <a:lumMod val="50000"/>
          </a:schemeClr>
        </a:solidFill>
        <a:ln>
          <a:noFill/>
        </a:ln>
      </dgm:spPr>
      <dgm:t>
        <a:bodyPr/>
        <a:lstStyle/>
        <a:p>
          <a:r>
            <a:rPr lang="en-US" dirty="0"/>
            <a:t>One-Hot Encoding</a:t>
          </a:r>
          <a:endParaRPr lang="en-GB" dirty="0"/>
        </a:p>
      </dgm:t>
    </dgm:pt>
    <dgm:pt modelId="{8174DF67-FE7F-4795-B757-85B3370C1CE3}" type="parTrans" cxnId="{3AB3796F-2E92-424C-9A13-AF4195E2F1AB}">
      <dgm:prSet/>
      <dgm:spPr/>
      <dgm:t>
        <a:bodyPr/>
        <a:lstStyle/>
        <a:p>
          <a:endParaRPr lang="en-GB"/>
        </a:p>
      </dgm:t>
    </dgm:pt>
    <dgm:pt modelId="{0289585A-78F3-49AA-B471-8E5D25B437A6}" type="sibTrans" cxnId="{3AB3796F-2E92-424C-9A13-AF4195E2F1AB}">
      <dgm:prSet/>
      <dgm:spPr/>
      <dgm:t>
        <a:bodyPr/>
        <a:lstStyle/>
        <a:p>
          <a:endParaRPr lang="en-GB"/>
        </a:p>
      </dgm:t>
    </dgm:pt>
    <dgm:pt modelId="{704B54DE-7AF4-4CB4-B608-23986912A49B}">
      <dgm:prSet custT="1"/>
      <dgm:spPr>
        <a:ln>
          <a:noFill/>
        </a:ln>
      </dgm:spPr>
      <dgm:t>
        <a:bodyPr/>
        <a:lstStyle/>
        <a:p>
          <a:r>
            <a:rPr lang="en-US" sz="1500" dirty="0"/>
            <a:t>Train-Test Split (80:20)</a:t>
          </a:r>
          <a:endParaRPr lang="en-GB" sz="1500" dirty="0"/>
        </a:p>
      </dgm:t>
    </dgm:pt>
    <dgm:pt modelId="{86898E17-3847-4306-AC7A-3CF060EF52D8}" type="parTrans" cxnId="{3333F455-B39D-4AED-821C-4E64F5435C82}">
      <dgm:prSet/>
      <dgm:spPr/>
      <dgm:t>
        <a:bodyPr/>
        <a:lstStyle/>
        <a:p>
          <a:endParaRPr lang="en-GB"/>
        </a:p>
      </dgm:t>
    </dgm:pt>
    <dgm:pt modelId="{BB5425DB-06CD-4901-904A-F707F9EF7403}" type="sibTrans" cxnId="{3333F455-B39D-4AED-821C-4E64F5435C82}">
      <dgm:prSet/>
      <dgm:spPr/>
      <dgm:t>
        <a:bodyPr/>
        <a:lstStyle/>
        <a:p>
          <a:endParaRPr lang="en-GB"/>
        </a:p>
      </dgm:t>
    </dgm:pt>
    <dgm:pt modelId="{6E3DD2CD-012E-43D2-8ACA-3379650B21B2}">
      <dgm:prSet custT="1"/>
      <dgm:spPr>
        <a:ln>
          <a:noFill/>
        </a:ln>
      </dgm:spPr>
      <dgm:t>
        <a:bodyPr/>
        <a:lstStyle/>
        <a:p>
          <a:r>
            <a:rPr lang="en-US" sz="1500" dirty="0"/>
            <a:t>Random Under Sample (Imbalance)</a:t>
          </a:r>
          <a:endParaRPr lang="en-GB" sz="1500" dirty="0"/>
        </a:p>
      </dgm:t>
    </dgm:pt>
    <dgm:pt modelId="{E7111990-F433-40A4-9B1C-C207BA8CED28}" type="parTrans" cxnId="{26170C30-A4F0-4603-BB93-72F0639012D3}">
      <dgm:prSet/>
      <dgm:spPr/>
      <dgm:t>
        <a:bodyPr/>
        <a:lstStyle/>
        <a:p>
          <a:endParaRPr lang="en-GB"/>
        </a:p>
      </dgm:t>
    </dgm:pt>
    <dgm:pt modelId="{186CD722-9684-40C9-A08C-883561BE0B7B}" type="sibTrans" cxnId="{26170C30-A4F0-4603-BB93-72F0639012D3}">
      <dgm:prSet/>
      <dgm:spPr/>
      <dgm:t>
        <a:bodyPr/>
        <a:lstStyle/>
        <a:p>
          <a:endParaRPr lang="en-GB"/>
        </a:p>
      </dgm:t>
    </dgm:pt>
    <dgm:pt modelId="{ECAB65BA-2CCB-47FA-90F0-12502F7CD667}">
      <dgm:prSet/>
      <dgm:spPr>
        <a:solidFill>
          <a:schemeClr val="accent5">
            <a:lumMod val="50000"/>
          </a:schemeClr>
        </a:solidFill>
        <a:ln>
          <a:noFill/>
        </a:ln>
      </dgm:spPr>
      <dgm:t>
        <a:bodyPr/>
        <a:lstStyle/>
        <a:p>
          <a:r>
            <a:rPr lang="en-US" b="0" dirty="0"/>
            <a:t>Statistical Analysis</a:t>
          </a:r>
          <a:endParaRPr lang="en-GB" dirty="0"/>
        </a:p>
      </dgm:t>
    </dgm:pt>
    <dgm:pt modelId="{2912F7AE-6121-4AE1-8137-BCE86CA0E436}" type="parTrans" cxnId="{C172C7F5-BA9C-4BB9-8259-F4B1498BFE88}">
      <dgm:prSet/>
      <dgm:spPr/>
      <dgm:t>
        <a:bodyPr/>
        <a:lstStyle/>
        <a:p>
          <a:endParaRPr lang="en-GB"/>
        </a:p>
      </dgm:t>
    </dgm:pt>
    <dgm:pt modelId="{913F1ADE-97C3-454B-ACCF-AFAA92708741}" type="sibTrans" cxnId="{C172C7F5-BA9C-4BB9-8259-F4B1498BFE88}">
      <dgm:prSet/>
      <dgm:spPr/>
      <dgm:t>
        <a:bodyPr/>
        <a:lstStyle/>
        <a:p>
          <a:endParaRPr lang="en-GB"/>
        </a:p>
      </dgm:t>
    </dgm:pt>
    <dgm:pt modelId="{E255CFCF-58F1-4D1D-9D3C-4D9466A42ED1}">
      <dgm:prSet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500" b="1" dirty="0"/>
            <a:t>Classic Models</a:t>
          </a:r>
          <a:endParaRPr lang="en-GB" sz="1500" dirty="0"/>
        </a:p>
      </dgm:t>
    </dgm:pt>
    <dgm:pt modelId="{D4567D44-B2D2-4B04-A7A1-6AF865C73C4A}" type="parTrans" cxnId="{29DB4060-509E-4160-8C51-6A07475B6A14}">
      <dgm:prSet/>
      <dgm:spPr/>
      <dgm:t>
        <a:bodyPr/>
        <a:lstStyle/>
        <a:p>
          <a:endParaRPr lang="en-GB"/>
        </a:p>
      </dgm:t>
    </dgm:pt>
    <dgm:pt modelId="{A2D4B6A7-7220-4275-865D-CA29B37B1897}" type="sibTrans" cxnId="{29DB4060-509E-4160-8C51-6A07475B6A14}">
      <dgm:prSet/>
      <dgm:spPr/>
      <dgm:t>
        <a:bodyPr/>
        <a:lstStyle/>
        <a:p>
          <a:endParaRPr lang="en-GB"/>
        </a:p>
      </dgm:t>
    </dgm:pt>
    <dgm:pt modelId="{B0600B66-B46F-40B6-8B17-B8524682865A}">
      <dgm:prSet custT="1"/>
      <dgm:spPr>
        <a:ln>
          <a:noFill/>
        </a:ln>
      </dgm:spPr>
      <dgm:t>
        <a:bodyPr/>
        <a:lstStyle/>
        <a:p>
          <a:r>
            <a:rPr lang="en-US" sz="1500" dirty="0"/>
            <a:t>Logistic, LDA, QDA </a:t>
          </a:r>
          <a:endParaRPr lang="en-GB" sz="1500" dirty="0"/>
        </a:p>
      </dgm:t>
    </dgm:pt>
    <dgm:pt modelId="{22ADC9B3-F73C-4C97-B245-1C25F345F061}" type="parTrans" cxnId="{CBEB297C-89C9-42B3-981E-CABC46858287}">
      <dgm:prSet/>
      <dgm:spPr/>
      <dgm:t>
        <a:bodyPr/>
        <a:lstStyle/>
        <a:p>
          <a:endParaRPr lang="en-GB"/>
        </a:p>
      </dgm:t>
    </dgm:pt>
    <dgm:pt modelId="{DFFAB384-9D2D-4C6F-8231-975AEACB606A}" type="sibTrans" cxnId="{CBEB297C-89C9-42B3-981E-CABC46858287}">
      <dgm:prSet/>
      <dgm:spPr/>
      <dgm:t>
        <a:bodyPr/>
        <a:lstStyle/>
        <a:p>
          <a:endParaRPr lang="en-GB"/>
        </a:p>
      </dgm:t>
    </dgm:pt>
    <dgm:pt modelId="{176F5F4A-EC9C-4A9A-886D-E7B8DA9A977B}">
      <dgm:prSet/>
      <dgm:spPr>
        <a:solidFill>
          <a:schemeClr val="accent5">
            <a:lumMod val="50000"/>
          </a:schemeClr>
        </a:solidFill>
        <a:ln>
          <a:noFill/>
        </a:ln>
      </dgm:spPr>
      <dgm:t>
        <a:bodyPr/>
        <a:lstStyle/>
        <a:p>
          <a:r>
            <a:rPr lang="en-US" b="0"/>
            <a:t>HPO </a:t>
          </a:r>
          <a:endParaRPr lang="en-GB"/>
        </a:p>
      </dgm:t>
    </dgm:pt>
    <dgm:pt modelId="{507B2ADD-1299-4FC5-A02E-D9E831F22E5F}" type="parTrans" cxnId="{8BA41B2C-ACE4-4D43-B8F5-B2FFB50C49BF}">
      <dgm:prSet/>
      <dgm:spPr/>
      <dgm:t>
        <a:bodyPr/>
        <a:lstStyle/>
        <a:p>
          <a:endParaRPr lang="en-GB"/>
        </a:p>
      </dgm:t>
    </dgm:pt>
    <dgm:pt modelId="{CD50DE0E-D864-4AB9-B284-17D4E0D146EA}" type="sibTrans" cxnId="{8BA41B2C-ACE4-4D43-B8F5-B2FFB50C49BF}">
      <dgm:prSet/>
      <dgm:spPr/>
      <dgm:t>
        <a:bodyPr/>
        <a:lstStyle/>
        <a:p>
          <a:endParaRPr lang="en-GB"/>
        </a:p>
      </dgm:t>
    </dgm:pt>
    <dgm:pt modelId="{B5A5478C-0343-4268-BCA9-21C859FD435A}">
      <dgm:prSet custT="1"/>
      <dgm:spPr>
        <a:ln>
          <a:noFill/>
        </a:ln>
      </dgm:spPr>
      <dgm:t>
        <a:bodyPr/>
        <a:lstStyle/>
        <a:p>
          <a:r>
            <a:rPr lang="en-US" sz="1500" dirty="0"/>
            <a:t>GridSearchCV</a:t>
          </a:r>
          <a:endParaRPr lang="en-GB" sz="1500" dirty="0"/>
        </a:p>
      </dgm:t>
    </dgm:pt>
    <dgm:pt modelId="{93F7AD26-2974-4D96-B707-9534BC42BA9C}" type="parTrans" cxnId="{042E20AD-4D35-41C8-A7AA-E75C9DA3F1F5}">
      <dgm:prSet/>
      <dgm:spPr/>
      <dgm:t>
        <a:bodyPr/>
        <a:lstStyle/>
        <a:p>
          <a:endParaRPr lang="en-GB"/>
        </a:p>
      </dgm:t>
    </dgm:pt>
    <dgm:pt modelId="{813128D8-D87A-4AA3-A069-80A4FC9CD7B4}" type="sibTrans" cxnId="{042E20AD-4D35-41C8-A7AA-E75C9DA3F1F5}">
      <dgm:prSet/>
      <dgm:spPr/>
      <dgm:t>
        <a:bodyPr/>
        <a:lstStyle/>
        <a:p>
          <a:endParaRPr lang="en-GB"/>
        </a:p>
      </dgm:t>
    </dgm:pt>
    <dgm:pt modelId="{F12D6B66-34DC-4337-B102-DB57C2339F09}">
      <dgm:prSet custT="1"/>
      <dgm:spPr>
        <a:ln>
          <a:noFill/>
        </a:ln>
      </dgm:spPr>
      <dgm:t>
        <a:bodyPr/>
        <a:lstStyle/>
        <a:p>
          <a:r>
            <a:rPr lang="en-US" sz="1500" dirty="0"/>
            <a:t>5 K-Fold CV</a:t>
          </a:r>
          <a:endParaRPr lang="en-GB" sz="1500" dirty="0"/>
        </a:p>
      </dgm:t>
    </dgm:pt>
    <dgm:pt modelId="{40748F3D-EEE0-47AA-B0DE-427980EA5578}" type="parTrans" cxnId="{E81AA497-6888-4180-AE35-3749BCB5485A}">
      <dgm:prSet/>
      <dgm:spPr/>
      <dgm:t>
        <a:bodyPr/>
        <a:lstStyle/>
        <a:p>
          <a:endParaRPr lang="en-GB"/>
        </a:p>
      </dgm:t>
    </dgm:pt>
    <dgm:pt modelId="{7793A5FF-AE58-45EF-8124-611C104F08B3}" type="sibTrans" cxnId="{E81AA497-6888-4180-AE35-3749BCB5485A}">
      <dgm:prSet/>
      <dgm:spPr/>
      <dgm:t>
        <a:bodyPr/>
        <a:lstStyle/>
        <a:p>
          <a:endParaRPr lang="en-GB"/>
        </a:p>
      </dgm:t>
    </dgm:pt>
    <dgm:pt modelId="{9B2B852C-EAA3-47DA-A8FA-B03219776D86}">
      <dgm:prSet/>
      <dgm:spPr>
        <a:solidFill>
          <a:schemeClr val="accent5">
            <a:lumMod val="50000"/>
          </a:schemeClr>
        </a:solidFill>
        <a:ln>
          <a:noFill/>
        </a:ln>
      </dgm:spPr>
      <dgm:t>
        <a:bodyPr/>
        <a:lstStyle/>
        <a:p>
          <a:r>
            <a:rPr lang="en-GB" dirty="0"/>
            <a:t>Test Set Model Evaluation</a:t>
          </a:r>
          <a:r>
            <a:rPr lang="en-US" dirty="0"/>
            <a:t>/Interpret</a:t>
          </a:r>
          <a:endParaRPr lang="en-GB" dirty="0"/>
        </a:p>
      </dgm:t>
    </dgm:pt>
    <dgm:pt modelId="{3946658C-70C2-415C-B4E6-80B0DF88B1D8}" type="parTrans" cxnId="{CB6C10B6-1A65-433E-8634-E3ED426DEB18}">
      <dgm:prSet/>
      <dgm:spPr/>
      <dgm:t>
        <a:bodyPr/>
        <a:lstStyle/>
        <a:p>
          <a:endParaRPr lang="en-GB"/>
        </a:p>
      </dgm:t>
    </dgm:pt>
    <dgm:pt modelId="{A162B4E3-799D-41D8-91A4-BDB9FDF5E130}" type="sibTrans" cxnId="{CB6C10B6-1A65-433E-8634-E3ED426DEB18}">
      <dgm:prSet/>
      <dgm:spPr/>
      <dgm:t>
        <a:bodyPr/>
        <a:lstStyle/>
        <a:p>
          <a:endParaRPr lang="en-GB"/>
        </a:p>
      </dgm:t>
    </dgm:pt>
    <dgm:pt modelId="{8FEAD5E4-97D6-4CFC-86B6-A26A7F729487}">
      <dgm:prSet custT="1"/>
      <dgm:spPr>
        <a:ln>
          <a:noFill/>
        </a:ln>
      </dgm:spPr>
      <dgm:t>
        <a:bodyPr/>
        <a:lstStyle/>
        <a:p>
          <a:r>
            <a:rPr lang="en-US" sz="1500" dirty="0"/>
            <a:t>Confusion Matrix </a:t>
          </a:r>
          <a:endParaRPr lang="en-GB" sz="1500" dirty="0"/>
        </a:p>
      </dgm:t>
    </dgm:pt>
    <dgm:pt modelId="{79A9F14D-A3ED-4594-8BCB-FA0AB1F22C96}" type="parTrans" cxnId="{1045AA96-17ED-4DD0-BD8D-9C971F9C32A1}">
      <dgm:prSet/>
      <dgm:spPr/>
      <dgm:t>
        <a:bodyPr/>
        <a:lstStyle/>
        <a:p>
          <a:endParaRPr lang="en-GB"/>
        </a:p>
      </dgm:t>
    </dgm:pt>
    <dgm:pt modelId="{3FAC9D0B-7ECA-4A8A-BCE0-B4F9BFCD4956}" type="sibTrans" cxnId="{1045AA96-17ED-4DD0-BD8D-9C971F9C32A1}">
      <dgm:prSet/>
      <dgm:spPr/>
      <dgm:t>
        <a:bodyPr/>
        <a:lstStyle/>
        <a:p>
          <a:endParaRPr lang="en-GB"/>
        </a:p>
      </dgm:t>
    </dgm:pt>
    <dgm:pt modelId="{7A0E02F4-3F9C-4069-925A-EB6E3A3FA1FE}">
      <dgm:prSet custT="1"/>
      <dgm:spPr>
        <a:ln>
          <a:noFill/>
        </a:ln>
      </dgm:spPr>
      <dgm:t>
        <a:bodyPr/>
        <a:lstStyle/>
        <a:p>
          <a:r>
            <a:rPr lang="en-US" sz="1500" dirty="0"/>
            <a:t>ROC/PR Curves</a:t>
          </a:r>
          <a:endParaRPr lang="en-GB" sz="1500" dirty="0"/>
        </a:p>
      </dgm:t>
    </dgm:pt>
    <dgm:pt modelId="{16581E5A-6559-4A62-ADB0-3D7817190D88}" type="parTrans" cxnId="{7788635E-6D07-433D-963A-EB3919C119B1}">
      <dgm:prSet/>
      <dgm:spPr/>
      <dgm:t>
        <a:bodyPr/>
        <a:lstStyle/>
        <a:p>
          <a:endParaRPr lang="en-GB"/>
        </a:p>
      </dgm:t>
    </dgm:pt>
    <dgm:pt modelId="{67C68DA8-3D32-4CC9-BF17-1F95B3AFB9A4}" type="sibTrans" cxnId="{7788635E-6D07-433D-963A-EB3919C119B1}">
      <dgm:prSet/>
      <dgm:spPr/>
      <dgm:t>
        <a:bodyPr/>
        <a:lstStyle/>
        <a:p>
          <a:endParaRPr lang="en-GB"/>
        </a:p>
      </dgm:t>
    </dgm:pt>
    <dgm:pt modelId="{503EAE3D-96D0-4506-927D-E29AFB79DDB1}">
      <dgm:prSet custT="1"/>
      <dgm:spPr>
        <a:ln>
          <a:noFill/>
        </a:ln>
      </dgm:spPr>
      <dgm:t>
        <a:bodyPr/>
        <a:lstStyle/>
        <a:p>
          <a:r>
            <a:rPr lang="en-US" sz="1500" dirty="0"/>
            <a:t>SHAP plots </a:t>
          </a:r>
          <a:endParaRPr lang="en-GB" sz="1500" dirty="0"/>
        </a:p>
      </dgm:t>
    </dgm:pt>
    <dgm:pt modelId="{75349F84-9403-4094-9747-DEE4BDD05D01}" type="parTrans" cxnId="{7E97E324-EC2D-43FD-A738-CBFB8E3DADE6}">
      <dgm:prSet/>
      <dgm:spPr/>
      <dgm:t>
        <a:bodyPr/>
        <a:lstStyle/>
        <a:p>
          <a:endParaRPr lang="en-GB"/>
        </a:p>
      </dgm:t>
    </dgm:pt>
    <dgm:pt modelId="{36B9A918-6F76-4E21-9920-310D0C04E18D}" type="sibTrans" cxnId="{7E97E324-EC2D-43FD-A738-CBFB8E3DADE6}">
      <dgm:prSet/>
      <dgm:spPr/>
      <dgm:t>
        <a:bodyPr/>
        <a:lstStyle/>
        <a:p>
          <a:endParaRPr lang="en-GB"/>
        </a:p>
      </dgm:t>
    </dgm:pt>
    <dgm:pt modelId="{E391617A-E7DD-4FDF-991D-6D6E54481043}">
      <dgm:prSet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500" b="1" dirty="0"/>
            <a:t>ML models</a:t>
          </a:r>
          <a:endParaRPr lang="en-GB" sz="1500" b="1" dirty="0"/>
        </a:p>
      </dgm:t>
    </dgm:pt>
    <dgm:pt modelId="{811190BA-A7C5-40B1-8A62-0B54277ED2D9}" type="parTrans" cxnId="{7E557EE5-11AD-4DAB-B47D-1CAED87697B7}">
      <dgm:prSet/>
      <dgm:spPr/>
      <dgm:t>
        <a:bodyPr/>
        <a:lstStyle/>
        <a:p>
          <a:endParaRPr lang="en-GB"/>
        </a:p>
      </dgm:t>
    </dgm:pt>
    <dgm:pt modelId="{EE31202E-F616-42EE-8D41-21C266B68DBD}" type="sibTrans" cxnId="{7E557EE5-11AD-4DAB-B47D-1CAED87697B7}">
      <dgm:prSet/>
      <dgm:spPr/>
      <dgm:t>
        <a:bodyPr/>
        <a:lstStyle/>
        <a:p>
          <a:endParaRPr lang="en-GB"/>
        </a:p>
      </dgm:t>
    </dgm:pt>
    <dgm:pt modelId="{7EC0B3D7-4F99-4B43-900F-0EE1BB80704F}">
      <dgm:prSet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500" b="0" dirty="0"/>
            <a:t>KNN. SVC</a:t>
          </a:r>
          <a:endParaRPr lang="en-GB" sz="1500" b="0" dirty="0"/>
        </a:p>
      </dgm:t>
    </dgm:pt>
    <dgm:pt modelId="{2ECE73DB-4FB7-45D3-ACF3-6AEC7D12A1DC}" type="parTrans" cxnId="{0E762CC9-9155-4F9C-AA67-0ACBD93362FE}">
      <dgm:prSet/>
      <dgm:spPr/>
      <dgm:t>
        <a:bodyPr/>
        <a:lstStyle/>
        <a:p>
          <a:endParaRPr lang="en-GB"/>
        </a:p>
      </dgm:t>
    </dgm:pt>
    <dgm:pt modelId="{519BF972-AFD4-4E7B-9058-BB2DC2DFB29E}" type="sibTrans" cxnId="{0E762CC9-9155-4F9C-AA67-0ACBD93362FE}">
      <dgm:prSet/>
      <dgm:spPr/>
      <dgm:t>
        <a:bodyPr/>
        <a:lstStyle/>
        <a:p>
          <a:endParaRPr lang="en-GB"/>
        </a:p>
      </dgm:t>
    </dgm:pt>
    <dgm:pt modelId="{C32467F7-3CE0-41DE-9C17-257A098FFAFC}">
      <dgm:prSet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500" b="0" dirty="0"/>
            <a:t>Random Forest</a:t>
          </a:r>
        </a:p>
      </dgm:t>
    </dgm:pt>
    <dgm:pt modelId="{11AF158F-FB67-423E-9A07-D8CCB8504FDD}" type="parTrans" cxnId="{02E2B05E-C6B0-45E8-B85D-A5DAFC8E4B8C}">
      <dgm:prSet/>
      <dgm:spPr/>
      <dgm:t>
        <a:bodyPr/>
        <a:lstStyle/>
        <a:p>
          <a:endParaRPr lang="en-GB"/>
        </a:p>
      </dgm:t>
    </dgm:pt>
    <dgm:pt modelId="{2DA9250D-3D9F-4B39-B0F5-74DCDAED2A8B}" type="sibTrans" cxnId="{02E2B05E-C6B0-45E8-B85D-A5DAFC8E4B8C}">
      <dgm:prSet/>
      <dgm:spPr/>
      <dgm:t>
        <a:bodyPr/>
        <a:lstStyle/>
        <a:p>
          <a:endParaRPr lang="en-GB"/>
        </a:p>
      </dgm:t>
    </dgm:pt>
    <dgm:pt modelId="{C17AEEAA-6BF3-4E08-B01D-1AF2529D908A}">
      <dgm:prSet custT="1"/>
      <dgm:spPr>
        <a:ln>
          <a:noFill/>
        </a:ln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500" b="0" dirty="0"/>
            <a:t>Grad.Boosting, XGBoost, LightBoost</a:t>
          </a:r>
        </a:p>
      </dgm:t>
    </dgm:pt>
    <dgm:pt modelId="{76262691-2D34-4904-8849-FB15ABAE9BE6}" type="parTrans" cxnId="{D18816A2-C861-4B11-ADAC-D7DD319C1BDA}">
      <dgm:prSet/>
      <dgm:spPr/>
      <dgm:t>
        <a:bodyPr/>
        <a:lstStyle/>
        <a:p>
          <a:endParaRPr lang="en-GB"/>
        </a:p>
      </dgm:t>
    </dgm:pt>
    <dgm:pt modelId="{5D2B15A5-D1C4-4698-B821-B67BBF8BC8F3}" type="sibTrans" cxnId="{D18816A2-C861-4B11-ADAC-D7DD319C1BDA}">
      <dgm:prSet/>
      <dgm:spPr/>
      <dgm:t>
        <a:bodyPr/>
        <a:lstStyle/>
        <a:p>
          <a:endParaRPr lang="en-GB"/>
        </a:p>
      </dgm:t>
    </dgm:pt>
    <dgm:pt modelId="{775A0E56-45E5-4F2F-8BB2-03888CBCA43E}">
      <dgm:prSet/>
      <dgm:spPr>
        <a:solidFill>
          <a:schemeClr val="accent5">
            <a:lumMod val="50000"/>
          </a:schemeClr>
        </a:solidFill>
        <a:ln>
          <a:noFill/>
        </a:ln>
      </dgm:spPr>
      <dgm:t>
        <a:bodyPr/>
        <a:lstStyle/>
        <a:p>
          <a:r>
            <a:rPr lang="en-US" b="0" dirty="0"/>
            <a:t>Dataset Split</a:t>
          </a:r>
          <a:endParaRPr lang="en-GB" dirty="0"/>
        </a:p>
      </dgm:t>
    </dgm:pt>
    <dgm:pt modelId="{435288A5-F6CE-47E8-951A-05C1FF468197}" type="parTrans" cxnId="{772BDE93-0E67-4E29-9A9E-76D1DE8EBCD3}">
      <dgm:prSet/>
      <dgm:spPr/>
      <dgm:t>
        <a:bodyPr/>
        <a:lstStyle/>
        <a:p>
          <a:endParaRPr lang="en-GB"/>
        </a:p>
      </dgm:t>
    </dgm:pt>
    <dgm:pt modelId="{03F7510F-F2F3-43D0-838E-585D1B2AF568}" type="sibTrans" cxnId="{772BDE93-0E67-4E29-9A9E-76D1DE8EBCD3}">
      <dgm:prSet/>
      <dgm:spPr/>
      <dgm:t>
        <a:bodyPr/>
        <a:lstStyle/>
        <a:p>
          <a:endParaRPr lang="en-GB"/>
        </a:p>
      </dgm:t>
    </dgm:pt>
    <dgm:pt modelId="{35F4F4C7-D747-40EE-878A-7A3383C1A93F}">
      <dgm:prSet custT="1"/>
      <dgm:spPr>
        <a:solidFill>
          <a:srgbClr val="CCD2D8"/>
        </a:solidFill>
        <a:ln>
          <a:noFill/>
        </a:ln>
      </dgm:spPr>
      <dgm:t>
        <a:bodyPr/>
        <a:lstStyle/>
        <a:p>
          <a:r>
            <a:rPr lang="en-US" sz="1500" dirty="0"/>
            <a:t>Completed = 0, Terminated = 1</a:t>
          </a:r>
          <a:endParaRPr lang="en-GB" sz="1500" dirty="0"/>
        </a:p>
      </dgm:t>
    </dgm:pt>
    <dgm:pt modelId="{5A611E99-E21D-41E0-9792-E30DB4A9BB73}" type="sibTrans" cxnId="{262DBA01-3F70-44B9-B41E-F412ED6AEDBC}">
      <dgm:prSet/>
      <dgm:spPr/>
      <dgm:t>
        <a:bodyPr/>
        <a:lstStyle/>
        <a:p>
          <a:endParaRPr lang="en-GB"/>
        </a:p>
      </dgm:t>
    </dgm:pt>
    <dgm:pt modelId="{E43B2B4B-D73F-4B37-BA43-D00E2E7314CE}" type="parTrans" cxnId="{262DBA01-3F70-44B9-B41E-F412ED6AEDBC}">
      <dgm:prSet/>
      <dgm:spPr/>
      <dgm:t>
        <a:bodyPr/>
        <a:lstStyle/>
        <a:p>
          <a:endParaRPr lang="en-GB"/>
        </a:p>
      </dgm:t>
    </dgm:pt>
    <dgm:pt modelId="{304A9991-7FB4-48A4-BB91-2DABD1469E68}">
      <dgm:prSet custT="1"/>
      <dgm:spPr>
        <a:ln>
          <a:noFill/>
        </a:ln>
      </dgm:spPr>
      <dgm:t>
        <a:bodyPr/>
        <a:lstStyle/>
        <a:p>
          <a:r>
            <a:rPr lang="en-US" sz="1500" dirty="0"/>
            <a:t>Accuracy Report (MCC, BA)</a:t>
          </a:r>
          <a:endParaRPr lang="en-GB" sz="1500" dirty="0"/>
        </a:p>
      </dgm:t>
    </dgm:pt>
    <dgm:pt modelId="{F6889F92-41C4-4015-A0A2-747B53826000}" type="parTrans" cxnId="{0C460555-F151-46B2-BF2B-C166C8A02639}">
      <dgm:prSet/>
      <dgm:spPr/>
      <dgm:t>
        <a:bodyPr/>
        <a:lstStyle/>
        <a:p>
          <a:endParaRPr lang="en-GB"/>
        </a:p>
      </dgm:t>
    </dgm:pt>
    <dgm:pt modelId="{C4D119A4-A99D-4323-8621-917B74BD0C9A}" type="sibTrans" cxnId="{0C460555-F151-46B2-BF2B-C166C8A02639}">
      <dgm:prSet/>
      <dgm:spPr/>
      <dgm:t>
        <a:bodyPr/>
        <a:lstStyle/>
        <a:p>
          <a:endParaRPr lang="en-GB"/>
        </a:p>
      </dgm:t>
    </dgm:pt>
    <dgm:pt modelId="{BB81C3B5-2314-4785-9328-D1AE6AE2D613}">
      <dgm:prSet custT="1"/>
      <dgm:spPr>
        <a:ln>
          <a:noFill/>
        </a:ln>
      </dgm:spPr>
      <dgm:t>
        <a:bodyPr/>
        <a:lstStyle/>
        <a:p>
          <a:r>
            <a:rPr lang="en-US" sz="1500" dirty="0"/>
            <a:t>Min-Max Scaler</a:t>
          </a:r>
          <a:endParaRPr lang="en-GB" sz="1500" dirty="0"/>
        </a:p>
      </dgm:t>
    </dgm:pt>
    <dgm:pt modelId="{A050DE7A-6549-4CAE-857C-D90ADECF5A68}" type="parTrans" cxnId="{D1968A85-9847-47EC-AB41-2BD8CA92798B}">
      <dgm:prSet/>
      <dgm:spPr/>
      <dgm:t>
        <a:bodyPr/>
        <a:lstStyle/>
        <a:p>
          <a:endParaRPr lang="en-GB"/>
        </a:p>
      </dgm:t>
    </dgm:pt>
    <dgm:pt modelId="{87F311EB-1BD1-485C-8B14-143C4767ABB4}" type="sibTrans" cxnId="{D1968A85-9847-47EC-AB41-2BD8CA92798B}">
      <dgm:prSet/>
      <dgm:spPr/>
      <dgm:t>
        <a:bodyPr/>
        <a:lstStyle/>
        <a:p>
          <a:endParaRPr lang="en-GB"/>
        </a:p>
      </dgm:t>
    </dgm:pt>
    <dgm:pt modelId="{685943C9-8272-4FDD-92D1-BD463F4484C1}">
      <dgm:prSet custT="1"/>
      <dgm:spPr>
        <a:ln>
          <a:noFill/>
        </a:ln>
      </dgm:spPr>
      <dgm:t>
        <a:bodyPr/>
        <a:lstStyle/>
        <a:p>
          <a:r>
            <a:rPr lang="en-US" sz="1500" dirty="0"/>
            <a:t>VIF</a:t>
          </a:r>
          <a:endParaRPr lang="en-GB" sz="1500" dirty="0"/>
        </a:p>
      </dgm:t>
    </dgm:pt>
    <dgm:pt modelId="{145BAE05-C89D-41CB-A7CC-B1804696510A}" type="parTrans" cxnId="{9A1DFDFF-8F08-43BF-B4F8-5A7E67284CD6}">
      <dgm:prSet/>
      <dgm:spPr/>
      <dgm:t>
        <a:bodyPr/>
        <a:lstStyle/>
        <a:p>
          <a:endParaRPr lang="en-GB"/>
        </a:p>
      </dgm:t>
    </dgm:pt>
    <dgm:pt modelId="{81A2362E-F051-4A5C-937C-C29D68FD3C4D}" type="sibTrans" cxnId="{9A1DFDFF-8F08-43BF-B4F8-5A7E67284CD6}">
      <dgm:prSet/>
      <dgm:spPr/>
      <dgm:t>
        <a:bodyPr/>
        <a:lstStyle/>
        <a:p>
          <a:endParaRPr lang="en-GB"/>
        </a:p>
      </dgm:t>
    </dgm:pt>
    <dgm:pt modelId="{07638703-1C65-454E-AA9A-E84CCA6DD2B5}" type="pres">
      <dgm:prSet presAssocID="{7622099B-C41C-408D-A09C-4C036F524DB3}" presName="Name0" presStyleCnt="0">
        <dgm:presLayoutVars>
          <dgm:dir/>
          <dgm:animLvl val="lvl"/>
          <dgm:resizeHandles val="exact"/>
        </dgm:presLayoutVars>
      </dgm:prSet>
      <dgm:spPr/>
    </dgm:pt>
    <dgm:pt modelId="{B6902EAA-8BF8-45C4-B924-C9485753A1BF}" type="pres">
      <dgm:prSet presAssocID="{80EAC0EE-C5AE-4933-B9AA-7AD7020D795C}" presName="linNode" presStyleCnt="0"/>
      <dgm:spPr/>
    </dgm:pt>
    <dgm:pt modelId="{48CB45E5-79AD-4179-ABE2-58D4594A1DDA}" type="pres">
      <dgm:prSet presAssocID="{80EAC0EE-C5AE-4933-B9AA-7AD7020D795C}" presName="parentText" presStyleLbl="node1" presStyleIdx="0" presStyleCnt="5" custLinFactNeighborX="54" custLinFactNeighborY="-405">
        <dgm:presLayoutVars>
          <dgm:chMax val="1"/>
          <dgm:bulletEnabled val="1"/>
        </dgm:presLayoutVars>
      </dgm:prSet>
      <dgm:spPr/>
    </dgm:pt>
    <dgm:pt modelId="{C6BB41D9-E81B-4360-A83F-7686DB121D4E}" type="pres">
      <dgm:prSet presAssocID="{80EAC0EE-C5AE-4933-B9AA-7AD7020D795C}" presName="descendantText" presStyleLbl="alignAccFollowNode1" presStyleIdx="0" presStyleCnt="5" custScaleY="119717">
        <dgm:presLayoutVars>
          <dgm:bulletEnabled val="1"/>
        </dgm:presLayoutVars>
      </dgm:prSet>
      <dgm:spPr/>
    </dgm:pt>
    <dgm:pt modelId="{D0F9A51E-B36E-4472-819B-B68ABF31D508}" type="pres">
      <dgm:prSet presAssocID="{0289585A-78F3-49AA-B471-8E5D25B437A6}" presName="sp" presStyleCnt="0"/>
      <dgm:spPr/>
    </dgm:pt>
    <dgm:pt modelId="{69D6229C-2310-446D-8FD1-0257F136FF2D}" type="pres">
      <dgm:prSet presAssocID="{775A0E56-45E5-4F2F-8BB2-03888CBCA43E}" presName="linNode" presStyleCnt="0"/>
      <dgm:spPr/>
    </dgm:pt>
    <dgm:pt modelId="{EAB654AF-3E2D-4818-B670-E9647EFD3FB1}" type="pres">
      <dgm:prSet presAssocID="{775A0E56-45E5-4F2F-8BB2-03888CBCA43E}" presName="parentText" presStyleLbl="node1" presStyleIdx="1" presStyleCnt="5" custScaleY="133856" custLinFactNeighborX="54" custLinFactNeighborY="-405">
        <dgm:presLayoutVars>
          <dgm:chMax val="1"/>
          <dgm:bulletEnabled val="1"/>
        </dgm:presLayoutVars>
      </dgm:prSet>
      <dgm:spPr/>
    </dgm:pt>
    <dgm:pt modelId="{45F4CA9F-B6AE-440A-846E-C46613653CA3}" type="pres">
      <dgm:prSet presAssocID="{775A0E56-45E5-4F2F-8BB2-03888CBCA43E}" presName="descendantText" presStyleLbl="alignAccFollowNode1" presStyleIdx="1" presStyleCnt="5" custScaleY="183056">
        <dgm:presLayoutVars>
          <dgm:bulletEnabled val="1"/>
        </dgm:presLayoutVars>
      </dgm:prSet>
      <dgm:spPr/>
    </dgm:pt>
    <dgm:pt modelId="{E079E6E4-62C9-4B40-93DF-896BC543B0E0}" type="pres">
      <dgm:prSet presAssocID="{03F7510F-F2F3-43D0-838E-585D1B2AF568}" presName="sp" presStyleCnt="0"/>
      <dgm:spPr/>
    </dgm:pt>
    <dgm:pt modelId="{39736F16-8CC0-4F23-BF01-E3FA2D1FD403}" type="pres">
      <dgm:prSet presAssocID="{ECAB65BA-2CCB-47FA-90F0-12502F7CD667}" presName="linNode" presStyleCnt="0"/>
      <dgm:spPr/>
    </dgm:pt>
    <dgm:pt modelId="{347B65B5-D951-4BD4-80BE-FAE3D7D0B395}" type="pres">
      <dgm:prSet presAssocID="{ECAB65BA-2CCB-47FA-90F0-12502F7CD667}" presName="parentText" presStyleLbl="node1" presStyleIdx="2" presStyleCnt="5" custScaleY="246265" custLinFactNeighborX="54" custLinFactNeighborY="-405">
        <dgm:presLayoutVars>
          <dgm:chMax val="1"/>
          <dgm:bulletEnabled val="1"/>
        </dgm:presLayoutVars>
      </dgm:prSet>
      <dgm:spPr/>
    </dgm:pt>
    <dgm:pt modelId="{528CCE5E-2722-4EFC-B855-9221185C70A7}" type="pres">
      <dgm:prSet presAssocID="{ECAB65BA-2CCB-47FA-90F0-12502F7CD667}" presName="descendantText" presStyleLbl="alignAccFollowNode1" presStyleIdx="2" presStyleCnt="5" custScaleY="299256">
        <dgm:presLayoutVars>
          <dgm:bulletEnabled val="1"/>
        </dgm:presLayoutVars>
      </dgm:prSet>
      <dgm:spPr/>
    </dgm:pt>
    <dgm:pt modelId="{39D42361-6CF9-4A53-98C0-776AE63F6E71}" type="pres">
      <dgm:prSet presAssocID="{913F1ADE-97C3-454B-ACCF-AFAA92708741}" presName="sp" presStyleCnt="0"/>
      <dgm:spPr/>
    </dgm:pt>
    <dgm:pt modelId="{FBCCF180-16D7-4D58-AD76-01086097712C}" type="pres">
      <dgm:prSet presAssocID="{176F5F4A-EC9C-4A9A-886D-E7B8DA9A977B}" presName="linNode" presStyleCnt="0"/>
      <dgm:spPr/>
    </dgm:pt>
    <dgm:pt modelId="{55F269E7-8569-4A8D-93B1-BA701EEFCDFF}" type="pres">
      <dgm:prSet presAssocID="{176F5F4A-EC9C-4A9A-886D-E7B8DA9A977B}" presName="parentText" presStyleLbl="node1" presStyleIdx="3" presStyleCnt="5" custLinFactNeighborX="54" custLinFactNeighborY="-405">
        <dgm:presLayoutVars>
          <dgm:chMax val="1"/>
          <dgm:bulletEnabled val="1"/>
        </dgm:presLayoutVars>
      </dgm:prSet>
      <dgm:spPr/>
    </dgm:pt>
    <dgm:pt modelId="{26C00646-3EB8-4E4A-8296-CA3B860AC9B0}" type="pres">
      <dgm:prSet presAssocID="{176F5F4A-EC9C-4A9A-886D-E7B8DA9A977B}" presName="descendantText" presStyleLbl="alignAccFollowNode1" presStyleIdx="3" presStyleCnt="5" custScaleY="130207">
        <dgm:presLayoutVars>
          <dgm:bulletEnabled val="1"/>
        </dgm:presLayoutVars>
      </dgm:prSet>
      <dgm:spPr/>
    </dgm:pt>
    <dgm:pt modelId="{20881B26-DC82-403A-A286-6CE18E2CFC63}" type="pres">
      <dgm:prSet presAssocID="{CD50DE0E-D864-4AB9-B284-17D4E0D146EA}" presName="sp" presStyleCnt="0"/>
      <dgm:spPr/>
    </dgm:pt>
    <dgm:pt modelId="{1BAEA31F-FB5C-42FB-B4FD-A535E0A8B879}" type="pres">
      <dgm:prSet presAssocID="{9B2B852C-EAA3-47DA-A8FA-B03219776D86}" presName="linNode" presStyleCnt="0"/>
      <dgm:spPr/>
    </dgm:pt>
    <dgm:pt modelId="{931D566F-3CC3-4DF1-B1AF-B7DE9820E2D9}" type="pres">
      <dgm:prSet presAssocID="{9B2B852C-EAA3-47DA-A8FA-B03219776D86}" presName="parentText" presStyleLbl="node1" presStyleIdx="4" presStyleCnt="5" custScaleY="184297">
        <dgm:presLayoutVars>
          <dgm:chMax val="1"/>
          <dgm:bulletEnabled val="1"/>
        </dgm:presLayoutVars>
      </dgm:prSet>
      <dgm:spPr/>
    </dgm:pt>
    <dgm:pt modelId="{7FCCB0FB-B29E-4A63-AD5D-91FA8360F37E}" type="pres">
      <dgm:prSet presAssocID="{9B2B852C-EAA3-47DA-A8FA-B03219776D86}" presName="descendantText" presStyleLbl="alignAccFollowNode1" presStyleIdx="4" presStyleCnt="5" custScaleY="231750">
        <dgm:presLayoutVars>
          <dgm:bulletEnabled val="1"/>
        </dgm:presLayoutVars>
      </dgm:prSet>
      <dgm:spPr/>
    </dgm:pt>
  </dgm:ptLst>
  <dgm:cxnLst>
    <dgm:cxn modelId="{262DBA01-3F70-44B9-B41E-F412ED6AEDBC}" srcId="{80EAC0EE-C5AE-4933-B9AA-7AD7020D795C}" destId="{35F4F4C7-D747-40EE-878A-7A3383C1A93F}" srcOrd="0" destOrd="0" parTransId="{E43B2B4B-D73F-4B37-BA43-D00E2E7314CE}" sibTransId="{5A611E99-E21D-41E0-9792-E30DB4A9BB73}"/>
    <dgm:cxn modelId="{A5855702-EF81-4C44-BE3C-C27267C5E040}" type="presOf" srcId="{7622099B-C41C-408D-A09C-4C036F524DB3}" destId="{07638703-1C65-454E-AA9A-E84CCA6DD2B5}" srcOrd="0" destOrd="0" presId="urn:microsoft.com/office/officeart/2005/8/layout/vList5"/>
    <dgm:cxn modelId="{E4630504-116B-4E77-933F-9C986CDE35BC}" type="presOf" srcId="{BB81C3B5-2314-4785-9328-D1AE6AE2D613}" destId="{45F4CA9F-B6AE-440A-846E-C46613653CA3}" srcOrd="0" destOrd="2" presId="urn:microsoft.com/office/officeart/2005/8/layout/vList5"/>
    <dgm:cxn modelId="{1236DE18-15B4-46B9-9503-1C82E8F35665}" type="presOf" srcId="{9B2B852C-EAA3-47DA-A8FA-B03219776D86}" destId="{931D566F-3CC3-4DF1-B1AF-B7DE9820E2D9}" srcOrd="0" destOrd="0" presId="urn:microsoft.com/office/officeart/2005/8/layout/vList5"/>
    <dgm:cxn modelId="{7E97E324-EC2D-43FD-A738-CBFB8E3DADE6}" srcId="{9B2B852C-EAA3-47DA-A8FA-B03219776D86}" destId="{503EAE3D-96D0-4506-927D-E29AFB79DDB1}" srcOrd="3" destOrd="0" parTransId="{75349F84-9403-4094-9747-DEE4BDD05D01}" sibTransId="{36B9A918-6F76-4E21-9920-310D0C04E18D}"/>
    <dgm:cxn modelId="{438A942B-7775-4C79-B49B-CBD8EA39E6E4}" type="presOf" srcId="{B0600B66-B46F-40B6-8B17-B8524682865A}" destId="{528CCE5E-2722-4EFC-B855-9221185C70A7}" srcOrd="0" destOrd="1" presId="urn:microsoft.com/office/officeart/2005/8/layout/vList5"/>
    <dgm:cxn modelId="{8BA41B2C-ACE4-4D43-B8F5-B2FFB50C49BF}" srcId="{7622099B-C41C-408D-A09C-4C036F524DB3}" destId="{176F5F4A-EC9C-4A9A-886D-E7B8DA9A977B}" srcOrd="3" destOrd="0" parTransId="{507B2ADD-1299-4FC5-A02E-D9E831F22E5F}" sibTransId="{CD50DE0E-D864-4AB9-B284-17D4E0D146EA}"/>
    <dgm:cxn modelId="{26170C30-A4F0-4603-BB93-72F0639012D3}" srcId="{775A0E56-45E5-4F2F-8BB2-03888CBCA43E}" destId="{6E3DD2CD-012E-43D2-8ACA-3379650B21B2}" srcOrd="1" destOrd="0" parTransId="{E7111990-F433-40A4-9B1C-C207BA8CED28}" sibTransId="{186CD722-9684-40C9-A08C-883561BE0B7B}"/>
    <dgm:cxn modelId="{20960E31-80E4-434C-9833-A98D016620C0}" type="presOf" srcId="{8FEAD5E4-97D6-4CFC-86B6-A26A7F729487}" destId="{7FCCB0FB-B29E-4A63-AD5D-91FA8360F37E}" srcOrd="0" destOrd="0" presId="urn:microsoft.com/office/officeart/2005/8/layout/vList5"/>
    <dgm:cxn modelId="{F99B3135-FACA-4043-872E-5CB3507795FF}" type="presOf" srcId="{503EAE3D-96D0-4506-927D-E29AFB79DDB1}" destId="{7FCCB0FB-B29E-4A63-AD5D-91FA8360F37E}" srcOrd="0" destOrd="3" presId="urn:microsoft.com/office/officeart/2005/8/layout/vList5"/>
    <dgm:cxn modelId="{7788635E-6D07-433D-963A-EB3919C119B1}" srcId="{9B2B852C-EAA3-47DA-A8FA-B03219776D86}" destId="{7A0E02F4-3F9C-4069-925A-EB6E3A3FA1FE}" srcOrd="2" destOrd="0" parTransId="{16581E5A-6559-4A62-ADB0-3D7817190D88}" sibTransId="{67C68DA8-3D32-4CC9-BF17-1F95B3AFB9A4}"/>
    <dgm:cxn modelId="{02E2B05E-C6B0-45E8-B85D-A5DAFC8E4B8C}" srcId="{ECAB65BA-2CCB-47FA-90F0-12502F7CD667}" destId="{C32467F7-3CE0-41DE-9C17-257A098FFAFC}" srcOrd="4" destOrd="0" parTransId="{11AF158F-FB67-423E-9A07-D8CCB8504FDD}" sibTransId="{2DA9250D-3D9F-4B39-B0F5-74DCDAED2A8B}"/>
    <dgm:cxn modelId="{29DB4060-509E-4160-8C51-6A07475B6A14}" srcId="{ECAB65BA-2CCB-47FA-90F0-12502F7CD667}" destId="{E255CFCF-58F1-4D1D-9D3C-4D9466A42ED1}" srcOrd="0" destOrd="0" parTransId="{D4567D44-B2D2-4B04-A7A1-6AF865C73C4A}" sibTransId="{A2D4B6A7-7220-4275-865D-CA29B37B1897}"/>
    <dgm:cxn modelId="{4DAA0741-6593-4E68-ADE5-CDE24A1989C3}" type="presOf" srcId="{80EAC0EE-C5AE-4933-B9AA-7AD7020D795C}" destId="{48CB45E5-79AD-4179-ABE2-58D4594A1DDA}" srcOrd="0" destOrd="0" presId="urn:microsoft.com/office/officeart/2005/8/layout/vList5"/>
    <dgm:cxn modelId="{B9244A46-996A-45F8-82BA-8959F7D107E1}" type="presOf" srcId="{6E3DD2CD-012E-43D2-8ACA-3379650B21B2}" destId="{45F4CA9F-B6AE-440A-846E-C46613653CA3}" srcOrd="0" destOrd="1" presId="urn:microsoft.com/office/officeart/2005/8/layout/vList5"/>
    <dgm:cxn modelId="{6C078047-4721-4A00-A942-9E9E806118AD}" type="presOf" srcId="{B5A5478C-0343-4268-BCA9-21C859FD435A}" destId="{26C00646-3EB8-4E4A-8296-CA3B860AC9B0}" srcOrd="0" destOrd="0" presId="urn:microsoft.com/office/officeart/2005/8/layout/vList5"/>
    <dgm:cxn modelId="{466F436D-A639-4506-BE51-411E477419B4}" type="presOf" srcId="{ECAB65BA-2CCB-47FA-90F0-12502F7CD667}" destId="{347B65B5-D951-4BD4-80BE-FAE3D7D0B395}" srcOrd="0" destOrd="0" presId="urn:microsoft.com/office/officeart/2005/8/layout/vList5"/>
    <dgm:cxn modelId="{3AB3796F-2E92-424C-9A13-AF4195E2F1AB}" srcId="{7622099B-C41C-408D-A09C-4C036F524DB3}" destId="{80EAC0EE-C5AE-4933-B9AA-7AD7020D795C}" srcOrd="0" destOrd="0" parTransId="{8174DF67-FE7F-4795-B757-85B3370C1CE3}" sibTransId="{0289585A-78F3-49AA-B471-8E5D25B437A6}"/>
    <dgm:cxn modelId="{0C460555-F151-46B2-BF2B-C166C8A02639}" srcId="{9B2B852C-EAA3-47DA-A8FA-B03219776D86}" destId="{304A9991-7FB4-48A4-BB91-2DABD1469E68}" srcOrd="1" destOrd="0" parTransId="{F6889F92-41C4-4015-A0A2-747B53826000}" sibTransId="{C4D119A4-A99D-4323-8621-917B74BD0C9A}"/>
    <dgm:cxn modelId="{3333F455-B39D-4AED-821C-4E64F5435C82}" srcId="{775A0E56-45E5-4F2F-8BB2-03888CBCA43E}" destId="{704B54DE-7AF4-4CB4-B608-23986912A49B}" srcOrd="0" destOrd="0" parTransId="{86898E17-3847-4306-AC7A-3CF060EF52D8}" sibTransId="{BB5425DB-06CD-4901-904A-F707F9EF7403}"/>
    <dgm:cxn modelId="{CBEB297C-89C9-42B3-981E-CABC46858287}" srcId="{ECAB65BA-2CCB-47FA-90F0-12502F7CD667}" destId="{B0600B66-B46F-40B6-8B17-B8524682865A}" srcOrd="1" destOrd="0" parTransId="{22ADC9B3-F73C-4C97-B245-1C25F345F061}" sibTransId="{DFFAB384-9D2D-4C6F-8231-975AEACB606A}"/>
    <dgm:cxn modelId="{3D820182-4244-41CC-8FEC-209ADEAF685E}" type="presOf" srcId="{7A0E02F4-3F9C-4069-925A-EB6E3A3FA1FE}" destId="{7FCCB0FB-B29E-4A63-AD5D-91FA8360F37E}" srcOrd="0" destOrd="2" presId="urn:microsoft.com/office/officeart/2005/8/layout/vList5"/>
    <dgm:cxn modelId="{D1968A85-9847-47EC-AB41-2BD8CA92798B}" srcId="{775A0E56-45E5-4F2F-8BB2-03888CBCA43E}" destId="{BB81C3B5-2314-4785-9328-D1AE6AE2D613}" srcOrd="2" destOrd="0" parTransId="{A050DE7A-6549-4CAE-857C-D90ADECF5A68}" sibTransId="{87F311EB-1BD1-485C-8B14-143C4767ABB4}"/>
    <dgm:cxn modelId="{23A5AC89-0E3B-4165-8F88-068FF0ED9DFA}" type="presOf" srcId="{C17AEEAA-6BF3-4E08-B01D-1AF2529D908A}" destId="{528CCE5E-2722-4EFC-B855-9221185C70A7}" srcOrd="0" destOrd="5" presId="urn:microsoft.com/office/officeart/2005/8/layout/vList5"/>
    <dgm:cxn modelId="{C96E0A92-DF80-4E06-920B-B7C07A7D6799}" type="presOf" srcId="{E391617A-E7DD-4FDF-991D-6D6E54481043}" destId="{528CCE5E-2722-4EFC-B855-9221185C70A7}" srcOrd="0" destOrd="2" presId="urn:microsoft.com/office/officeart/2005/8/layout/vList5"/>
    <dgm:cxn modelId="{772BDE93-0E67-4E29-9A9E-76D1DE8EBCD3}" srcId="{7622099B-C41C-408D-A09C-4C036F524DB3}" destId="{775A0E56-45E5-4F2F-8BB2-03888CBCA43E}" srcOrd="1" destOrd="0" parTransId="{435288A5-F6CE-47E8-951A-05C1FF468197}" sibTransId="{03F7510F-F2F3-43D0-838E-585D1B2AF568}"/>
    <dgm:cxn modelId="{1045AA96-17ED-4DD0-BD8D-9C971F9C32A1}" srcId="{9B2B852C-EAA3-47DA-A8FA-B03219776D86}" destId="{8FEAD5E4-97D6-4CFC-86B6-A26A7F729487}" srcOrd="0" destOrd="0" parTransId="{79A9F14D-A3ED-4594-8BCB-FA0AB1F22C96}" sibTransId="{3FAC9D0B-7ECA-4A8A-BCE0-B4F9BFCD4956}"/>
    <dgm:cxn modelId="{E81AA497-6888-4180-AE35-3749BCB5485A}" srcId="{176F5F4A-EC9C-4A9A-886D-E7B8DA9A977B}" destId="{F12D6B66-34DC-4337-B102-DB57C2339F09}" srcOrd="1" destOrd="0" parTransId="{40748F3D-EEE0-47AA-B0DE-427980EA5578}" sibTransId="{7793A5FF-AE58-45EF-8124-611C104F08B3}"/>
    <dgm:cxn modelId="{1E5BDE99-46DC-4AF5-8736-D0031529D62F}" type="presOf" srcId="{704B54DE-7AF4-4CB4-B608-23986912A49B}" destId="{45F4CA9F-B6AE-440A-846E-C46613653CA3}" srcOrd="0" destOrd="0" presId="urn:microsoft.com/office/officeart/2005/8/layout/vList5"/>
    <dgm:cxn modelId="{D18816A2-C861-4B11-ADAC-D7DD319C1BDA}" srcId="{ECAB65BA-2CCB-47FA-90F0-12502F7CD667}" destId="{C17AEEAA-6BF3-4E08-B01D-1AF2529D908A}" srcOrd="5" destOrd="0" parTransId="{76262691-2D34-4904-8849-FB15ABAE9BE6}" sibTransId="{5D2B15A5-D1C4-4698-B821-B67BBF8BC8F3}"/>
    <dgm:cxn modelId="{9B4BA5A3-9782-40D8-99C4-B360C5C2A9B4}" type="presOf" srcId="{685943C9-8272-4FDD-92D1-BD463F4484C1}" destId="{45F4CA9F-B6AE-440A-846E-C46613653CA3}" srcOrd="0" destOrd="3" presId="urn:microsoft.com/office/officeart/2005/8/layout/vList5"/>
    <dgm:cxn modelId="{042E20AD-4D35-41C8-A7AA-E75C9DA3F1F5}" srcId="{176F5F4A-EC9C-4A9A-886D-E7B8DA9A977B}" destId="{B5A5478C-0343-4268-BCA9-21C859FD435A}" srcOrd="0" destOrd="0" parTransId="{93F7AD26-2974-4D96-B707-9534BC42BA9C}" sibTransId="{813128D8-D87A-4AA3-A069-80A4FC9CD7B4}"/>
    <dgm:cxn modelId="{CB6C10B6-1A65-433E-8634-E3ED426DEB18}" srcId="{7622099B-C41C-408D-A09C-4C036F524DB3}" destId="{9B2B852C-EAA3-47DA-A8FA-B03219776D86}" srcOrd="4" destOrd="0" parTransId="{3946658C-70C2-415C-B4E6-80B0DF88B1D8}" sibTransId="{A162B4E3-799D-41D8-91A4-BDB9FDF5E130}"/>
    <dgm:cxn modelId="{0F0520BA-C7F4-44E5-A8F7-BD02723706EE}" type="presOf" srcId="{775A0E56-45E5-4F2F-8BB2-03888CBCA43E}" destId="{EAB654AF-3E2D-4818-B670-E9647EFD3FB1}" srcOrd="0" destOrd="0" presId="urn:microsoft.com/office/officeart/2005/8/layout/vList5"/>
    <dgm:cxn modelId="{07670CBD-C919-47F9-BEE9-01D002D51B59}" type="presOf" srcId="{7EC0B3D7-4F99-4B43-900F-0EE1BB80704F}" destId="{528CCE5E-2722-4EFC-B855-9221185C70A7}" srcOrd="0" destOrd="3" presId="urn:microsoft.com/office/officeart/2005/8/layout/vList5"/>
    <dgm:cxn modelId="{827309C9-AA24-453C-8DF4-AFEA2991F82B}" type="presOf" srcId="{C32467F7-3CE0-41DE-9C17-257A098FFAFC}" destId="{528CCE5E-2722-4EFC-B855-9221185C70A7}" srcOrd="0" destOrd="4" presId="urn:microsoft.com/office/officeart/2005/8/layout/vList5"/>
    <dgm:cxn modelId="{0E762CC9-9155-4F9C-AA67-0ACBD93362FE}" srcId="{ECAB65BA-2CCB-47FA-90F0-12502F7CD667}" destId="{7EC0B3D7-4F99-4B43-900F-0EE1BB80704F}" srcOrd="3" destOrd="0" parTransId="{2ECE73DB-4FB7-45D3-ACF3-6AEC7D12A1DC}" sibTransId="{519BF972-AFD4-4E7B-9058-BB2DC2DFB29E}"/>
    <dgm:cxn modelId="{B434A5CD-DAF2-4A09-AA75-D8637CB77D06}" type="presOf" srcId="{F12D6B66-34DC-4337-B102-DB57C2339F09}" destId="{26C00646-3EB8-4E4A-8296-CA3B860AC9B0}" srcOrd="0" destOrd="1" presId="urn:microsoft.com/office/officeart/2005/8/layout/vList5"/>
    <dgm:cxn modelId="{F80719DF-DE1A-4357-9081-18F73750E092}" type="presOf" srcId="{E255CFCF-58F1-4D1D-9D3C-4D9466A42ED1}" destId="{528CCE5E-2722-4EFC-B855-9221185C70A7}" srcOrd="0" destOrd="0" presId="urn:microsoft.com/office/officeart/2005/8/layout/vList5"/>
    <dgm:cxn modelId="{7E557EE5-11AD-4DAB-B47D-1CAED87697B7}" srcId="{ECAB65BA-2CCB-47FA-90F0-12502F7CD667}" destId="{E391617A-E7DD-4FDF-991D-6D6E54481043}" srcOrd="2" destOrd="0" parTransId="{811190BA-A7C5-40B1-8A62-0B54277ED2D9}" sibTransId="{EE31202E-F616-42EE-8D41-21C266B68DBD}"/>
    <dgm:cxn modelId="{1AC41DE7-F09A-4DB8-BF87-23467879726A}" type="presOf" srcId="{304A9991-7FB4-48A4-BB91-2DABD1469E68}" destId="{7FCCB0FB-B29E-4A63-AD5D-91FA8360F37E}" srcOrd="0" destOrd="1" presId="urn:microsoft.com/office/officeart/2005/8/layout/vList5"/>
    <dgm:cxn modelId="{60A747EB-17A6-4C30-96A1-CCA6A610E13A}" type="presOf" srcId="{35F4F4C7-D747-40EE-878A-7A3383C1A93F}" destId="{C6BB41D9-E81B-4360-A83F-7686DB121D4E}" srcOrd="0" destOrd="0" presId="urn:microsoft.com/office/officeart/2005/8/layout/vList5"/>
    <dgm:cxn modelId="{C172C7F5-BA9C-4BB9-8259-F4B1498BFE88}" srcId="{7622099B-C41C-408D-A09C-4C036F524DB3}" destId="{ECAB65BA-2CCB-47FA-90F0-12502F7CD667}" srcOrd="2" destOrd="0" parTransId="{2912F7AE-6121-4AE1-8137-BCE86CA0E436}" sibTransId="{913F1ADE-97C3-454B-ACCF-AFAA92708741}"/>
    <dgm:cxn modelId="{C14BD9FC-B08E-4F82-891E-E7EAB3DD2A87}" type="presOf" srcId="{176F5F4A-EC9C-4A9A-886D-E7B8DA9A977B}" destId="{55F269E7-8569-4A8D-93B1-BA701EEFCDFF}" srcOrd="0" destOrd="0" presId="urn:microsoft.com/office/officeart/2005/8/layout/vList5"/>
    <dgm:cxn modelId="{9A1DFDFF-8F08-43BF-B4F8-5A7E67284CD6}" srcId="{775A0E56-45E5-4F2F-8BB2-03888CBCA43E}" destId="{685943C9-8272-4FDD-92D1-BD463F4484C1}" srcOrd="3" destOrd="0" parTransId="{145BAE05-C89D-41CB-A7CC-B1804696510A}" sibTransId="{81A2362E-F051-4A5C-937C-C29D68FD3C4D}"/>
    <dgm:cxn modelId="{2F9719D8-63CF-4ED7-8AEE-2D3DF667B6B9}" type="presParOf" srcId="{07638703-1C65-454E-AA9A-E84CCA6DD2B5}" destId="{B6902EAA-8BF8-45C4-B924-C9485753A1BF}" srcOrd="0" destOrd="0" presId="urn:microsoft.com/office/officeart/2005/8/layout/vList5"/>
    <dgm:cxn modelId="{AEA57737-BD58-4A5B-8F58-D7026B94DAAC}" type="presParOf" srcId="{B6902EAA-8BF8-45C4-B924-C9485753A1BF}" destId="{48CB45E5-79AD-4179-ABE2-58D4594A1DDA}" srcOrd="0" destOrd="0" presId="urn:microsoft.com/office/officeart/2005/8/layout/vList5"/>
    <dgm:cxn modelId="{47C24C43-08CC-4CEA-8D97-8DC4867B64F6}" type="presParOf" srcId="{B6902EAA-8BF8-45C4-B924-C9485753A1BF}" destId="{C6BB41D9-E81B-4360-A83F-7686DB121D4E}" srcOrd="1" destOrd="0" presId="urn:microsoft.com/office/officeart/2005/8/layout/vList5"/>
    <dgm:cxn modelId="{6AE95957-328B-4027-AFD0-D352874478BC}" type="presParOf" srcId="{07638703-1C65-454E-AA9A-E84CCA6DD2B5}" destId="{D0F9A51E-B36E-4472-819B-B68ABF31D508}" srcOrd="1" destOrd="0" presId="urn:microsoft.com/office/officeart/2005/8/layout/vList5"/>
    <dgm:cxn modelId="{4E18FD97-DE10-4DE3-9068-7484A33EE58E}" type="presParOf" srcId="{07638703-1C65-454E-AA9A-E84CCA6DD2B5}" destId="{69D6229C-2310-446D-8FD1-0257F136FF2D}" srcOrd="2" destOrd="0" presId="urn:microsoft.com/office/officeart/2005/8/layout/vList5"/>
    <dgm:cxn modelId="{7EB11120-D6D3-4960-8405-AFB836D6F04B}" type="presParOf" srcId="{69D6229C-2310-446D-8FD1-0257F136FF2D}" destId="{EAB654AF-3E2D-4818-B670-E9647EFD3FB1}" srcOrd="0" destOrd="0" presId="urn:microsoft.com/office/officeart/2005/8/layout/vList5"/>
    <dgm:cxn modelId="{6CCC7A6F-9E4E-4043-807C-8EEB9F61E5BC}" type="presParOf" srcId="{69D6229C-2310-446D-8FD1-0257F136FF2D}" destId="{45F4CA9F-B6AE-440A-846E-C46613653CA3}" srcOrd="1" destOrd="0" presId="urn:microsoft.com/office/officeart/2005/8/layout/vList5"/>
    <dgm:cxn modelId="{DEFDF50C-5456-4C04-AC53-DB67EFBCD9F2}" type="presParOf" srcId="{07638703-1C65-454E-AA9A-E84CCA6DD2B5}" destId="{E079E6E4-62C9-4B40-93DF-896BC543B0E0}" srcOrd="3" destOrd="0" presId="urn:microsoft.com/office/officeart/2005/8/layout/vList5"/>
    <dgm:cxn modelId="{2B05407A-4C24-4A61-A380-7FACCA430DC6}" type="presParOf" srcId="{07638703-1C65-454E-AA9A-E84CCA6DD2B5}" destId="{39736F16-8CC0-4F23-BF01-E3FA2D1FD403}" srcOrd="4" destOrd="0" presId="urn:microsoft.com/office/officeart/2005/8/layout/vList5"/>
    <dgm:cxn modelId="{DE83B63E-A37D-40B1-B30B-029A8A461878}" type="presParOf" srcId="{39736F16-8CC0-4F23-BF01-E3FA2D1FD403}" destId="{347B65B5-D951-4BD4-80BE-FAE3D7D0B395}" srcOrd="0" destOrd="0" presId="urn:microsoft.com/office/officeart/2005/8/layout/vList5"/>
    <dgm:cxn modelId="{88D0D930-83B1-4C4E-8996-DE96478FB774}" type="presParOf" srcId="{39736F16-8CC0-4F23-BF01-E3FA2D1FD403}" destId="{528CCE5E-2722-4EFC-B855-9221185C70A7}" srcOrd="1" destOrd="0" presId="urn:microsoft.com/office/officeart/2005/8/layout/vList5"/>
    <dgm:cxn modelId="{F9564ADE-6E3D-4230-A58B-08DFD3168DA5}" type="presParOf" srcId="{07638703-1C65-454E-AA9A-E84CCA6DD2B5}" destId="{39D42361-6CF9-4A53-98C0-776AE63F6E71}" srcOrd="5" destOrd="0" presId="urn:microsoft.com/office/officeart/2005/8/layout/vList5"/>
    <dgm:cxn modelId="{68ACF47F-0102-44EB-B179-3A77776548EE}" type="presParOf" srcId="{07638703-1C65-454E-AA9A-E84CCA6DD2B5}" destId="{FBCCF180-16D7-4D58-AD76-01086097712C}" srcOrd="6" destOrd="0" presId="urn:microsoft.com/office/officeart/2005/8/layout/vList5"/>
    <dgm:cxn modelId="{886B0701-90E5-4948-9407-49B7976A59D2}" type="presParOf" srcId="{FBCCF180-16D7-4D58-AD76-01086097712C}" destId="{55F269E7-8569-4A8D-93B1-BA701EEFCDFF}" srcOrd="0" destOrd="0" presId="urn:microsoft.com/office/officeart/2005/8/layout/vList5"/>
    <dgm:cxn modelId="{FAFADF1B-A59C-4773-8D58-DFCC4A625E12}" type="presParOf" srcId="{FBCCF180-16D7-4D58-AD76-01086097712C}" destId="{26C00646-3EB8-4E4A-8296-CA3B860AC9B0}" srcOrd="1" destOrd="0" presId="urn:microsoft.com/office/officeart/2005/8/layout/vList5"/>
    <dgm:cxn modelId="{123C03D5-EA74-4845-A0F2-119C59BD7A21}" type="presParOf" srcId="{07638703-1C65-454E-AA9A-E84CCA6DD2B5}" destId="{20881B26-DC82-403A-A286-6CE18E2CFC63}" srcOrd="7" destOrd="0" presId="urn:microsoft.com/office/officeart/2005/8/layout/vList5"/>
    <dgm:cxn modelId="{9B3FA81D-F873-425D-BBB5-656CE2A137A1}" type="presParOf" srcId="{07638703-1C65-454E-AA9A-E84CCA6DD2B5}" destId="{1BAEA31F-FB5C-42FB-B4FD-A535E0A8B879}" srcOrd="8" destOrd="0" presId="urn:microsoft.com/office/officeart/2005/8/layout/vList5"/>
    <dgm:cxn modelId="{E67D124E-804F-44D9-9E04-02FA8CD4BB7E}" type="presParOf" srcId="{1BAEA31F-FB5C-42FB-B4FD-A535E0A8B879}" destId="{931D566F-3CC3-4DF1-B1AF-B7DE9820E2D9}" srcOrd="0" destOrd="0" presId="urn:microsoft.com/office/officeart/2005/8/layout/vList5"/>
    <dgm:cxn modelId="{D0D77A68-87AB-45B2-AB2D-06C00BCC91A4}" type="presParOf" srcId="{1BAEA31F-FB5C-42FB-B4FD-A535E0A8B879}" destId="{7FCCB0FB-B29E-4A63-AD5D-91FA8360F37E}" srcOrd="1" destOrd="0" presId="urn:microsoft.com/office/officeart/2005/8/layout/vList5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C1B403-9E6E-4411-9B69-79A1584C7937}">
      <dsp:nvSpPr>
        <dsp:cNvPr id="0" name=""/>
        <dsp:cNvSpPr/>
      </dsp:nvSpPr>
      <dsp:spPr>
        <a:xfrm rot="5400000">
          <a:off x="3040106" y="-1354763"/>
          <a:ext cx="1448443" cy="4163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Missing: </a:t>
          </a:r>
          <a:r>
            <a:rPr lang="en-US" sz="1500" kern="1200" dirty="0"/>
            <a:t>csv+bd, RegEx, Merge/Create levels (e.g</a:t>
          </a:r>
          <a:r>
            <a:rPr lang="en-US" sz="1500" kern="1200"/>
            <a:t>., Other</a:t>
          </a:r>
          <a:r>
            <a:rPr lang="en-US" sz="1500" kern="1200" dirty="0"/>
            <a:t>), Drop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New Features, Formats, Interactions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MICE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df1, df2, df3, df4 ~ Phase</a:t>
          </a:r>
          <a:endParaRPr lang="en-GB" sz="1500" kern="1200" dirty="0"/>
        </a:p>
      </dsp:txBody>
      <dsp:txXfrm rot="-5400000">
        <a:off x="1682349" y="73701"/>
        <a:ext cx="4093252" cy="1307029"/>
      </dsp:txXfrm>
    </dsp:sp>
    <dsp:sp modelId="{20EFAA17-3592-4F78-AEAE-2CD118F957A5}">
      <dsp:nvSpPr>
        <dsp:cNvPr id="0" name=""/>
        <dsp:cNvSpPr/>
      </dsp:nvSpPr>
      <dsp:spPr>
        <a:xfrm>
          <a:off x="837" y="14815"/>
          <a:ext cx="1681510" cy="1424801"/>
        </a:xfrm>
        <a:prstGeom prst="roundRect">
          <a:avLst/>
        </a:prstGeom>
        <a:solidFill>
          <a:schemeClr val="accent5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Data Engineering</a:t>
          </a:r>
        </a:p>
      </dsp:txBody>
      <dsp:txXfrm>
        <a:off x="70390" y="84368"/>
        <a:ext cx="1542404" cy="1285695"/>
      </dsp:txXfrm>
    </dsp:sp>
    <dsp:sp modelId="{4E062ED7-C8B7-4731-A7F1-BE128EC98711}">
      <dsp:nvSpPr>
        <dsp:cNvPr id="0" name=""/>
        <dsp:cNvSpPr/>
      </dsp:nvSpPr>
      <dsp:spPr>
        <a:xfrm rot="5400000">
          <a:off x="1548562" y="1613923"/>
          <a:ext cx="4431530" cy="416395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Distribution Plots (Bar, Kde, Count)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Frequency tables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Univariable Logistic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Chi-square, Mann-Whitney test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Sparsity Risk: EPV ≥25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Correlation: Spearman, X</a:t>
          </a:r>
          <a:r>
            <a:rPr lang="en-GB" sz="1500" kern="1200" baseline="30000" dirty="0"/>
            <a:t>2</a:t>
          </a:r>
          <a:r>
            <a:rPr lang="en-GB" sz="1500" kern="1200" dirty="0"/>
            <a:t> (Phi), 1-way-Anova</a:t>
          </a:r>
          <a:r>
            <a:rPr lang="el-GR" sz="1500" kern="1200" dirty="0"/>
            <a:t>(η</a:t>
          </a:r>
          <a:r>
            <a:rPr lang="el-GR" sz="1500" kern="1200" baseline="30000" dirty="0"/>
            <a:t>2</a:t>
          </a:r>
          <a:r>
            <a:rPr lang="el-GR" sz="1500" kern="1200" dirty="0"/>
            <a:t>)</a:t>
          </a:r>
          <a:r>
            <a:rPr lang="en-GB" sz="1500" kern="1200" dirty="0"/>
            <a:t> , </a:t>
          </a:r>
          <a:r>
            <a:rPr lang="en-GB" sz="1500" kern="1200" dirty="0">
              <a:sym typeface="Wingdings" panose="05000000000000000000" pitchFamily="2" charset="2"/>
            </a:rPr>
            <a:t>Heatmaps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AIC, p values, CL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Outliers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>
              <a:sym typeface="Wingdings" panose="05000000000000000000" pitchFamily="2" charset="2"/>
            </a:rPr>
            <a:t> Merge levels, Feature Selection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>
              <a:sym typeface="Wingdings" panose="05000000000000000000" pitchFamily="2" charset="2"/>
            </a:rPr>
            <a:t> Skew data  Log scale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Feature Selection Exploratory Analysis </a:t>
          </a:r>
          <a:r>
            <a:rPr lang="en-US" sz="1500" kern="1200" dirty="0">
              <a:sym typeface="Wingdings" panose="05000000000000000000" pitchFamily="2" charset="2"/>
            </a:rPr>
            <a:t> </a:t>
          </a:r>
          <a:r>
            <a:rPr lang="en-US" sz="1500" kern="1200" dirty="0"/>
            <a:t>Train set </a:t>
          </a:r>
          <a:r>
            <a:rPr lang="en-US" sz="1500" kern="1200" dirty="0">
              <a:sym typeface="Wingdings" panose="05000000000000000000" pitchFamily="2" charset="2"/>
            </a:rPr>
            <a:t> </a:t>
          </a:r>
          <a:r>
            <a:rPr lang="en-US" sz="1500" b="1" kern="1200" dirty="0"/>
            <a:t>X</a:t>
          </a:r>
          <a:r>
            <a:rPr lang="en-US" sz="1500" kern="1200" dirty="0"/>
            <a:t> information leakage</a:t>
          </a:r>
          <a:endParaRPr lang="en-GB" sz="1500" kern="1200" dirty="0"/>
        </a:p>
      </dsp:txBody>
      <dsp:txXfrm rot="-5400000">
        <a:off x="1682347" y="1683406"/>
        <a:ext cx="3960691" cy="4024994"/>
      </dsp:txXfrm>
    </dsp:sp>
    <dsp:sp modelId="{9E95D006-3A52-4C9F-915C-CE452CD5CD7D}">
      <dsp:nvSpPr>
        <dsp:cNvPr id="0" name=""/>
        <dsp:cNvSpPr/>
      </dsp:nvSpPr>
      <dsp:spPr>
        <a:xfrm>
          <a:off x="837" y="1493006"/>
          <a:ext cx="1681510" cy="4405792"/>
        </a:xfrm>
        <a:prstGeom prst="roundRect">
          <a:avLst/>
        </a:prstGeom>
        <a:solidFill>
          <a:schemeClr val="accent5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Exploratory Analysis</a:t>
          </a:r>
        </a:p>
      </dsp:txBody>
      <dsp:txXfrm>
        <a:off x="82922" y="1575091"/>
        <a:ext cx="1517340" cy="42416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BB41D9-E81B-4360-A83F-7686DB121D4E}">
      <dsp:nvSpPr>
        <dsp:cNvPr id="0" name=""/>
        <dsp:cNvSpPr/>
      </dsp:nvSpPr>
      <dsp:spPr>
        <a:xfrm rot="5400000">
          <a:off x="3623052" y="-1502225"/>
          <a:ext cx="706011" cy="3742172"/>
        </a:xfrm>
        <a:prstGeom prst="round2SameRect">
          <a:avLst/>
        </a:prstGeom>
        <a:solidFill>
          <a:srgbClr val="CCD2D8"/>
        </a:solidFill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Completed = 0, Terminated = 1</a:t>
          </a:r>
          <a:endParaRPr lang="en-GB" sz="1500" kern="1200" dirty="0"/>
        </a:p>
      </dsp:txBody>
      <dsp:txXfrm rot="-5400000">
        <a:off x="2104972" y="50320"/>
        <a:ext cx="3707707" cy="637081"/>
      </dsp:txXfrm>
    </dsp:sp>
    <dsp:sp modelId="{48CB45E5-79AD-4179-ABE2-58D4594A1DDA}">
      <dsp:nvSpPr>
        <dsp:cNvPr id="0" name=""/>
        <dsp:cNvSpPr/>
      </dsp:nvSpPr>
      <dsp:spPr>
        <a:xfrm>
          <a:off x="2020" y="0"/>
          <a:ext cx="2104972" cy="737166"/>
        </a:xfrm>
        <a:prstGeom prst="roundRect">
          <a:avLst/>
        </a:prstGeom>
        <a:solidFill>
          <a:schemeClr val="accent5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One-Hot Encoding</a:t>
          </a:r>
          <a:endParaRPr lang="en-GB" sz="1600" kern="1200" dirty="0"/>
        </a:p>
      </dsp:txBody>
      <dsp:txXfrm>
        <a:off x="38005" y="35985"/>
        <a:ext cx="2033002" cy="665196"/>
      </dsp:txXfrm>
    </dsp:sp>
    <dsp:sp modelId="{45F4CA9F-B6AE-440A-846E-C46613653CA3}">
      <dsp:nvSpPr>
        <dsp:cNvPr id="0" name=""/>
        <dsp:cNvSpPr/>
      </dsp:nvSpPr>
      <dsp:spPr>
        <a:xfrm rot="5400000">
          <a:off x="3428525" y="-553359"/>
          <a:ext cx="1079542" cy="373486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Train-Test Split (80:20)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Random Under Sample (Imbalance)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Min-Max Scaler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VIF</a:t>
          </a:r>
          <a:endParaRPr lang="en-GB" sz="1500" kern="1200" dirty="0"/>
        </a:p>
      </dsp:txBody>
      <dsp:txXfrm rot="-5400000">
        <a:off x="2100863" y="827002"/>
        <a:ext cx="3682168" cy="974144"/>
      </dsp:txXfrm>
    </dsp:sp>
    <dsp:sp modelId="{EAB654AF-3E2D-4818-B670-E9647EFD3FB1}">
      <dsp:nvSpPr>
        <dsp:cNvPr id="0" name=""/>
        <dsp:cNvSpPr/>
      </dsp:nvSpPr>
      <dsp:spPr>
        <a:xfrm>
          <a:off x="2016" y="817717"/>
          <a:ext cx="2100862" cy="986742"/>
        </a:xfrm>
        <a:prstGeom prst="roundRect">
          <a:avLst/>
        </a:prstGeom>
        <a:solidFill>
          <a:schemeClr val="accent5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Dataset Split</a:t>
          </a:r>
          <a:endParaRPr lang="en-GB" sz="1600" kern="1200" dirty="0"/>
        </a:p>
      </dsp:txBody>
      <dsp:txXfrm>
        <a:off x="50185" y="865886"/>
        <a:ext cx="2004524" cy="890404"/>
      </dsp:txXfrm>
    </dsp:sp>
    <dsp:sp modelId="{528CCE5E-2722-4EFC-B855-9221185C70A7}">
      <dsp:nvSpPr>
        <dsp:cNvPr id="0" name=""/>
        <dsp:cNvSpPr/>
      </dsp:nvSpPr>
      <dsp:spPr>
        <a:xfrm rot="5400000">
          <a:off x="3085890" y="930961"/>
          <a:ext cx="1764812" cy="373486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Classic Models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Logistic, LDA, QDA 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ML models</a:t>
          </a:r>
          <a:endParaRPr lang="en-GB" sz="1500" b="1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500" b="0" kern="1200" dirty="0"/>
            <a:t>KNN. SVC</a:t>
          </a:r>
          <a:endParaRPr lang="en-GB" sz="1500" b="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500" b="0" kern="1200" dirty="0"/>
            <a:t>Random Forest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GB" sz="1500" b="0" kern="1200" dirty="0"/>
            <a:t>Grad.Boosting, XGBoost, LightBoost</a:t>
          </a:r>
        </a:p>
      </dsp:txBody>
      <dsp:txXfrm rot="-5400000">
        <a:off x="2100863" y="2002140"/>
        <a:ext cx="3648716" cy="1592510"/>
      </dsp:txXfrm>
    </dsp:sp>
    <dsp:sp modelId="{347B65B5-D951-4BD4-80BE-FAE3D7D0B395}">
      <dsp:nvSpPr>
        <dsp:cNvPr id="0" name=""/>
        <dsp:cNvSpPr/>
      </dsp:nvSpPr>
      <dsp:spPr>
        <a:xfrm>
          <a:off x="2016" y="1887717"/>
          <a:ext cx="2100862" cy="1815383"/>
        </a:xfrm>
        <a:prstGeom prst="roundRect">
          <a:avLst/>
        </a:prstGeom>
        <a:solidFill>
          <a:schemeClr val="accent5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Statistical Analysis</a:t>
          </a:r>
          <a:endParaRPr lang="en-GB" sz="1600" kern="1200" dirty="0"/>
        </a:p>
      </dsp:txBody>
      <dsp:txXfrm>
        <a:off x="90636" y="1976337"/>
        <a:ext cx="1923622" cy="1638143"/>
      </dsp:txXfrm>
    </dsp:sp>
    <dsp:sp modelId="{26C00646-3EB8-4E4A-8296-CA3B860AC9B0}">
      <dsp:nvSpPr>
        <dsp:cNvPr id="0" name=""/>
        <dsp:cNvSpPr/>
      </dsp:nvSpPr>
      <dsp:spPr>
        <a:xfrm rot="5400000">
          <a:off x="3584359" y="2259449"/>
          <a:ext cx="767874" cy="373486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GridSearchCV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5 K-Fold CV</a:t>
          </a:r>
          <a:endParaRPr lang="en-GB" sz="1500" kern="1200" dirty="0"/>
        </a:p>
      </dsp:txBody>
      <dsp:txXfrm rot="-5400000">
        <a:off x="2100863" y="3780431"/>
        <a:ext cx="3697382" cy="692904"/>
      </dsp:txXfrm>
    </dsp:sp>
    <dsp:sp modelId="{55F269E7-8569-4A8D-93B1-BA701EEFCDFF}">
      <dsp:nvSpPr>
        <dsp:cNvPr id="0" name=""/>
        <dsp:cNvSpPr/>
      </dsp:nvSpPr>
      <dsp:spPr>
        <a:xfrm>
          <a:off x="2016" y="3755313"/>
          <a:ext cx="2100862" cy="737166"/>
        </a:xfrm>
        <a:prstGeom prst="roundRect">
          <a:avLst/>
        </a:prstGeom>
        <a:solidFill>
          <a:schemeClr val="accent5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/>
            <a:t>HPO </a:t>
          </a:r>
          <a:endParaRPr lang="en-GB" sz="1600" kern="1200"/>
        </a:p>
      </dsp:txBody>
      <dsp:txXfrm>
        <a:off x="38001" y="3791298"/>
        <a:ext cx="2028892" cy="665196"/>
      </dsp:txXfrm>
    </dsp:sp>
    <dsp:sp modelId="{7FCCB0FB-B29E-4A63-AD5D-91FA8360F37E}">
      <dsp:nvSpPr>
        <dsp:cNvPr id="0" name=""/>
        <dsp:cNvSpPr/>
      </dsp:nvSpPr>
      <dsp:spPr>
        <a:xfrm rot="5400000">
          <a:off x="3288822" y="3361772"/>
          <a:ext cx="1366707" cy="3738518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Confusion Matrix 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Accuracy Report (MCC, BA)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ROC/PR Curves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SHAP plots </a:t>
          </a:r>
          <a:endParaRPr lang="en-GB" sz="1500" kern="1200" dirty="0"/>
        </a:p>
      </dsp:txBody>
      <dsp:txXfrm rot="-5400000">
        <a:off x="2102917" y="4614395"/>
        <a:ext cx="3671801" cy="1233273"/>
      </dsp:txXfrm>
    </dsp:sp>
    <dsp:sp modelId="{931D566F-3CC3-4DF1-B1AF-B7DE9820E2D9}">
      <dsp:nvSpPr>
        <dsp:cNvPr id="0" name=""/>
        <dsp:cNvSpPr/>
      </dsp:nvSpPr>
      <dsp:spPr>
        <a:xfrm>
          <a:off x="0" y="4551743"/>
          <a:ext cx="2102916" cy="1358576"/>
        </a:xfrm>
        <a:prstGeom prst="roundRect">
          <a:avLst/>
        </a:prstGeom>
        <a:solidFill>
          <a:schemeClr val="accent5">
            <a:lumMod val="5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Test Set Model Evaluation</a:t>
          </a:r>
          <a:r>
            <a:rPr lang="en-US" sz="1600" kern="1200" dirty="0"/>
            <a:t>/Interpret</a:t>
          </a:r>
          <a:endParaRPr lang="en-GB" sz="1600" kern="1200" dirty="0"/>
        </a:p>
      </dsp:txBody>
      <dsp:txXfrm>
        <a:off x="66320" y="4618063"/>
        <a:ext cx="1970276" cy="12259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B614-F444-B3F3-F32E-2A478A678A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A518C0-6175-C812-0DFD-31FDF0AA6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66ED-B4F4-80C3-8D4B-473B4FFB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02390-0D08-58D6-55C9-404381F80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571CE-6EEF-B2E6-4121-A0139618F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10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3122D-5E2B-8B35-F945-66C4DA19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A9358-C726-E940-EDB4-A5CD55DBB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21B4C-B804-BEC6-26C1-ADA9E1F8C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8FB1E-A084-7CD3-C2C0-50F94867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C1793-4CF1-E02E-6536-73ADE71F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2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B23EE-2E11-ED79-9853-556244468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94EAD-7327-01DF-27E5-320190B44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F3A94-B4CC-A1B8-5086-4CD1D4E63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28B72-D8E5-2556-C13D-2B7140B96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17CF4-AE90-1F37-1610-D03CC7D3A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391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AC55-7487-2FC7-057C-D78A0EA79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D2C3B-EF53-0414-A77A-2A5503C565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F3D297-4CCC-A9B6-D477-ECC33A6A6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7C58F4-895F-C8A1-AD55-0504D36D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03BCE-6D03-40E0-9A8E-6A9501BA4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6B11E-4820-D64F-4DFB-8192A1EA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10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E267-1144-47E8-3454-EAE439C8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F4B0D-DA84-3F28-62F9-9F9678404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13A36-B2ED-8498-CB3C-7B7E5A9A5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D8C2ED-0351-A287-D7CE-E568917A08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BCBF7A-0E2D-955B-7945-CF96522E83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43737-4B0C-EF57-F1CA-75992A1F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5907B-6EB3-E4A9-0C66-145E4A2DD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C3F393-61A7-E4FC-3537-F154DAFB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13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F5BFF-1104-8AA0-DFEE-4F781131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E79BDD-C680-ECA7-514D-5E44B6BA9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E8E19-DDE6-4AAD-D4AD-E9FF5E0CA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6167BD-DF29-EF22-2D39-4C20BEC3F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532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6FFF4-C7A0-3FF9-2387-00BCD595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0B627-F62D-A768-E735-F477851D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B9FFB-463B-443C-B80A-B04F728D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728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590C8-E4B6-AA03-EF69-D2BF7DE23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90C73-1E78-C3F1-A31F-65A724C2E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C7614-A4BF-27B8-7B63-7E05D9DC57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2C6C84-97E4-0891-36C3-55AC84CD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DF8E2-AD9C-D401-E734-4789EEC8C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AAD2D-3B8A-0CF2-77BE-4CFF64E3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622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51718-191D-0D47-5C00-263DB50F2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6BE07-7622-4F11-79E1-31A38EC79D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23E6B0-BBC2-3292-3E6B-2C9EC89269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D5A9A0-64AD-C709-0CD0-425934988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5F1BE-8190-BFDE-E740-7BA067456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7E982-7CA4-AAEC-92EE-A581A5A7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497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878BD-F4F2-0E60-E867-91CF26178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BFBB1F-4DA7-3123-8B3A-C3E44A0E5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D18FB-DF30-E35F-214E-EFA73490A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9E0F8-DE52-C8E8-D37E-79AEFB0DD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8378E-CD4E-1CB2-3A83-C622CEDFB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3752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5D6C7E-E512-49E8-CE04-ABDA4EDCEF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D5BEDA-B506-3D6F-7855-475233A62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CA1F0-9EDF-5745-8F1D-EBF4C386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0D5A9-1F5D-1EA7-055F-FB4307A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C076A-36FE-B9F4-CC0E-44BF6B93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2544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020488-78DA-54C6-DAC7-02C6386BE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B090E-9367-0186-822A-4B41465E9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DCAF0-42EC-D335-0130-34769BB45C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9776D-B584-4D4B-981C-FA97E36C0636}" type="datetimeFigureOut">
              <a:rPr lang="en-GB" smtClean="0"/>
              <a:t>03/11/2025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529F0-DED6-AA50-844B-8C2E46699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FBA7C-20E3-1A5A-BA33-B914C498E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AA632E-5603-4A7A-8CE3-DBE7DB4EEB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3072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linicaltrials.gov/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CEDF-EFB3-C401-7155-FB36C7BDA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15473"/>
            <a:ext cx="10515600" cy="2051613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l-GR" sz="3300" b="1" dirty="0"/>
              <a:t>Εθνικό Και Καποδιστριακό Πανεπιστήμιο Αθηνών</a:t>
            </a:r>
            <a:br>
              <a:rPr lang="en-GB" sz="3300" dirty="0"/>
            </a:br>
            <a:r>
              <a:rPr lang="el-GR" sz="3300" b="1" dirty="0"/>
              <a:t>Μεταπτυχιακό Πρόγραμμα Σπουδών</a:t>
            </a:r>
            <a:r>
              <a:rPr lang="en-US" sz="3300" b="1" dirty="0"/>
              <a:t>:</a:t>
            </a:r>
            <a:br>
              <a:rPr lang="en-US" sz="3300" b="1" dirty="0"/>
            </a:br>
            <a:br>
              <a:rPr lang="el-GR" sz="3300" b="1" dirty="0"/>
            </a:br>
            <a:r>
              <a:rPr lang="el-GR" sz="3300" b="1" dirty="0"/>
              <a:t>«Βιο</a:t>
            </a:r>
            <a:r>
              <a:rPr lang="en-US" sz="3300" b="1" dirty="0"/>
              <a:t>-</a:t>
            </a:r>
            <a:r>
              <a:rPr lang="el-GR" sz="3300" b="1" dirty="0"/>
              <a:t>στατιστική και Επιστήμη Δεδομένων Υγείας»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39F83A-723A-089B-DABC-C6A8AD936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101" y="1090914"/>
            <a:ext cx="4991797" cy="16766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230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9FB8F2E-C1EA-0356-22BA-7189EA91775F}"/>
              </a:ext>
            </a:extLst>
          </p:cNvPr>
          <p:cNvSpPr txBox="1">
            <a:spLocks/>
          </p:cNvSpPr>
          <p:nvPr/>
        </p:nvSpPr>
        <p:spPr>
          <a:xfrm>
            <a:off x="838200" y="5530769"/>
            <a:ext cx="10515600" cy="100217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l-GR" sz="1800" b="1" dirty="0"/>
              <a:t>Φοιτητής/τρια: Ανδρέου Ευγενία</a:t>
            </a:r>
          </a:p>
          <a:p>
            <a:pPr algn="ctr"/>
            <a:r>
              <a:rPr lang="el-GR" sz="1800" b="1" dirty="0"/>
              <a:t>Επιβλέπων Καθηγητής: Δεναξάς Σπυρίδων</a:t>
            </a:r>
            <a:endParaRPr lang="en-GB" sz="18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253F5B-969C-ED7C-E6DD-0409268E6EFB}"/>
              </a:ext>
            </a:extLst>
          </p:cNvPr>
          <p:cNvSpPr txBox="1">
            <a:spLocks/>
          </p:cNvSpPr>
          <p:nvPr/>
        </p:nvSpPr>
        <p:spPr>
          <a:xfrm>
            <a:off x="609600" y="2674891"/>
            <a:ext cx="10972800" cy="255800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000" b="1" dirty="0"/>
              <a:t>Predicting early termination of clinical trials with machine learning vs classical regression models, based on analysis of their design characteristics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46DE69-A32F-DC72-8928-3B97AD27B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8968"/>
            <a:ext cx="3247663" cy="10908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7F59F5FB-A94B-31DE-2AAA-445E59F01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919818"/>
            <a:ext cx="10972800" cy="4572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000" b="1" dirty="0"/>
              <a:t>Title</a:t>
            </a:r>
            <a:endParaRPr lang="el-GR" sz="3000" b="1" dirty="0"/>
          </a:p>
        </p:txBody>
      </p:sp>
    </p:spTree>
    <p:extLst>
      <p:ext uri="{BB962C8B-B14F-4D97-AF65-F5344CB8AC3E}">
        <p14:creationId xmlns:p14="http://schemas.microsoft.com/office/powerpoint/2010/main" val="56886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71AF-4846-67D2-CC20-E35F25A49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5486400"/>
          </a:xfrm>
          <a:prstGeom prst="plaque">
            <a:avLst/>
          </a:prstGeom>
          <a:noFill/>
          <a:ln w="190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GB" sz="50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301623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222F026-5A5E-1709-C1FE-1CF7F1927D19}"/>
              </a:ext>
            </a:extLst>
          </p:cNvPr>
          <p:cNvSpPr txBox="1">
            <a:spLocks/>
          </p:cNvSpPr>
          <p:nvPr/>
        </p:nvSpPr>
        <p:spPr>
          <a:xfrm>
            <a:off x="609598" y="1365812"/>
            <a:ext cx="10972800" cy="48600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500" dirty="0"/>
              <a:t>Systematic research studies conducted on </a:t>
            </a:r>
            <a:r>
              <a:rPr lang="en-GB" sz="2500" u="sng" dirty="0"/>
              <a:t>human participants</a:t>
            </a:r>
            <a:r>
              <a:rPr lang="en-GB" sz="2500" dirty="0"/>
              <a:t> under controlled interventional conditions, aiming to evaluate the safety, efficacy, and effectiveness of medical interventions.</a:t>
            </a:r>
          </a:p>
          <a:p>
            <a:pPr algn="ctr"/>
            <a:endParaRPr lang="en-US" sz="2500" u="sng" dirty="0"/>
          </a:p>
          <a:p>
            <a:pPr algn="ctr"/>
            <a:endParaRPr lang="el-GR" sz="2500" u="sng" dirty="0"/>
          </a:p>
          <a:p>
            <a:pPr marL="347663" indent="-347663">
              <a:buFont typeface="Arial" panose="020B0604020202020204" pitchFamily="34" charset="0"/>
              <a:buChar char="•"/>
            </a:pPr>
            <a:r>
              <a:rPr lang="en-US" sz="2500" b="1" dirty="0"/>
              <a:t>Randomized</a:t>
            </a:r>
            <a:r>
              <a:rPr lang="el-GR" sz="2500" b="1" dirty="0"/>
              <a:t> (RCT)</a:t>
            </a:r>
            <a:r>
              <a:rPr lang="el-GR" sz="2500" dirty="0"/>
              <a:t> </a:t>
            </a:r>
            <a:br>
              <a:rPr lang="en-US" sz="2500" dirty="0"/>
            </a:br>
            <a:r>
              <a:rPr lang="en-US" sz="2500" dirty="0"/>
              <a:t>Randomly assigned participants</a:t>
            </a:r>
            <a:br>
              <a:rPr lang="en-US" sz="2500" dirty="0"/>
            </a:br>
            <a:endParaRPr lang="el-GR" sz="2500" dirty="0"/>
          </a:p>
          <a:p>
            <a:pPr marL="347663" indent="-347663">
              <a:buFont typeface="Arial" panose="020B0604020202020204" pitchFamily="34" charset="0"/>
              <a:buChar char="•"/>
            </a:pPr>
            <a:r>
              <a:rPr lang="en-US" sz="2500" b="1" dirty="0"/>
              <a:t>Non-Randomized</a:t>
            </a:r>
            <a:endParaRPr lang="el-GR" sz="2500" b="1" dirty="0"/>
          </a:p>
          <a:p>
            <a:pPr marL="347663" indent="-347663">
              <a:buFont typeface="Arial" panose="020B0604020202020204" pitchFamily="34" charset="0"/>
              <a:buChar char="•"/>
            </a:pPr>
            <a:endParaRPr lang="el-GR" sz="2500" b="1" dirty="0"/>
          </a:p>
          <a:p>
            <a:pPr algn="ctr"/>
            <a:r>
              <a:rPr lang="en-US" sz="2500" dirty="0"/>
              <a:t>In current study both types have been analyzed</a:t>
            </a:r>
            <a:endParaRPr lang="el-GR" sz="2500" b="1" dirty="0"/>
          </a:p>
          <a:p>
            <a:pPr marL="347663" indent="-347663">
              <a:buFont typeface="Arial" panose="020B0604020202020204" pitchFamily="34" charset="0"/>
              <a:buChar char="•"/>
            </a:pPr>
            <a:endParaRPr lang="el-GR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8943A5-0C0E-B40C-BF7E-B0721302C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415110"/>
            <a:ext cx="10972800" cy="4572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000" b="1" dirty="0"/>
              <a:t>Clinical Trials</a:t>
            </a:r>
            <a:endParaRPr lang="el-GR" sz="3000" b="1" dirty="0"/>
          </a:p>
        </p:txBody>
      </p:sp>
    </p:spTree>
    <p:extLst>
      <p:ext uri="{BB962C8B-B14F-4D97-AF65-F5344CB8AC3E}">
        <p14:creationId xmlns:p14="http://schemas.microsoft.com/office/powerpoint/2010/main" val="660911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871E4C9-769D-7B7A-AAF4-AA60C90D5A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323769"/>
            <a:ext cx="10972800" cy="457200"/>
          </a:xfrm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r>
              <a:rPr lang="en-US" sz="3000" b="1" dirty="0"/>
              <a:t>Phases</a:t>
            </a:r>
            <a:endParaRPr lang="en-GB" sz="3000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1D5DE3-2913-0700-B818-661824D303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954" y="1145894"/>
            <a:ext cx="5372583" cy="5254905"/>
          </a:xfrm>
          <a:noFill/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pPr algn="l"/>
            <a:r>
              <a:rPr lang="en-US" sz="2000" b="1" dirty="0"/>
              <a:t>Phase 1:  </a:t>
            </a:r>
            <a:br>
              <a:rPr lang="en-US" sz="2000" b="1" dirty="0"/>
            </a:br>
            <a:r>
              <a:rPr lang="en-GB" sz="2000" b="1" dirty="0"/>
              <a:t>Dose-Escalation | Human Pharmacology</a:t>
            </a:r>
            <a:endParaRPr lang="en-US" sz="20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Escalating doses ~ Adverse Events (e.g., MTD)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GB" dirty="0"/>
          </a:p>
          <a:p>
            <a:pPr algn="l"/>
            <a:r>
              <a:rPr lang="en-GB" sz="2000" b="1" dirty="0"/>
              <a:t>Phase 2:  </a:t>
            </a:r>
            <a:br>
              <a:rPr lang="en-GB" sz="2000" b="1" dirty="0"/>
            </a:br>
            <a:r>
              <a:rPr lang="en-GB" sz="2000" b="1" dirty="0"/>
              <a:t>Therapeutic Exploratory</a:t>
            </a:r>
            <a:endParaRPr lang="en-US" sz="20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Safety, Pharmaco-dynamics-kinetics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Early</a:t>
            </a:r>
            <a:r>
              <a:rPr lang="el-GR" sz="2000" dirty="0"/>
              <a:t> </a:t>
            </a:r>
            <a:r>
              <a:rPr lang="en-US" sz="2000" dirty="0"/>
              <a:t>efficacy data</a:t>
            </a:r>
            <a:r>
              <a:rPr lang="el-GR" sz="2000" dirty="0"/>
              <a:t> </a:t>
            </a:r>
            <a:r>
              <a:rPr lang="el-GR" sz="2000" dirty="0">
                <a:sym typeface="Wingdings" panose="05000000000000000000" pitchFamily="2" charset="2"/>
              </a:rPr>
              <a:t></a:t>
            </a:r>
            <a:r>
              <a:rPr lang="el-GR" sz="2000" dirty="0"/>
              <a:t> </a:t>
            </a:r>
            <a:r>
              <a:rPr lang="en-GB" sz="2000" dirty="0"/>
              <a:t>Transitional for phase 3 initiation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86DB2BA2-C66A-5EC1-F184-C2C46DC0A30F}"/>
              </a:ext>
            </a:extLst>
          </p:cNvPr>
          <p:cNvSpPr txBox="1">
            <a:spLocks/>
          </p:cNvSpPr>
          <p:nvPr/>
        </p:nvSpPr>
        <p:spPr>
          <a:xfrm>
            <a:off x="6219465" y="1145894"/>
            <a:ext cx="5362935" cy="52549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000" b="1" dirty="0"/>
              <a:t>Phase 3:</a:t>
            </a:r>
            <a:r>
              <a:rPr lang="el-GR" sz="2000" b="1" dirty="0"/>
              <a:t> </a:t>
            </a:r>
            <a:br>
              <a:rPr lang="en-GB" sz="2000" b="1" dirty="0"/>
            </a:br>
            <a:r>
              <a:rPr lang="en-GB" sz="2000" b="1" dirty="0"/>
              <a:t>Therapeutic Confirmatory | Comparative Efficacy</a:t>
            </a:r>
            <a:endParaRPr lang="en-US" sz="20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Greater number of participants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Treatments vs placebo/standard/active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Adverse Events : Most frequent</a:t>
            </a:r>
            <a:endParaRPr lang="en-GB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2000" dirty="0"/>
              <a:t>Study Design important</a:t>
            </a:r>
            <a:endParaRPr lang="en-US" sz="20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sz="2000" b="1" dirty="0"/>
              <a:t>Phase 4: </a:t>
            </a:r>
            <a:br>
              <a:rPr lang="en-US" sz="2000" b="1" dirty="0"/>
            </a:br>
            <a:r>
              <a:rPr lang="en-US" sz="2000" b="1" dirty="0"/>
              <a:t>Therapeutic Use | Post-Marketing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After drug approval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Adverse Events: Rarer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Differences in dose-efficiency in population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Cost Estimation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87245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2C3FE-4952-8B04-EE9E-11D16A309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4665"/>
            <a:ext cx="10972800" cy="4572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GB" sz="3000" b="1" dirty="0"/>
              <a:t>Problem</a:t>
            </a:r>
            <a:endParaRPr lang="en-GB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37985-7345-9CF5-2D16-CDB3C3767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956689"/>
            <a:ext cx="10972800" cy="2365032"/>
          </a:xfrm>
          <a:ln>
            <a:noFill/>
          </a:ln>
        </p:spPr>
        <p:txBody>
          <a:bodyPr anchor="ctr">
            <a:normAutofit fontScale="77500" lnSpcReduction="20000"/>
          </a:bodyPr>
          <a:lstStyle/>
          <a:p>
            <a:r>
              <a:rPr lang="en-GB" dirty="0"/>
              <a:t>Loss of funding, especially in scaled advanced phases </a:t>
            </a:r>
            <a:r>
              <a:rPr lang="en-GB" dirty="0">
                <a:sym typeface="Wingdings" panose="05000000000000000000" pitchFamily="2" charset="2"/>
              </a:rPr>
              <a:t> Could be utilized elsewhere</a:t>
            </a:r>
            <a:endParaRPr lang="en-GB" dirty="0"/>
          </a:p>
          <a:p>
            <a:r>
              <a:rPr lang="en-GB" dirty="0"/>
              <a:t>Inefficient and slow scientific progress</a:t>
            </a:r>
          </a:p>
          <a:p>
            <a:r>
              <a:rPr lang="en-GB" dirty="0"/>
              <a:t>Unreliable scientific information (researchers, clinicians) (replicability, reproducibility)</a:t>
            </a:r>
          </a:p>
          <a:p>
            <a:r>
              <a:rPr lang="en-GB" dirty="0"/>
              <a:t>Respect and Safety of participants</a:t>
            </a:r>
          </a:p>
          <a:p>
            <a:r>
              <a:rPr lang="en-GB" dirty="0"/>
              <a:t>Participants’ </a:t>
            </a:r>
            <a:r>
              <a:rPr lang="en-US" dirty="0"/>
              <a:t>minimization of </a:t>
            </a:r>
            <a:r>
              <a:rPr lang="en-GB" dirty="0"/>
              <a:t>contribution to scientific progress, especially if relying on results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5F8027-D067-F729-F98F-5BF830061C66}"/>
              </a:ext>
            </a:extLst>
          </p:cNvPr>
          <p:cNvSpPr txBox="1">
            <a:spLocks/>
          </p:cNvSpPr>
          <p:nvPr/>
        </p:nvSpPr>
        <p:spPr>
          <a:xfrm>
            <a:off x="609602" y="6143567"/>
            <a:ext cx="10972800" cy="5281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000" dirty="0">
                <a:sym typeface="Wingdings" panose="05000000000000000000" pitchFamily="2" charset="2"/>
              </a:rPr>
              <a:t>Study CTs’ characteristics regarding early termination.</a:t>
            </a:r>
            <a:endParaRPr lang="en-GB" sz="20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CAD9BB0-1F82-1511-FDEC-D74329C882B9}"/>
              </a:ext>
            </a:extLst>
          </p:cNvPr>
          <p:cNvSpPr txBox="1">
            <a:spLocks/>
          </p:cNvSpPr>
          <p:nvPr/>
        </p:nvSpPr>
        <p:spPr>
          <a:xfrm>
            <a:off x="609604" y="5588552"/>
            <a:ext cx="10972800" cy="4572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500" b="1" dirty="0"/>
              <a:t>Objective</a:t>
            </a:r>
            <a:endParaRPr lang="en-GB" sz="2500" b="1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646428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64C2508-D28E-6C2B-E788-4415DE3EF595}"/>
              </a:ext>
            </a:extLst>
          </p:cNvPr>
          <p:cNvSpPr txBox="1">
            <a:spLocks/>
          </p:cNvSpPr>
          <p:nvPr/>
        </p:nvSpPr>
        <p:spPr>
          <a:xfrm>
            <a:off x="609600" y="827315"/>
            <a:ext cx="10972800" cy="147604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200" dirty="0"/>
              <a:t>Digital medical records. Complex datasets including large number of entries of any data types (images, text, ICD-10 codes, etc.).</a:t>
            </a:r>
            <a:br>
              <a:rPr lang="en-GB" sz="2200" dirty="0"/>
            </a:br>
            <a:r>
              <a:rPr lang="en-GB" sz="2200" dirty="0"/>
              <a:t>Valuable information but also more challenging for analysis with traditional statistical models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E7D1FB3-01A9-C464-C45A-EB8E9A04BC4D}"/>
              </a:ext>
            </a:extLst>
          </p:cNvPr>
          <p:cNvSpPr txBox="1">
            <a:spLocks/>
          </p:cNvSpPr>
          <p:nvPr/>
        </p:nvSpPr>
        <p:spPr>
          <a:xfrm>
            <a:off x="609600" y="2834636"/>
            <a:ext cx="10972800" cy="19727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2200" dirty="0"/>
              <a:t>In 2005, the International Committee of Medical Journal Editors (ICMJE) </a:t>
            </a:r>
            <a:r>
              <a:rPr lang="en-GB" sz="2200" dirty="0">
                <a:sym typeface="Wingdings" panose="05000000000000000000" pitchFamily="2" charset="2"/>
              </a:rPr>
              <a:t></a:t>
            </a:r>
            <a:r>
              <a:rPr lang="en-GB" sz="2200" dirty="0"/>
              <a:t> </a:t>
            </a:r>
          </a:p>
          <a:p>
            <a:pPr algn="ctr"/>
            <a:r>
              <a:rPr lang="en-GB" sz="2200" dirty="0"/>
              <a:t>CTs uploaded on Public Registries </a:t>
            </a:r>
            <a:r>
              <a:rPr lang="en-GB" sz="2200" dirty="0">
                <a:sym typeface="Wingdings" panose="05000000000000000000" pitchFamily="2" charset="2"/>
              </a:rPr>
              <a:t>  </a:t>
            </a:r>
            <a:r>
              <a:rPr lang="en-GB" sz="2200" dirty="0"/>
              <a:t>Design transparency </a:t>
            </a:r>
          </a:p>
          <a:p>
            <a:pPr algn="ctr"/>
            <a:endParaRPr lang="en-GB" sz="2200" dirty="0"/>
          </a:p>
          <a:p>
            <a:pPr algn="ctr"/>
            <a:r>
              <a:rPr lang="en-GB" sz="22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ClinicalTrials.gov</a:t>
            </a:r>
            <a:r>
              <a:rPr lang="en-GB" sz="2200" dirty="0"/>
              <a:t> registry is a type of EHR data regarding CTs’ information. </a:t>
            </a:r>
          </a:p>
          <a:p>
            <a:pPr algn="ctr"/>
            <a:r>
              <a:rPr lang="en-GB" sz="2200" dirty="0"/>
              <a:t>It was used as data source in current study</a:t>
            </a:r>
            <a:endParaRPr lang="en-US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081B3-55DA-8B56-A28C-A5E0E86D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0115"/>
            <a:ext cx="10972800" cy="4572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2500" b="1" dirty="0"/>
              <a:t>Electronic Health Records </a:t>
            </a:r>
            <a:r>
              <a:rPr lang="el-GR" sz="2500" b="1" dirty="0"/>
              <a:t>– </a:t>
            </a:r>
            <a:r>
              <a:rPr lang="en-US" sz="2500" b="1" dirty="0"/>
              <a:t>EHR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DEE60B-D404-7827-DCD6-007CA5735B35}"/>
              </a:ext>
            </a:extLst>
          </p:cNvPr>
          <p:cNvSpPr txBox="1"/>
          <p:nvPr/>
        </p:nvSpPr>
        <p:spPr>
          <a:xfrm>
            <a:off x="609600" y="2377436"/>
            <a:ext cx="10972800" cy="457200"/>
          </a:xfrm>
          <a:prstGeom prst="rect">
            <a:avLst/>
          </a:prstGeom>
          <a:noFill/>
          <a:ln cmpd="sng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/>
              <a:t>Public Registries</a:t>
            </a:r>
            <a:r>
              <a:rPr lang="el-GR" sz="2500" b="1" dirty="0"/>
              <a:t> </a:t>
            </a:r>
            <a:r>
              <a:rPr lang="en-US" sz="2500" b="1" dirty="0"/>
              <a:t>as EHR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9BB61E-EA88-626A-DB6A-1C88B5382EEA}"/>
              </a:ext>
            </a:extLst>
          </p:cNvPr>
          <p:cNvSpPr txBox="1"/>
          <p:nvPr/>
        </p:nvSpPr>
        <p:spPr>
          <a:xfrm>
            <a:off x="609600" y="5040773"/>
            <a:ext cx="10972800" cy="4770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500" b="1" dirty="0"/>
              <a:t>Significance of Accurate Registration</a:t>
            </a:r>
            <a:endParaRPr lang="el-GR" sz="25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DDFCFBD-9E04-ECFB-B1C3-F69CFF2F9ACF}"/>
              </a:ext>
            </a:extLst>
          </p:cNvPr>
          <p:cNvSpPr txBox="1">
            <a:spLocks/>
          </p:cNvSpPr>
          <p:nvPr/>
        </p:nvSpPr>
        <p:spPr>
          <a:xfrm>
            <a:off x="609600" y="5497973"/>
            <a:ext cx="10972800" cy="12014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CTs’ characteristics </a:t>
            </a:r>
            <a:r>
              <a:rPr lang="en-GB" sz="2000" dirty="0">
                <a:sym typeface="Wingdings" panose="05000000000000000000" pitchFamily="2" charset="2"/>
              </a:rPr>
              <a:t> </a:t>
            </a:r>
            <a:r>
              <a:rPr lang="en-GB" sz="2000" dirty="0"/>
              <a:t>Registries’</a:t>
            </a:r>
            <a:r>
              <a:rPr lang="en-GB" sz="2000" dirty="0">
                <a:sym typeface="Wingdings" panose="05000000000000000000" pitchFamily="2" charset="2"/>
              </a:rPr>
              <a:t> </a:t>
            </a:r>
            <a:r>
              <a:rPr lang="en-GB" sz="2000" dirty="0"/>
              <a:t>Analysis </a:t>
            </a:r>
            <a:r>
              <a:rPr lang="en-GB" sz="2000" dirty="0">
                <a:sym typeface="Wingdings" panose="05000000000000000000" pitchFamily="2" charset="2"/>
              </a:rPr>
              <a:t></a:t>
            </a:r>
            <a:r>
              <a:rPr lang="en-GB" sz="2000" dirty="0"/>
              <a:t> Early termination relations </a:t>
            </a:r>
          </a:p>
          <a:p>
            <a:r>
              <a:rPr lang="en-GB" sz="2000" dirty="0"/>
              <a:t>Non-transparent registry </a:t>
            </a:r>
            <a:r>
              <a:rPr lang="en-GB" sz="2000" dirty="0">
                <a:sym typeface="Wingdings" panose="05000000000000000000" pitchFamily="2" charset="2"/>
              </a:rPr>
              <a:t> Unethical </a:t>
            </a:r>
          </a:p>
        </p:txBody>
      </p:sp>
    </p:spTree>
    <p:extLst>
      <p:ext uri="{BB962C8B-B14F-4D97-AF65-F5344CB8AC3E}">
        <p14:creationId xmlns:p14="http://schemas.microsoft.com/office/powerpoint/2010/main" val="3253723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79714B-1FF3-323E-6749-EA95E8C454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63331"/>
            <a:ext cx="10972800" cy="4147921"/>
          </a:xfrm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r>
              <a:rPr lang="en-GB" sz="2500" dirty="0"/>
              <a:t>Enrollment</a:t>
            </a:r>
          </a:p>
          <a:p>
            <a:r>
              <a:rPr lang="en-GB" sz="2500" dirty="0"/>
              <a:t>Disease category (e.g., neoplasms) </a:t>
            </a:r>
            <a:r>
              <a:rPr lang="en-GB" sz="2500" dirty="0">
                <a:sym typeface="Wingdings" panose="05000000000000000000" pitchFamily="2" charset="2"/>
              </a:rPr>
              <a:t> Affects enrollment</a:t>
            </a:r>
            <a:endParaRPr lang="en-GB" sz="2500" dirty="0"/>
          </a:p>
          <a:p>
            <a:r>
              <a:rPr lang="en-GB" sz="2500" dirty="0"/>
              <a:t>Number of facilities </a:t>
            </a:r>
            <a:r>
              <a:rPr lang="en-GB" sz="2500" dirty="0">
                <a:sym typeface="Wingdings" panose="05000000000000000000" pitchFamily="2" charset="2"/>
              </a:rPr>
              <a:t> Also, affects enrollment</a:t>
            </a:r>
            <a:endParaRPr lang="en-GB" sz="2500" dirty="0"/>
          </a:p>
          <a:p>
            <a:r>
              <a:rPr lang="en-GB" sz="2500" dirty="0"/>
              <a:t>Healthy Volunteers</a:t>
            </a:r>
          </a:p>
          <a:p>
            <a:r>
              <a:rPr lang="en-GB" sz="2500" dirty="0"/>
              <a:t>Number of Adverse Events</a:t>
            </a:r>
          </a:p>
          <a:p>
            <a:r>
              <a:rPr lang="en-GB" sz="2500" dirty="0"/>
              <a:t>Funder type (e.g., Industry)</a:t>
            </a:r>
          </a:p>
          <a:p>
            <a:r>
              <a:rPr lang="en-GB" sz="2500" dirty="0"/>
              <a:t>Other (e., Administrative, supplies etc.)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AA6C9D-2E20-3FDC-E624-B09367AC8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74562"/>
            <a:ext cx="10972800" cy="4572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GB" sz="3200" b="1" dirty="0"/>
              <a:t>Early Termination (Background Research)</a:t>
            </a:r>
          </a:p>
        </p:txBody>
      </p:sp>
    </p:spTree>
    <p:extLst>
      <p:ext uri="{BB962C8B-B14F-4D97-AF65-F5344CB8AC3E}">
        <p14:creationId xmlns:p14="http://schemas.microsoft.com/office/powerpoint/2010/main" val="2711995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1977896-C24B-9F1A-D777-D502E6AF5937}"/>
              </a:ext>
            </a:extLst>
          </p:cNvPr>
          <p:cNvSpPr txBox="1">
            <a:spLocks/>
          </p:cNvSpPr>
          <p:nvPr/>
        </p:nvSpPr>
        <p:spPr>
          <a:xfrm>
            <a:off x="609600" y="685800"/>
            <a:ext cx="10972800" cy="5486400"/>
          </a:xfrm>
          <a:prstGeom prst="plaque">
            <a:avLst/>
          </a:prstGeom>
          <a:noFill/>
          <a:ln w="190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000" b="1" dirty="0"/>
              <a:t>Methodology</a:t>
            </a:r>
            <a:endParaRPr lang="en-GB" sz="5000" b="1" dirty="0"/>
          </a:p>
        </p:txBody>
      </p:sp>
    </p:spTree>
    <p:extLst>
      <p:ext uri="{BB962C8B-B14F-4D97-AF65-F5344CB8AC3E}">
        <p14:creationId xmlns:p14="http://schemas.microsoft.com/office/powerpoint/2010/main" val="2295317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82945-C5A3-891C-124F-4B2A9A7BA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92291"/>
            <a:ext cx="10972800" cy="4572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000" b="1" dirty="0"/>
              <a:t>Data Source</a:t>
            </a:r>
            <a:endParaRPr lang="en-GB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0C937-D67E-0A40-7F75-05BDEA926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712942"/>
            <a:ext cx="10972800" cy="2322045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2000" dirty="0">
                <a:sym typeface="Wingdings" panose="05000000000000000000" pitchFamily="2" charset="2"/>
              </a:rPr>
              <a:t>Interventional</a:t>
            </a:r>
          </a:p>
          <a:p>
            <a:r>
              <a:rPr lang="en-US" sz="2000" dirty="0">
                <a:sym typeface="Wingdings" panose="05000000000000000000" pitchFamily="2" charset="2"/>
              </a:rPr>
              <a:t>Randomized, Non-Randomized</a:t>
            </a:r>
          </a:p>
          <a:p>
            <a:r>
              <a:rPr lang="en-US" sz="2000" dirty="0">
                <a:sym typeface="Wingdings" panose="05000000000000000000" pitchFamily="2" charset="2"/>
              </a:rPr>
              <a:t>Dates: 2011-2024</a:t>
            </a:r>
          </a:p>
          <a:p>
            <a:r>
              <a:rPr lang="en-US" sz="2000" dirty="0">
                <a:sym typeface="Wingdings" panose="05000000000000000000" pitchFamily="2" charset="2"/>
              </a:rPr>
              <a:t>Status: Completed, Terminated (+Withdrawal)</a:t>
            </a:r>
          </a:p>
          <a:p>
            <a:r>
              <a:rPr lang="en-GB" sz="2000" dirty="0"/>
              <a:t>Phases: 1, 2, 3, 4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3C8EA0A-F462-758F-BA11-97260070A3A6}"/>
              </a:ext>
            </a:extLst>
          </p:cNvPr>
          <p:cNvSpPr txBox="1">
            <a:spLocks/>
          </p:cNvSpPr>
          <p:nvPr/>
        </p:nvSpPr>
        <p:spPr>
          <a:xfrm>
            <a:off x="609600" y="1243713"/>
            <a:ext cx="10972800" cy="89760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AACT db</a:t>
            </a:r>
          </a:p>
          <a:p>
            <a:r>
              <a:rPr lang="en-US" sz="2000" dirty="0"/>
              <a:t>ClinicalTrials.gov website </a:t>
            </a:r>
            <a:r>
              <a:rPr lang="en-US" sz="2000" dirty="0">
                <a:sym typeface="Wingdings" panose="05000000000000000000" pitchFamily="2" charset="2"/>
              </a:rPr>
              <a:t>(csv)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ACD9B0C-3CE0-400E-CB68-9AF9FB1B59DD}"/>
              </a:ext>
            </a:extLst>
          </p:cNvPr>
          <p:cNvSpPr txBox="1">
            <a:spLocks/>
          </p:cNvSpPr>
          <p:nvPr/>
        </p:nvSpPr>
        <p:spPr>
          <a:xfrm>
            <a:off x="609600" y="2198529"/>
            <a:ext cx="10972800" cy="4572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000" b="1" dirty="0">
                <a:sym typeface="Wingdings" panose="05000000000000000000" pitchFamily="2" charset="2"/>
              </a:rPr>
              <a:t>Trials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35A33DB-46F9-29EA-5ED4-6F3291D206A4}"/>
              </a:ext>
            </a:extLst>
          </p:cNvPr>
          <p:cNvSpPr txBox="1">
            <a:spLocks/>
          </p:cNvSpPr>
          <p:nvPr/>
        </p:nvSpPr>
        <p:spPr>
          <a:xfrm>
            <a:off x="609600" y="4936238"/>
            <a:ext cx="10972800" cy="4572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000" b="1" dirty="0">
                <a:sym typeface="Wingdings" panose="05000000000000000000" pitchFamily="2" charset="2"/>
              </a:rPr>
              <a:t>Characteristics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0AC0028-14B1-0B7D-9D13-D0694E0DD6A1}"/>
              </a:ext>
            </a:extLst>
          </p:cNvPr>
          <p:cNvSpPr txBox="1">
            <a:spLocks/>
          </p:cNvSpPr>
          <p:nvPr/>
        </p:nvSpPr>
        <p:spPr>
          <a:xfrm>
            <a:off x="609600" y="5393438"/>
            <a:ext cx="10972800" cy="119255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Imbalanced dataset Completed/Terminated ≈ 85:15</a:t>
            </a:r>
          </a:p>
          <a:p>
            <a:r>
              <a:rPr lang="en-GB" sz="2000" dirty="0"/>
              <a:t>Skewed real world data</a:t>
            </a:r>
          </a:p>
          <a:p>
            <a:r>
              <a:rPr lang="en-GB" sz="2000" dirty="0"/>
              <a:t>Many missing, inaccurate registries</a:t>
            </a:r>
          </a:p>
        </p:txBody>
      </p:sp>
    </p:spTree>
    <p:extLst>
      <p:ext uri="{BB962C8B-B14F-4D97-AF65-F5344CB8AC3E}">
        <p14:creationId xmlns:p14="http://schemas.microsoft.com/office/powerpoint/2010/main" val="2935283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276814B7-E327-3B1E-F177-5D0C4F86C148}"/>
              </a:ext>
            </a:extLst>
          </p:cNvPr>
          <p:cNvSpPr/>
          <p:nvPr/>
        </p:nvSpPr>
        <p:spPr>
          <a:xfrm>
            <a:off x="5636939" y="5812568"/>
            <a:ext cx="1554480" cy="891412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Models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685977E3-BE66-C325-7617-8006ED1FCC83}"/>
              </a:ext>
            </a:extLst>
          </p:cNvPr>
          <p:cNvSpPr/>
          <p:nvPr/>
        </p:nvSpPr>
        <p:spPr>
          <a:xfrm>
            <a:off x="618003" y="3374657"/>
            <a:ext cx="1554480" cy="91440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Collinearity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96375C8D-75B6-B300-A413-940AA01BDE3E}"/>
              </a:ext>
            </a:extLst>
          </p:cNvPr>
          <p:cNvSpPr/>
          <p:nvPr/>
        </p:nvSpPr>
        <p:spPr>
          <a:xfrm>
            <a:off x="612872" y="4412892"/>
            <a:ext cx="1554480" cy="91440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Sparsity Risk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C395692-D7A5-4CC4-921A-B43C008650B1}"/>
              </a:ext>
            </a:extLst>
          </p:cNvPr>
          <p:cNvSpPr/>
          <p:nvPr/>
        </p:nvSpPr>
        <p:spPr>
          <a:xfrm>
            <a:off x="618003" y="5447883"/>
            <a:ext cx="1554480" cy="91440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rgbClr val="CCD2D8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Feature Selection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E0EECE8-AB14-663A-F02F-8B737CA2E325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5079632" y="1499997"/>
            <a:ext cx="332243" cy="2948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3232069-8A2F-8848-7025-41FE72768F8C}"/>
              </a:ext>
            </a:extLst>
          </p:cNvPr>
          <p:cNvCxnSpPr>
            <a:cxnSpLocks/>
          </p:cNvCxnSpPr>
          <p:nvPr/>
        </p:nvCxnSpPr>
        <p:spPr>
          <a:xfrm>
            <a:off x="6189115" y="1962587"/>
            <a:ext cx="0" cy="369636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94E404E-5C6E-E5EE-A78B-BA3B2B61EEB2}"/>
              </a:ext>
            </a:extLst>
          </p:cNvPr>
          <p:cNvCxnSpPr>
            <a:cxnSpLocks/>
          </p:cNvCxnSpPr>
          <p:nvPr/>
        </p:nvCxnSpPr>
        <p:spPr>
          <a:xfrm flipV="1">
            <a:off x="8847948" y="2198759"/>
            <a:ext cx="1100649" cy="1144727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F00E1C02-3F02-6CE1-AA6B-17A0488972D1}"/>
              </a:ext>
            </a:extLst>
          </p:cNvPr>
          <p:cNvCxnSpPr>
            <a:cxnSpLocks/>
          </p:cNvCxnSpPr>
          <p:nvPr/>
        </p:nvCxnSpPr>
        <p:spPr>
          <a:xfrm flipV="1">
            <a:off x="8847948" y="3341759"/>
            <a:ext cx="1100650" cy="1727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CC1E783-18E4-8F6D-ECF6-34DDBB6B81E0}"/>
              </a:ext>
            </a:extLst>
          </p:cNvPr>
          <p:cNvCxnSpPr>
            <a:cxnSpLocks/>
          </p:cNvCxnSpPr>
          <p:nvPr/>
        </p:nvCxnSpPr>
        <p:spPr>
          <a:xfrm>
            <a:off x="8847948" y="3343486"/>
            <a:ext cx="1100650" cy="1202993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4464893D-F15C-B75F-4AAC-E1B5E329FBDD}"/>
              </a:ext>
            </a:extLst>
          </p:cNvPr>
          <p:cNvCxnSpPr>
            <a:cxnSpLocks/>
            <a:stCxn id="62" idx="0"/>
          </p:cNvCxnSpPr>
          <p:nvPr/>
        </p:nvCxnSpPr>
        <p:spPr>
          <a:xfrm flipV="1">
            <a:off x="6414179" y="3800686"/>
            <a:ext cx="1656529" cy="2011882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233F2D15-C7AE-A91A-DC48-28D5E93B476C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6966355" y="1502945"/>
            <a:ext cx="348761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5344E2E-FFEC-B46E-FB1C-FBAC268A6731}"/>
              </a:ext>
            </a:extLst>
          </p:cNvPr>
          <p:cNvCxnSpPr>
            <a:cxnSpLocks/>
            <a:stCxn id="63" idx="3"/>
            <a:endCxn id="22" idx="1"/>
          </p:cNvCxnSpPr>
          <p:nvPr/>
        </p:nvCxnSpPr>
        <p:spPr>
          <a:xfrm flipV="1">
            <a:off x="2172483" y="3353334"/>
            <a:ext cx="1346976" cy="478523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5156EED3-9E21-BC6B-951D-F2914FC68A98}"/>
              </a:ext>
            </a:extLst>
          </p:cNvPr>
          <p:cNvCxnSpPr>
            <a:cxnSpLocks/>
            <a:stCxn id="64" idx="3"/>
          </p:cNvCxnSpPr>
          <p:nvPr/>
        </p:nvCxnSpPr>
        <p:spPr>
          <a:xfrm flipV="1">
            <a:off x="2167352" y="3514298"/>
            <a:ext cx="1329416" cy="1355794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8652D68-0DB3-6990-6918-EE78DE3D987D}"/>
              </a:ext>
            </a:extLst>
          </p:cNvPr>
          <p:cNvCxnSpPr>
            <a:cxnSpLocks/>
            <a:stCxn id="65" idx="3"/>
          </p:cNvCxnSpPr>
          <p:nvPr/>
        </p:nvCxnSpPr>
        <p:spPr>
          <a:xfrm flipV="1">
            <a:off x="2172483" y="3798573"/>
            <a:ext cx="1381960" cy="210651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arrow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132FF9E-F1BD-E667-E01F-0E0BEB517FC0}"/>
              </a:ext>
            </a:extLst>
          </p:cNvPr>
          <p:cNvCxnSpPr>
            <a:cxnSpLocks/>
          </p:cNvCxnSpPr>
          <p:nvPr/>
        </p:nvCxnSpPr>
        <p:spPr>
          <a:xfrm>
            <a:off x="4307523" y="3798959"/>
            <a:ext cx="0" cy="501162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878F7C9-712D-5126-FCE4-342FE5DE8A81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189116" y="2918145"/>
            <a:ext cx="1104352" cy="425341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28E262A4-85BC-A987-DFF2-C03B2E4F7690}"/>
              </a:ext>
            </a:extLst>
          </p:cNvPr>
          <p:cNvSpPr/>
          <p:nvPr/>
        </p:nvSpPr>
        <p:spPr>
          <a:xfrm>
            <a:off x="3530283" y="5801074"/>
            <a:ext cx="1554480" cy="914400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HPO : K-Fold CV</a:t>
            </a:r>
            <a:endParaRPr lang="en-GB" dirty="0">
              <a:solidFill>
                <a:schemeClr val="bg1"/>
              </a:solidFill>
            </a:endParaRPr>
          </a:p>
        </p:txBody>
      </p: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C3CC4946-4231-BDC9-1298-AA44DA81682E}"/>
              </a:ext>
            </a:extLst>
          </p:cNvPr>
          <p:cNvCxnSpPr>
            <a:cxnSpLocks/>
            <a:stCxn id="94" idx="3"/>
            <a:endCxn id="62" idx="1"/>
          </p:cNvCxnSpPr>
          <p:nvPr/>
        </p:nvCxnSpPr>
        <p:spPr>
          <a:xfrm>
            <a:off x="5084763" y="6258274"/>
            <a:ext cx="552176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09" name="Straight Arrow Connector 508">
            <a:extLst>
              <a:ext uri="{FF2B5EF4-FFF2-40B4-BE49-F238E27FC236}">
                <a16:creationId xmlns:a16="http://schemas.microsoft.com/office/drawing/2014/main" id="{175509C9-F69A-1947-F16B-D0374B7D2F77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2915450" y="1499997"/>
            <a:ext cx="609702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arrow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82" name="Rectangle: Rounded Corners 581">
            <a:extLst>
              <a:ext uri="{FF2B5EF4-FFF2-40B4-BE49-F238E27FC236}">
                <a16:creationId xmlns:a16="http://schemas.microsoft.com/office/drawing/2014/main" id="{8AD59409-A14C-E64D-73A3-2C4EE7BB5E73}"/>
              </a:ext>
            </a:extLst>
          </p:cNvPr>
          <p:cNvSpPr/>
          <p:nvPr/>
        </p:nvSpPr>
        <p:spPr>
          <a:xfrm>
            <a:off x="618003" y="2357381"/>
            <a:ext cx="1549348" cy="914400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Exploratory Analysis 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583" name="Straight Arrow Connector 582">
            <a:extLst>
              <a:ext uri="{FF2B5EF4-FFF2-40B4-BE49-F238E27FC236}">
                <a16:creationId xmlns:a16="http://schemas.microsoft.com/office/drawing/2014/main" id="{B799BC5B-8485-A3BC-50A1-D4C731EE3820}"/>
              </a:ext>
            </a:extLst>
          </p:cNvPr>
          <p:cNvCxnSpPr>
            <a:cxnSpLocks/>
            <a:stCxn id="582" idx="3"/>
          </p:cNvCxnSpPr>
          <p:nvPr/>
        </p:nvCxnSpPr>
        <p:spPr>
          <a:xfrm>
            <a:off x="2167351" y="2814581"/>
            <a:ext cx="1341284" cy="436768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1" name="Straight Arrow Connector 590">
            <a:extLst>
              <a:ext uri="{FF2B5EF4-FFF2-40B4-BE49-F238E27FC236}">
                <a16:creationId xmlns:a16="http://schemas.microsoft.com/office/drawing/2014/main" id="{D3B9B5F9-8660-70D3-44AA-D8E39564648C}"/>
              </a:ext>
            </a:extLst>
          </p:cNvPr>
          <p:cNvCxnSpPr>
            <a:cxnSpLocks/>
          </p:cNvCxnSpPr>
          <p:nvPr/>
        </p:nvCxnSpPr>
        <p:spPr>
          <a:xfrm flipH="1">
            <a:off x="5084763" y="2900470"/>
            <a:ext cx="1104352" cy="441289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24" name="Straight Arrow Connector 623">
            <a:extLst>
              <a:ext uri="{FF2B5EF4-FFF2-40B4-BE49-F238E27FC236}">
                <a16:creationId xmlns:a16="http://schemas.microsoft.com/office/drawing/2014/main" id="{0E2627AA-30FB-8252-5A08-C663C633D9C7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4307523" y="5214521"/>
            <a:ext cx="0" cy="586553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677" name="TextBox 676">
            <a:extLst>
              <a:ext uri="{FF2B5EF4-FFF2-40B4-BE49-F238E27FC236}">
                <a16:creationId xmlns:a16="http://schemas.microsoft.com/office/drawing/2014/main" id="{1263351C-9AB9-9F3E-1A06-CBF996165FBC}"/>
              </a:ext>
            </a:extLst>
          </p:cNvPr>
          <p:cNvSpPr txBox="1"/>
          <p:nvPr/>
        </p:nvSpPr>
        <p:spPr>
          <a:xfrm>
            <a:off x="609600" y="229156"/>
            <a:ext cx="10972800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b="1" dirty="0"/>
              <a:t>Methodology Schema</a:t>
            </a:r>
            <a:endParaRPr lang="en-GB" sz="3000" b="1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1202A3-1C81-7F2E-C455-6765BD42D175}"/>
              </a:ext>
            </a:extLst>
          </p:cNvPr>
          <p:cNvSpPr/>
          <p:nvPr/>
        </p:nvSpPr>
        <p:spPr>
          <a:xfrm>
            <a:off x="1360970" y="1042797"/>
            <a:ext cx="1554480" cy="914400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AACT db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136405-1727-36E6-CA35-BB9A033D83BF}"/>
              </a:ext>
            </a:extLst>
          </p:cNvPr>
          <p:cNvSpPr/>
          <p:nvPr/>
        </p:nvSpPr>
        <p:spPr>
          <a:xfrm>
            <a:off x="3525152" y="1042797"/>
            <a:ext cx="1554480" cy="914400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CSV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3BA573A-42F1-DA45-C0FD-BC1655434B77}"/>
              </a:ext>
            </a:extLst>
          </p:cNvPr>
          <p:cNvSpPr/>
          <p:nvPr/>
        </p:nvSpPr>
        <p:spPr>
          <a:xfrm>
            <a:off x="5411875" y="1045745"/>
            <a:ext cx="1554480" cy="914400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Structured Data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23AFC2A-4C62-4A4D-AEB3-32D858308FD1}"/>
              </a:ext>
            </a:extLst>
          </p:cNvPr>
          <p:cNvSpPr/>
          <p:nvPr/>
        </p:nvSpPr>
        <p:spPr>
          <a:xfrm>
            <a:off x="7315116" y="1045745"/>
            <a:ext cx="1554480" cy="914400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Exploratory Analysis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E293953-6562-5BA0-E21F-F083B2846EC4}"/>
              </a:ext>
            </a:extLst>
          </p:cNvPr>
          <p:cNvSpPr/>
          <p:nvPr/>
        </p:nvSpPr>
        <p:spPr>
          <a:xfrm>
            <a:off x="3519459" y="2896134"/>
            <a:ext cx="1554480" cy="914400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Train Set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C46B7F-8DBD-208B-12A2-4C85460F75A9}"/>
              </a:ext>
            </a:extLst>
          </p:cNvPr>
          <p:cNvSpPr/>
          <p:nvPr/>
        </p:nvSpPr>
        <p:spPr>
          <a:xfrm>
            <a:off x="7315116" y="2896134"/>
            <a:ext cx="1554480" cy="914400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Test Set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1FABA48-E7BA-FC06-2FF3-7550185F508C}"/>
              </a:ext>
            </a:extLst>
          </p:cNvPr>
          <p:cNvSpPr/>
          <p:nvPr/>
        </p:nvSpPr>
        <p:spPr>
          <a:xfrm>
            <a:off x="3525152" y="4308883"/>
            <a:ext cx="1554480" cy="914400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Random Under Sample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C9E1510-0A85-CC61-2F3A-2965E5E741DD}"/>
              </a:ext>
            </a:extLst>
          </p:cNvPr>
          <p:cNvSpPr/>
          <p:nvPr/>
        </p:nvSpPr>
        <p:spPr>
          <a:xfrm>
            <a:off x="5565989" y="2349898"/>
            <a:ext cx="1246254" cy="568247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One Hot Encoding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3EC8373-4835-1D54-AC63-3CAC68B40C09}"/>
              </a:ext>
            </a:extLst>
          </p:cNvPr>
          <p:cNvSpPr/>
          <p:nvPr/>
        </p:nvSpPr>
        <p:spPr>
          <a:xfrm>
            <a:off x="9905302" y="1741559"/>
            <a:ext cx="1676391" cy="9144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Classification Report 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089C5E8-5913-03D2-C089-2339D56123FD}"/>
              </a:ext>
            </a:extLst>
          </p:cNvPr>
          <p:cNvSpPr/>
          <p:nvPr/>
        </p:nvSpPr>
        <p:spPr>
          <a:xfrm>
            <a:off x="9905303" y="2884559"/>
            <a:ext cx="1676390" cy="9144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Roc/PR Curves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4151066-3F48-9700-D69C-E46E31D40C83}"/>
              </a:ext>
            </a:extLst>
          </p:cNvPr>
          <p:cNvSpPr/>
          <p:nvPr/>
        </p:nvSpPr>
        <p:spPr>
          <a:xfrm>
            <a:off x="9905303" y="4089279"/>
            <a:ext cx="1676390" cy="914400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SHAP plots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710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73E6068-02CB-5172-F662-3212E8C1CE9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99024067"/>
              </p:ext>
            </p:extLst>
          </p:nvPr>
        </p:nvGraphicFramePr>
        <p:xfrm>
          <a:off x="170725" y="876783"/>
          <a:ext cx="5847145" cy="5914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97A848B3-A454-77E9-2411-EE831EF4054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79998502"/>
              </p:ext>
            </p:extLst>
          </p:nvPr>
        </p:nvGraphicFramePr>
        <p:xfrm>
          <a:off x="6174130" y="876783"/>
          <a:ext cx="5847145" cy="5914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2" name="TextBox 41">
            <a:extLst>
              <a:ext uri="{FF2B5EF4-FFF2-40B4-BE49-F238E27FC236}">
                <a16:creationId xmlns:a16="http://schemas.microsoft.com/office/drawing/2014/main" id="{2DFEE1D9-3445-82AA-690D-F8B09B9501C3}"/>
              </a:ext>
            </a:extLst>
          </p:cNvPr>
          <p:cNvSpPr txBox="1"/>
          <p:nvPr/>
        </p:nvSpPr>
        <p:spPr>
          <a:xfrm>
            <a:off x="531470" y="228599"/>
            <a:ext cx="109728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3000" b="1" dirty="0"/>
              <a:t>Schema</a:t>
            </a:r>
            <a:endParaRPr lang="en-GB" sz="3000" b="1" dirty="0"/>
          </a:p>
        </p:txBody>
      </p:sp>
    </p:spTree>
    <p:extLst>
      <p:ext uri="{BB962C8B-B14F-4D97-AF65-F5344CB8AC3E}">
        <p14:creationId xmlns:p14="http://schemas.microsoft.com/office/powerpoint/2010/main" val="1969514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344B0-E792-5660-B4CD-3CA83C53A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2" y="1558875"/>
            <a:ext cx="10972800" cy="4879993"/>
          </a:xfrm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GB" sz="2000" b="1" dirty="0"/>
              <a:t>Logarithmic scale-Continuous features</a:t>
            </a:r>
          </a:p>
          <a:p>
            <a:pPr lvl="1"/>
            <a:r>
              <a:rPr lang="en-GB" sz="2000" dirty="0"/>
              <a:t>Distribution plots: Skewed real world data</a:t>
            </a:r>
          </a:p>
          <a:p>
            <a:pPr lvl="1"/>
            <a:r>
              <a:rPr lang="en-GB" sz="2000" dirty="0"/>
              <a:t>Distance based Models : KNN, SVC</a:t>
            </a:r>
          </a:p>
          <a:p>
            <a:pPr marL="0" indent="0">
              <a:buNone/>
            </a:pPr>
            <a:r>
              <a:rPr lang="en-GB" sz="2000" b="1" dirty="0"/>
              <a:t>Sparsity </a:t>
            </a:r>
            <a:r>
              <a:rPr lang="en-GB" sz="2000" b="1" dirty="0">
                <a:sym typeface="Wingdings" panose="05000000000000000000" pitchFamily="2" charset="2"/>
              </a:rPr>
              <a:t> </a:t>
            </a:r>
            <a:r>
              <a:rPr lang="en-GB" sz="2000" b="1" dirty="0"/>
              <a:t>Merge levels</a:t>
            </a:r>
          </a:p>
          <a:p>
            <a:pPr lvl="1"/>
            <a:r>
              <a:rPr lang="en-US" sz="2000" dirty="0"/>
              <a:t>On Train-Resampled set</a:t>
            </a:r>
            <a:endParaRPr lang="en-GB" sz="2000" dirty="0"/>
          </a:p>
          <a:p>
            <a:pPr lvl="1"/>
            <a:r>
              <a:rPr lang="en-GB" sz="2000" dirty="0"/>
              <a:t>Levels of categorical features with too small sample size in minority class</a:t>
            </a:r>
          </a:p>
          <a:p>
            <a:pPr lvl="1"/>
            <a:r>
              <a:rPr lang="en-GB" sz="2000" dirty="0"/>
              <a:t>EPV : ≥25</a:t>
            </a:r>
          </a:p>
          <a:p>
            <a:pPr marL="0" indent="0">
              <a:buNone/>
            </a:pPr>
            <a:r>
              <a:rPr lang="en-GB" sz="2000" b="1" dirty="0"/>
              <a:t>Correlation Heatmaps</a:t>
            </a:r>
          </a:p>
          <a:p>
            <a:pPr lvl="1"/>
            <a:r>
              <a:rPr lang="en-GB" sz="2000" dirty="0"/>
              <a:t>Spearman </a:t>
            </a:r>
          </a:p>
          <a:p>
            <a:pPr lvl="1"/>
            <a:r>
              <a:rPr lang="en-US" sz="2000" dirty="0"/>
              <a:t>Chi2 (</a:t>
            </a:r>
            <a:r>
              <a:rPr lang="en-GB" sz="2000" dirty="0"/>
              <a:t>Cramer-V - Phi)</a:t>
            </a:r>
          </a:p>
          <a:p>
            <a:pPr lvl="1"/>
            <a:r>
              <a:rPr lang="en-GB" sz="2000" dirty="0"/>
              <a:t>1-way-Anova (</a:t>
            </a:r>
            <a:r>
              <a:rPr lang="el-GR" sz="2000" dirty="0"/>
              <a:t>η</a:t>
            </a:r>
            <a:r>
              <a:rPr lang="el-GR" sz="2000" baseline="30000" dirty="0"/>
              <a:t>2</a:t>
            </a:r>
            <a:r>
              <a:rPr lang="el-GR" sz="2000" dirty="0"/>
              <a:t>)</a:t>
            </a: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AIC </a:t>
            </a:r>
          </a:p>
          <a:p>
            <a:pPr lvl="1"/>
            <a:r>
              <a:rPr lang="en-GB" sz="2000" dirty="0">
                <a:sym typeface="Wingdings" panose="05000000000000000000" pitchFamily="2" charset="2"/>
              </a:rPr>
              <a:t>Mutual Information features  (e.g., # facilities per Continents, Countries, Cities)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452C38D-9B6D-A352-EA5B-4C5BF5BB4E9C}"/>
              </a:ext>
            </a:extLst>
          </p:cNvPr>
          <p:cNvSpPr txBox="1">
            <a:spLocks/>
          </p:cNvSpPr>
          <p:nvPr/>
        </p:nvSpPr>
        <p:spPr>
          <a:xfrm>
            <a:off x="1160364" y="813489"/>
            <a:ext cx="10023676" cy="717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/>
              <a:t>Exploratory Analysis for feature Selection on Train set </a:t>
            </a: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b="1" dirty="0"/>
              <a:t>X</a:t>
            </a:r>
            <a:r>
              <a:rPr lang="en-US" sz="2000" dirty="0"/>
              <a:t> information leakage</a:t>
            </a:r>
            <a:endParaRPr lang="en-GB" sz="2000" b="1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8713944-C6CC-5B4C-56CF-DD77419EEBEF}"/>
              </a:ext>
            </a:extLst>
          </p:cNvPr>
          <p:cNvSpPr txBox="1">
            <a:spLocks/>
          </p:cNvSpPr>
          <p:nvPr/>
        </p:nvSpPr>
        <p:spPr>
          <a:xfrm>
            <a:off x="685802" y="328615"/>
            <a:ext cx="10972800" cy="4572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/>
              <a:t>Exploratory Analysis (Train Data)</a:t>
            </a:r>
            <a:endParaRPr lang="en-GB" sz="3000" i="1" dirty="0"/>
          </a:p>
        </p:txBody>
      </p:sp>
    </p:spTree>
    <p:extLst>
      <p:ext uri="{BB962C8B-B14F-4D97-AF65-F5344CB8AC3E}">
        <p14:creationId xmlns:p14="http://schemas.microsoft.com/office/powerpoint/2010/main" val="2732646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EBE9B-3914-EB9A-7C62-D2B996F95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0020"/>
            <a:ext cx="10972800" cy="4572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3000" b="1" dirty="0"/>
              <a:t>Sparsity Risk</a:t>
            </a:r>
            <a:endParaRPr lang="en-GB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3E199-295C-C3F2-FEEF-357550E783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27038" y="1189127"/>
            <a:ext cx="4455362" cy="2876028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/>
              <a:t>Method</a:t>
            </a:r>
          </a:p>
          <a:p>
            <a:r>
              <a:rPr lang="en-US" sz="2000" dirty="0"/>
              <a:t>EPV (Events per variable for minority outcome): ≥25 </a:t>
            </a:r>
          </a:p>
          <a:p>
            <a:r>
              <a:rPr lang="en-US" sz="2000" dirty="0"/>
              <a:t>Merge levels to related/general others: e.g., ‘Other’/’None’</a:t>
            </a:r>
          </a:p>
          <a:p>
            <a:r>
              <a:rPr lang="en-US" sz="2000" dirty="0"/>
              <a:t>No information dropped</a:t>
            </a:r>
            <a:endParaRPr lang="en-GB" sz="20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2973CF0-ED55-864F-16C6-7E0268AD3B31}"/>
              </a:ext>
            </a:extLst>
          </p:cNvPr>
          <p:cNvGrpSpPr/>
          <p:nvPr/>
        </p:nvGrpSpPr>
        <p:grpSpPr>
          <a:xfrm>
            <a:off x="2586540" y="4391122"/>
            <a:ext cx="7018920" cy="2033394"/>
            <a:chOff x="5157309" y="594159"/>
            <a:chExt cx="6851931" cy="1835527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B39FFB14-6ED5-EFD8-FF35-BC179B296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8756"/>
            <a:stretch>
              <a:fillRect/>
            </a:stretch>
          </p:blipFill>
          <p:spPr>
            <a:xfrm>
              <a:off x="5157309" y="594159"/>
              <a:ext cx="6808022" cy="1835527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330883D-514A-8A33-E65E-2EA0F3DC69D2}"/>
                </a:ext>
              </a:extLst>
            </p:cNvPr>
            <p:cNvGrpSpPr/>
            <p:nvPr/>
          </p:nvGrpSpPr>
          <p:grpSpPr>
            <a:xfrm>
              <a:off x="10043362" y="741835"/>
              <a:ext cx="1965878" cy="1687850"/>
              <a:chOff x="7799317" y="4061376"/>
              <a:chExt cx="1965878" cy="168785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2272408-34BE-0155-1CC7-F6316558B794}"/>
                  </a:ext>
                </a:extLst>
              </p:cNvPr>
              <p:cNvSpPr/>
              <p:nvPr/>
            </p:nvSpPr>
            <p:spPr>
              <a:xfrm>
                <a:off x="9449764" y="5472227"/>
                <a:ext cx="306247" cy="276999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88040E1-943C-D2F8-3E4A-337C2357B34F}"/>
                  </a:ext>
                </a:extLst>
              </p:cNvPr>
              <p:cNvSpPr/>
              <p:nvPr/>
            </p:nvSpPr>
            <p:spPr>
              <a:xfrm>
                <a:off x="9362733" y="4061376"/>
                <a:ext cx="402462" cy="636608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2110992D-FB03-67BB-0BBE-6BDD716730E9}"/>
                  </a:ext>
                </a:extLst>
              </p:cNvPr>
              <p:cNvCxnSpPr>
                <a:cxnSpLocks/>
                <a:endCxn id="8" idx="1"/>
              </p:cNvCxnSpPr>
              <p:nvPr/>
            </p:nvCxnSpPr>
            <p:spPr>
              <a:xfrm>
                <a:off x="8827664" y="4379680"/>
                <a:ext cx="535087" cy="0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93134625-F132-7B71-B743-4C0A5922D35A}"/>
                  </a:ext>
                </a:extLst>
              </p:cNvPr>
              <p:cNvCxnSpPr>
                <a:cxnSpLocks/>
                <a:endCxn id="7" idx="1"/>
              </p:cNvCxnSpPr>
              <p:nvPr/>
            </p:nvCxnSpPr>
            <p:spPr>
              <a:xfrm flipV="1">
                <a:off x="8824733" y="5610727"/>
                <a:ext cx="625031" cy="2758"/>
              </a:xfrm>
              <a:prstGeom prst="straightConnector1">
                <a:avLst/>
              </a:prstGeom>
              <a:ln>
                <a:solidFill>
                  <a:srgbClr val="C0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F0E8D2E-2823-1F9A-3CE5-98B44B588B13}"/>
                  </a:ext>
                </a:extLst>
              </p:cNvPr>
              <p:cNvSpPr txBox="1"/>
              <p:nvPr/>
            </p:nvSpPr>
            <p:spPr>
              <a:xfrm>
                <a:off x="7799317" y="4241180"/>
                <a:ext cx="1028339" cy="416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Sparsity Risk &amp; Low EPV</a:t>
                </a:r>
                <a:endParaRPr lang="en-GB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B7AD27B-FE4D-3C6A-6819-327D0F4DF8B4}"/>
                  </a:ext>
                </a:extLst>
              </p:cNvPr>
              <p:cNvSpPr txBox="1"/>
              <p:nvPr/>
            </p:nvSpPr>
            <p:spPr>
              <a:xfrm>
                <a:off x="7842693" y="5472227"/>
                <a:ext cx="102833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Sparse Data</a:t>
                </a:r>
                <a:endParaRPr lang="en-GB" sz="120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8EB9DB21-5C07-5D50-4678-27F3C1770CEB}"/>
              </a:ext>
            </a:extLst>
          </p:cNvPr>
          <p:cNvSpPr txBox="1">
            <a:spLocks/>
          </p:cNvSpPr>
          <p:nvPr/>
        </p:nvSpPr>
        <p:spPr>
          <a:xfrm>
            <a:off x="609600" y="1189558"/>
            <a:ext cx="6210782" cy="28808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 dirty="0"/>
              <a:t>Sparse Data</a:t>
            </a:r>
            <a:endParaRPr lang="el-GR" sz="2000" b="1" dirty="0"/>
          </a:p>
          <a:p>
            <a:r>
              <a:rPr lang="en-US" sz="2000" dirty="0"/>
              <a:t>Categorical features</a:t>
            </a:r>
          </a:p>
          <a:p>
            <a:pPr lvl="1"/>
            <a:r>
              <a:rPr lang="en-US" sz="2000" dirty="0"/>
              <a:t>Small sample size levels of categorical features. </a:t>
            </a:r>
          </a:p>
          <a:p>
            <a:r>
              <a:rPr lang="en-US" sz="2000" dirty="0"/>
              <a:t>Continuous features</a:t>
            </a:r>
          </a:p>
          <a:p>
            <a:pPr lvl="1"/>
            <a:r>
              <a:rPr lang="en-US" sz="2000" dirty="0"/>
              <a:t>Small values all towards one outcome, large on the other</a:t>
            </a:r>
          </a:p>
          <a:p>
            <a:r>
              <a:rPr lang="en-US" sz="2000" dirty="0"/>
              <a:t>Zero sample size in any level of outcome </a:t>
            </a:r>
            <a:r>
              <a:rPr lang="en-US" sz="2000" dirty="0">
                <a:sym typeface="Wingdings" panose="05000000000000000000" pitchFamily="2" charset="2"/>
              </a:rPr>
              <a:t> Model’s fit  Inf</a:t>
            </a:r>
            <a:r>
              <a:rPr lang="en-US" sz="2000" dirty="0"/>
              <a:t> coefficients </a:t>
            </a:r>
          </a:p>
        </p:txBody>
      </p:sp>
    </p:spTree>
    <p:extLst>
      <p:ext uri="{BB962C8B-B14F-4D97-AF65-F5344CB8AC3E}">
        <p14:creationId xmlns:p14="http://schemas.microsoft.com/office/powerpoint/2010/main" val="311389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A5BB-543A-E6BC-B214-DAC764A85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0041"/>
            <a:ext cx="10972800" cy="4572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3000" b="1" dirty="0"/>
              <a:t>Correlation</a:t>
            </a:r>
            <a:endParaRPr lang="en-GB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F1BF4-48AB-F18F-B99C-6D42C28D6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883" y="991744"/>
            <a:ext cx="6597567" cy="4008613"/>
          </a:xfrm>
          <a:noFill/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Continues:</a:t>
            </a:r>
          </a:p>
          <a:p>
            <a:pPr lvl="1"/>
            <a:r>
              <a:rPr lang="en-US" sz="2000" dirty="0"/>
              <a:t>Normality test </a:t>
            </a:r>
            <a:r>
              <a:rPr lang="en-US" sz="2000" dirty="0">
                <a:sym typeface="Wingdings" panose="05000000000000000000" pitchFamily="2" charset="2"/>
              </a:rPr>
              <a:t> Spearman</a:t>
            </a:r>
          </a:p>
          <a:p>
            <a:pPr marL="0" indent="0">
              <a:buNone/>
            </a:pPr>
            <a:r>
              <a:rPr lang="en-US" sz="2000" b="1" dirty="0">
                <a:sym typeface="Wingdings" panose="05000000000000000000" pitchFamily="2" charset="2"/>
              </a:rPr>
              <a:t>Categorical: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Chi2  Cramer-V</a:t>
            </a:r>
          </a:p>
          <a:p>
            <a:pPr marL="0" indent="0">
              <a:buNone/>
            </a:pPr>
            <a:r>
              <a:rPr lang="en-US" sz="2000" b="1" dirty="0">
                <a:sym typeface="Wingdings" panose="05000000000000000000" pitchFamily="2" charset="2"/>
              </a:rPr>
              <a:t>Categorical-Continuous:</a:t>
            </a:r>
          </a:p>
          <a:p>
            <a:pPr lvl="1"/>
            <a:r>
              <a:rPr lang="en-US" sz="2000" dirty="0">
                <a:sym typeface="Wingdings" panose="05000000000000000000" pitchFamily="2" charset="2"/>
              </a:rPr>
              <a:t>1-way-Anova  </a:t>
            </a:r>
            <a:r>
              <a:rPr lang="el-GR" sz="2000" dirty="0">
                <a:sym typeface="Wingdings" panose="05000000000000000000" pitchFamily="2" charset="2"/>
              </a:rPr>
              <a:t>η</a:t>
            </a:r>
            <a:r>
              <a:rPr lang="el-GR" sz="2000" baseline="30000" dirty="0">
                <a:sym typeface="Wingdings" panose="05000000000000000000" pitchFamily="2" charset="2"/>
              </a:rPr>
              <a:t>2</a:t>
            </a: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 Merge levels with relative others </a:t>
            </a:r>
          </a:p>
          <a:p>
            <a:pPr marL="0" indent="0">
              <a:buNone/>
            </a:pPr>
            <a:r>
              <a:rPr lang="en-US" sz="2000" dirty="0">
                <a:sym typeface="Wingdings" panose="05000000000000000000" pitchFamily="2" charset="2"/>
              </a:rPr>
              <a:t> Feature selection for similar information predictors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43DDD4E-E012-875F-8BEF-2790662F02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545941" y="5011934"/>
            <a:ext cx="4653511" cy="16160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D4859F-8361-86CF-2C9A-AB29747D9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9451" y="1003320"/>
            <a:ext cx="4653513" cy="26343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E3335F-C327-808D-A219-1554D422FB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9453" y="3637715"/>
            <a:ext cx="4653511" cy="29902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1207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72E30-38DD-5181-224E-44A77864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5486400"/>
          </a:xfrm>
          <a:prstGeom prst="plaque">
            <a:avLst/>
          </a:prstGeom>
          <a:ln w="190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GB" sz="5000" b="1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322220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992A4-3342-4D17-D7D8-CB45D8A1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82148"/>
            <a:ext cx="10972800" cy="4572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000" b="1" dirty="0"/>
              <a:t>Models’ Evaluation Metrics </a:t>
            </a:r>
            <a:endParaRPr lang="en-GB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7BC3B-5F63-AD93-DF81-0FE7E566E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1" y="2323308"/>
            <a:ext cx="10972798" cy="3470605"/>
          </a:xfrm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r>
              <a:rPr lang="en-US" sz="2400" b="1" dirty="0"/>
              <a:t>ROC AUC: </a:t>
            </a:r>
            <a:r>
              <a:rPr lang="en-US" sz="2400" dirty="0"/>
              <a:t>Imbalanced Dataset towards minority class</a:t>
            </a:r>
            <a:endParaRPr lang="en-US" sz="2400" dirty="0">
              <a:sym typeface="Wingdings" panose="05000000000000000000" pitchFamily="2" charset="2"/>
            </a:endParaRPr>
          </a:p>
          <a:p>
            <a:r>
              <a:rPr lang="en-US" sz="2400" b="1" dirty="0"/>
              <a:t>PR AUC : ✓ </a:t>
            </a:r>
            <a:r>
              <a:rPr lang="en-US" sz="2400" dirty="0"/>
              <a:t>Imbalanced dataset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performance decreased</a:t>
            </a:r>
          </a:p>
          <a:p>
            <a:r>
              <a:rPr lang="en-US" sz="2000" b="1" dirty="0"/>
              <a:t>Confusion Matrix</a:t>
            </a:r>
          </a:p>
          <a:p>
            <a:r>
              <a:rPr lang="en-US" sz="2000" b="1" dirty="0"/>
              <a:t>Classification Report</a:t>
            </a:r>
          </a:p>
          <a:p>
            <a:r>
              <a:rPr lang="en-US" sz="2000" b="1" dirty="0"/>
              <a:t>MCC, BA, F1</a:t>
            </a:r>
            <a:r>
              <a:rPr lang="en-GB" sz="2000" b="1" dirty="0"/>
              <a:t>: </a:t>
            </a:r>
            <a:r>
              <a:rPr lang="en-US" sz="2000" b="1" dirty="0"/>
              <a:t>✓ </a:t>
            </a:r>
            <a:r>
              <a:rPr lang="en-US" sz="2000" dirty="0"/>
              <a:t>Imbalanced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DF1454-93C9-84FC-C387-A62EDE27D4BC}"/>
              </a:ext>
            </a:extLst>
          </p:cNvPr>
          <p:cNvSpPr txBox="1"/>
          <p:nvPr/>
        </p:nvSpPr>
        <p:spPr>
          <a:xfrm>
            <a:off x="609600" y="1366973"/>
            <a:ext cx="10972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Imbalance Dataset </a:t>
            </a:r>
            <a:r>
              <a:rPr lang="en-US" sz="2000" dirty="0">
                <a:sym typeface="Wingdings" panose="05000000000000000000" pitchFamily="2" charset="2"/>
              </a:rPr>
              <a:t> Completed : Terminated ≈ 85:15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568349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A3B03-5129-00F7-346A-0DAC09CC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0583"/>
            <a:ext cx="10972800" cy="4572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3000" b="1" dirty="0"/>
              <a:t>Model per Phase</a:t>
            </a:r>
            <a:endParaRPr lang="en-GB" sz="3000" b="1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854B908-6F9F-29E0-02F3-7D5EAFFAB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41" y="830849"/>
            <a:ext cx="5482541" cy="28701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A7AAAC0-FD89-913F-200E-40FA13D59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830849"/>
            <a:ext cx="5482541" cy="28701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842E45A-587F-2D1A-551B-04AAC398F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41" y="3700983"/>
            <a:ext cx="5482540" cy="28701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5817C5D-A64B-A831-0BB4-FCCD10935B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700983"/>
            <a:ext cx="5482541" cy="287013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08481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18C95-FA1E-7B34-5FD5-342E1E438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73362"/>
            <a:ext cx="10972800" cy="4572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000" b="1" dirty="0"/>
              <a:t>Metrics</a:t>
            </a:r>
            <a:endParaRPr lang="en-GB" sz="3000" b="1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F175C6F-61CC-06A2-A4BC-6ECC39FBD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137" y="1038474"/>
            <a:ext cx="4475594" cy="27890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A81A4BA-4D0B-B320-8454-370B8AED4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127" y="1038474"/>
            <a:ext cx="4481690" cy="27890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69F802-5ADC-F468-F10C-589DFF6C6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175" y="3906791"/>
            <a:ext cx="4481690" cy="28283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594D5C-6603-AEB9-D0CB-E578622701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137" y="3923263"/>
            <a:ext cx="4475594" cy="279619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67936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A76F-2FAB-0554-AA54-F10AD8DB0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0929"/>
            <a:ext cx="10972800" cy="4572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3000" b="1" dirty="0"/>
              <a:t>Model Performance</a:t>
            </a:r>
            <a:endParaRPr lang="en-GB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AC97-AA0F-A07F-8A56-4E882F374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972273"/>
            <a:ext cx="10972800" cy="4719577"/>
          </a:xfrm>
          <a:ln>
            <a:noFill/>
          </a:ln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endParaRPr lang="en-US" sz="2100" b="1" dirty="0"/>
          </a:p>
          <a:p>
            <a:pPr marL="0" indent="0" algn="ctr">
              <a:buNone/>
            </a:pPr>
            <a:r>
              <a:rPr lang="en-US" sz="2900" b="1" dirty="0"/>
              <a:t>Boost Models (XG, Light)</a:t>
            </a:r>
          </a:p>
          <a:p>
            <a:r>
              <a:rPr lang="en-US" sz="2300" b="1" dirty="0"/>
              <a:t>Stable Results in different </a:t>
            </a:r>
          </a:p>
          <a:p>
            <a:pPr lvl="1"/>
            <a:r>
              <a:rPr lang="en-US" sz="2300" dirty="0"/>
              <a:t>Methods</a:t>
            </a:r>
          </a:p>
          <a:p>
            <a:pPr lvl="1"/>
            <a:r>
              <a:rPr lang="en-US" sz="2300" dirty="0"/>
              <a:t>Dimensions</a:t>
            </a:r>
          </a:p>
          <a:p>
            <a:pPr lvl="1"/>
            <a:r>
              <a:rPr lang="en-US" sz="2300" dirty="0"/>
              <a:t>Features </a:t>
            </a:r>
          </a:p>
          <a:p>
            <a:pPr lvl="1"/>
            <a:r>
              <a:rPr lang="en-US" sz="2300" dirty="0"/>
              <a:t>Metrics: ROC PR, MCC, BA, F1</a:t>
            </a:r>
          </a:p>
          <a:p>
            <a:r>
              <a:rPr lang="en-US" sz="2300" b="1" dirty="0"/>
              <a:t>Benefits</a:t>
            </a:r>
          </a:p>
          <a:p>
            <a:pPr lvl="1"/>
            <a:r>
              <a:rPr lang="en-US" sz="2300" dirty="0"/>
              <a:t>Residuals based (no distance based, nonparametric etc.)</a:t>
            </a:r>
          </a:p>
          <a:p>
            <a:pPr lvl="1"/>
            <a:r>
              <a:rPr lang="en-US" sz="2300" dirty="0"/>
              <a:t>Raw data (Unscaled, Missing etc.)</a:t>
            </a:r>
          </a:p>
          <a:p>
            <a:pPr lvl="1"/>
            <a:r>
              <a:rPr lang="en-US" sz="2300" dirty="0"/>
              <a:t>Faster</a:t>
            </a:r>
          </a:p>
          <a:p>
            <a:r>
              <a:rPr lang="en-US" sz="2300" b="1" dirty="0"/>
              <a:t>Drawbacks</a:t>
            </a:r>
          </a:p>
          <a:p>
            <a:pPr lvl="1"/>
            <a:r>
              <a:rPr lang="en-US" sz="2300" dirty="0"/>
              <a:t>2</a:t>
            </a:r>
            <a:r>
              <a:rPr lang="en-US" sz="2300" baseline="30000" dirty="0"/>
              <a:t>nd</a:t>
            </a:r>
            <a:r>
              <a:rPr lang="en-US" sz="2300" dirty="0"/>
              <a:t> decimal between top classifiers</a:t>
            </a:r>
          </a:p>
          <a:p>
            <a:pPr lvl="1"/>
            <a:r>
              <a:rPr lang="en-US" sz="2300" dirty="0"/>
              <a:t>Boost: Not proper HPO </a:t>
            </a:r>
            <a:r>
              <a:rPr lang="en-US" sz="2300" dirty="0">
                <a:sym typeface="Wingdings" panose="05000000000000000000" pitchFamily="2" charset="2"/>
              </a:rPr>
              <a:t> Overfit</a:t>
            </a:r>
            <a:endParaRPr lang="en-US" sz="2300" dirty="0"/>
          </a:p>
          <a:p>
            <a:pPr marL="457200" lvl="1" indent="0">
              <a:buNone/>
            </a:pPr>
            <a:endParaRPr lang="en-US" sz="2100" dirty="0"/>
          </a:p>
          <a:p>
            <a:pPr marL="0" lvl="1" indent="0" algn="ctr">
              <a:buNone/>
            </a:pPr>
            <a:r>
              <a:rPr lang="en-US" sz="2900" b="1" dirty="0"/>
              <a:t>LightBoost</a:t>
            </a:r>
          </a:p>
          <a:p>
            <a:pPr marL="342900" lvl="1" indent="-342900"/>
            <a:r>
              <a:rPr lang="en-US" sz="2300" b="1" dirty="0"/>
              <a:t>Outperformed Phase 2</a:t>
            </a:r>
          </a:p>
          <a:p>
            <a:pPr marL="800100" lvl="2" indent="-342900"/>
            <a:r>
              <a:rPr lang="en-US" sz="2300" dirty="0"/>
              <a:t>Large datasets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9DB7BB-6B63-9805-5112-B71254956724}"/>
              </a:ext>
            </a:extLst>
          </p:cNvPr>
          <p:cNvSpPr txBox="1"/>
          <p:nvPr/>
        </p:nvSpPr>
        <p:spPr>
          <a:xfrm>
            <a:off x="609600" y="5926779"/>
            <a:ext cx="1097280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buFont typeface="Wingdings" panose="05000000000000000000" pitchFamily="2" charset="2"/>
              <a:buChar char="ü"/>
            </a:pPr>
            <a:r>
              <a:rPr lang="en-US" sz="2000" b="1" dirty="0">
                <a:sym typeface="Wingdings" panose="05000000000000000000" pitchFamily="2" charset="2"/>
              </a:rPr>
              <a:t>Clinical practice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31469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18A182-FD34-0FCF-F841-2D21F0DFE300}"/>
              </a:ext>
            </a:extLst>
          </p:cNvPr>
          <p:cNvSpPr txBox="1">
            <a:spLocks/>
          </p:cNvSpPr>
          <p:nvPr/>
        </p:nvSpPr>
        <p:spPr>
          <a:xfrm>
            <a:off x="609600" y="1551498"/>
            <a:ext cx="7168587" cy="447103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000" b="1" dirty="0"/>
              <a:t>SHAP plots</a:t>
            </a:r>
          </a:p>
          <a:p>
            <a:r>
              <a:rPr lang="en-GB" sz="2000" dirty="0"/>
              <a:t>ML interpretability</a:t>
            </a:r>
          </a:p>
          <a:p>
            <a:r>
              <a:rPr lang="en-GB" sz="2000" dirty="0"/>
              <a:t>Data Points: </a:t>
            </a:r>
            <a:r>
              <a:rPr lang="el-GR" sz="2000" dirty="0"/>
              <a:t>φ</a:t>
            </a:r>
            <a:r>
              <a:rPr lang="en-US" sz="2000" dirty="0"/>
              <a:t> values</a:t>
            </a:r>
            <a:endParaRPr lang="en-GB" sz="2000" dirty="0"/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accent5"/>
                </a:solidFill>
              </a:rPr>
              <a:t>Pink</a:t>
            </a:r>
            <a:r>
              <a:rPr lang="en-GB" sz="20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sz="2000" dirty="0">
                <a:sym typeface="Wingdings" panose="05000000000000000000" pitchFamily="2" charset="2"/>
              </a:rPr>
              <a:t> High feature’s values </a:t>
            </a:r>
          </a:p>
          <a:p>
            <a:pPr lvl="1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tx2">
                    <a:lumMod val="75000"/>
                    <a:lumOff val="25000"/>
                  </a:schemeClr>
                </a:solidFill>
                <a:sym typeface="Wingdings" panose="05000000000000000000" pitchFamily="2" charset="2"/>
              </a:rPr>
              <a:t>Blue</a:t>
            </a:r>
            <a:r>
              <a:rPr lang="en-GB" sz="2000" dirty="0">
                <a:sym typeface="Wingdings" panose="05000000000000000000" pitchFamily="2" charset="2"/>
              </a:rPr>
              <a:t>  Low feature’s values</a:t>
            </a:r>
          </a:p>
          <a:p>
            <a:r>
              <a:rPr lang="en-GB" sz="2000" dirty="0">
                <a:sym typeface="Wingdings" panose="05000000000000000000" pitchFamily="2" charset="2"/>
              </a:rPr>
              <a:t>X-axis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>
                <a:sym typeface="Wingdings" panose="05000000000000000000" pitchFamily="2" charset="2"/>
              </a:rPr>
              <a:t>Right  Positive contribution to termination log-Odds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>
                <a:sym typeface="Wingdings" panose="05000000000000000000" pitchFamily="2" charset="2"/>
              </a:rPr>
              <a:t>Left  Negative contribution to termination log-Odds</a:t>
            </a:r>
            <a:endParaRPr lang="en-GB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9B178F-70A2-E2FE-5F28-1D58CF945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6100"/>
            <a:ext cx="10972800" cy="4572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000" b="1" dirty="0"/>
              <a:t>Features’ Evaluation Metrics </a:t>
            </a:r>
            <a:endParaRPr lang="en-GB" sz="3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1F51DB-A1C3-E7AE-73E7-24425577E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573" y="1551498"/>
            <a:ext cx="3576828" cy="44710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194055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DF65-6188-8376-76BA-FBFCD6D58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5675"/>
            <a:ext cx="10972800" cy="4572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3000" b="1" dirty="0"/>
              <a:t>Features Evaluation</a:t>
            </a:r>
            <a:endParaRPr lang="en-GB" sz="30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DAF09B-1794-2935-A36D-C6D4470E3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712" y="1004407"/>
            <a:ext cx="5232401" cy="28205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0519679-5CE8-BE87-CE6A-DD2A5E0D6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2372" y="1004407"/>
            <a:ext cx="5641091" cy="28205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449E891-34CC-EF80-D7DB-A9A76841AB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712" y="3915524"/>
            <a:ext cx="5230514" cy="26583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E62DD2C-5727-886B-18CA-BD00A70CD2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372" y="3915525"/>
            <a:ext cx="5630028" cy="26583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39987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BB8F6-86CD-F67C-A5AC-A96346005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41977"/>
            <a:ext cx="10972800" cy="4572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3000" b="1" dirty="0"/>
              <a:t>Features Evaluation</a:t>
            </a:r>
            <a:endParaRPr lang="en-GB" sz="3000" b="1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97345AD-832D-F3D6-8EAB-FB12F55F6D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273215"/>
            <a:ext cx="5181600" cy="4903748"/>
          </a:xfrm>
          <a:ln>
            <a:solidFill>
              <a:schemeClr val="tx1"/>
            </a:solidFill>
          </a:ln>
        </p:spPr>
        <p:txBody>
          <a:bodyPr anchor="ctr">
            <a:normAutofit fontScale="70000" lnSpcReduction="20000"/>
          </a:bodyPr>
          <a:lstStyle/>
          <a:p>
            <a:pPr marL="0" indent="0" algn="ctr">
              <a:buNone/>
            </a:pPr>
            <a:endParaRPr lang="en-US" b="1" u="sng" dirty="0"/>
          </a:p>
          <a:p>
            <a:pPr marL="0" indent="0" algn="ctr">
              <a:buNone/>
            </a:pPr>
            <a:r>
              <a:rPr lang="en-US" b="1" u="sng" dirty="0"/>
              <a:t>Best Predictors</a:t>
            </a:r>
          </a:p>
          <a:p>
            <a:r>
              <a:rPr lang="en-US" sz="2400" dirty="0"/>
              <a:t>Enrollment </a:t>
            </a:r>
            <a:r>
              <a:rPr lang="en-US" sz="2400" dirty="0">
                <a:solidFill>
                  <a:schemeClr val="accent5"/>
                </a:solidFill>
              </a:rPr>
              <a:t>-</a:t>
            </a:r>
          </a:p>
          <a:p>
            <a:r>
              <a:rPr lang="en-US" sz="2400" dirty="0"/>
              <a:t>Enrollment x Facilities</a:t>
            </a:r>
            <a:r>
              <a:rPr lang="en-US" sz="2400" dirty="0">
                <a:solidFill>
                  <a:schemeClr val="accent5"/>
                </a:solidFill>
              </a:rPr>
              <a:t> -</a:t>
            </a:r>
            <a:endParaRPr lang="en-US" sz="2400" dirty="0"/>
          </a:p>
          <a:p>
            <a:r>
              <a:rPr lang="en-US" sz="2400" dirty="0"/>
              <a:t>Number of Facilities</a:t>
            </a:r>
            <a:r>
              <a:rPr lang="en-US" sz="2400" dirty="0">
                <a:solidFill>
                  <a:schemeClr val="accent5"/>
                </a:solidFill>
              </a:rPr>
              <a:t> +</a:t>
            </a:r>
            <a:endParaRPr lang="en-US" sz="2400" dirty="0"/>
          </a:p>
          <a:p>
            <a:r>
              <a:rPr lang="en-US" sz="2400" dirty="0"/>
              <a:t>Conditions </a:t>
            </a:r>
            <a:r>
              <a:rPr lang="en-US" sz="2400" dirty="0">
                <a:solidFill>
                  <a:schemeClr val="accent5"/>
                </a:solidFill>
              </a:rPr>
              <a:t>+</a:t>
            </a:r>
            <a:endParaRPr lang="en-US" sz="2400" dirty="0"/>
          </a:p>
          <a:p>
            <a:r>
              <a:rPr lang="en-US" sz="2400" dirty="0"/>
              <a:t>Enrollment x Condition</a:t>
            </a:r>
            <a:r>
              <a:rPr lang="en-US" sz="2400" dirty="0">
                <a:solidFill>
                  <a:schemeClr val="accent5"/>
                </a:solidFill>
              </a:rPr>
              <a:t> +</a:t>
            </a:r>
          </a:p>
          <a:p>
            <a:r>
              <a:rPr lang="en-US" sz="2400" dirty="0"/>
              <a:t>Number of Arms </a:t>
            </a:r>
            <a:r>
              <a:rPr lang="en-US" sz="2400" dirty="0">
                <a:solidFill>
                  <a:schemeClr val="accent5"/>
                </a:solidFill>
              </a:rPr>
              <a:t>+</a:t>
            </a:r>
            <a:endParaRPr lang="en-US" sz="2400" dirty="0"/>
          </a:p>
          <a:p>
            <a:r>
              <a:rPr lang="en-GB" sz="2400" dirty="0"/>
              <a:t>Global trials</a:t>
            </a:r>
            <a:r>
              <a:rPr lang="en-US" sz="2400" dirty="0">
                <a:solidFill>
                  <a:schemeClr val="accent5"/>
                </a:solidFill>
              </a:rPr>
              <a:t> +</a:t>
            </a:r>
            <a:endParaRPr lang="en-US" sz="2400" dirty="0"/>
          </a:p>
          <a:p>
            <a:r>
              <a:rPr lang="en-US" sz="2400" dirty="0"/>
              <a:t>Number of Adverse </a:t>
            </a:r>
            <a:r>
              <a:rPr lang="en-US" sz="2400" dirty="0">
                <a:solidFill>
                  <a:schemeClr val="accent5"/>
                </a:solidFill>
              </a:rPr>
              <a:t>-</a:t>
            </a:r>
            <a:endParaRPr lang="en-US" sz="2400" dirty="0"/>
          </a:p>
          <a:p>
            <a:r>
              <a:rPr lang="en-US" sz="2400" dirty="0"/>
              <a:t>Healthy Volunteers</a:t>
            </a:r>
            <a:r>
              <a:rPr lang="en-US" sz="2400" dirty="0">
                <a:solidFill>
                  <a:schemeClr val="accent5"/>
                </a:solidFill>
              </a:rPr>
              <a:t> -</a:t>
            </a:r>
            <a:endParaRPr lang="en-US" sz="2400" dirty="0"/>
          </a:p>
          <a:p>
            <a:r>
              <a:rPr lang="en-US" sz="2400" dirty="0"/>
              <a:t>Interv. Model </a:t>
            </a:r>
            <a:r>
              <a:rPr lang="en-US" sz="2400" dirty="0">
                <a:solidFill>
                  <a:schemeClr val="accent5"/>
                </a:solidFill>
              </a:rPr>
              <a:t>+</a:t>
            </a:r>
            <a:endParaRPr lang="en-US" sz="2400" dirty="0"/>
          </a:p>
          <a:p>
            <a:r>
              <a:rPr lang="en-GB" sz="2400" dirty="0"/>
              <a:t>Randomization</a:t>
            </a:r>
            <a:r>
              <a:rPr lang="en-US" sz="2400" dirty="0">
                <a:solidFill>
                  <a:schemeClr val="accent5"/>
                </a:solidFill>
              </a:rPr>
              <a:t> +</a:t>
            </a:r>
            <a:endParaRPr lang="en-GB" sz="2400" dirty="0"/>
          </a:p>
          <a:p>
            <a:r>
              <a:rPr lang="en-GB" sz="2400" dirty="0"/>
              <a:t>Number of Arms</a:t>
            </a:r>
            <a:r>
              <a:rPr lang="en-US" sz="2400" dirty="0">
                <a:solidFill>
                  <a:schemeClr val="accent5"/>
                </a:solidFill>
              </a:rPr>
              <a:t> +</a:t>
            </a:r>
            <a:endParaRPr lang="en-GB" sz="2400" dirty="0"/>
          </a:p>
          <a:p>
            <a:r>
              <a:rPr lang="en-GB" sz="2400" dirty="0"/>
              <a:t>Older aged participants </a:t>
            </a:r>
            <a:r>
              <a:rPr lang="en-US" sz="2400" dirty="0">
                <a:solidFill>
                  <a:schemeClr val="accent5"/>
                </a:solidFill>
              </a:rPr>
              <a:t>+</a:t>
            </a:r>
            <a:endParaRPr lang="en-GB" sz="240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AFD135F-78E3-632E-FA22-F645956311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800" y="1273215"/>
            <a:ext cx="5181600" cy="4903748"/>
          </a:xfrm>
          <a:ln>
            <a:solidFill>
              <a:schemeClr val="tx1"/>
            </a:solidFill>
          </a:ln>
        </p:spPr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u="sng" dirty="0"/>
              <a:t>Predictors vs Phases</a:t>
            </a:r>
          </a:p>
          <a:p>
            <a:pPr marL="0" indent="0" algn="ctr">
              <a:buNone/>
            </a:pPr>
            <a:endParaRPr lang="en-US" b="1" u="sng" dirty="0"/>
          </a:p>
          <a:p>
            <a:r>
              <a:rPr lang="en-US" dirty="0"/>
              <a:t>Top Predictors ~ Phases : </a:t>
            </a:r>
            <a:br>
              <a:rPr lang="en-US" dirty="0"/>
            </a:br>
            <a:r>
              <a:rPr lang="en-US" dirty="0"/>
              <a:t>Phase 3,4 ~ Safety </a:t>
            </a:r>
            <a:r>
              <a:rPr lang="en-US" dirty="0">
                <a:sym typeface="Wingdings" panose="05000000000000000000" pitchFamily="2" charset="2"/>
              </a:rPr>
              <a:t> # Adverse</a:t>
            </a:r>
          </a:p>
          <a:p>
            <a:r>
              <a:rPr lang="en-US" dirty="0">
                <a:sym typeface="Wingdings" panose="05000000000000000000" pitchFamily="2" charset="2"/>
              </a:rPr>
              <a:t>Enrollment &amp; Interactions  Strongest predictors</a:t>
            </a:r>
          </a:p>
          <a:p>
            <a:r>
              <a:rPr lang="en-US" dirty="0">
                <a:sym typeface="Wingdings" panose="05000000000000000000" pitchFamily="2" charset="2"/>
              </a:rPr>
              <a:t>A trial is going to stop due to accrual fail or success.</a:t>
            </a:r>
          </a:p>
          <a:p>
            <a:r>
              <a:rPr lang="en-US" dirty="0">
                <a:sym typeface="Wingdings" panose="05000000000000000000" pitchFamily="2" charset="2"/>
              </a:rPr>
              <a:t>Evaluate reasons for accrual success needed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3996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F17E-F8F5-06F4-FC0D-300EA7F02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5800"/>
            <a:ext cx="10972800" cy="5486400"/>
          </a:xfrm>
          <a:prstGeom prst="plaque">
            <a:avLst/>
          </a:prstGeom>
          <a:ln w="190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US" sz="5000" b="1" dirty="0"/>
              <a:t>Discussion</a:t>
            </a:r>
            <a:endParaRPr lang="en-GB" sz="5000" b="1" dirty="0"/>
          </a:p>
        </p:txBody>
      </p:sp>
    </p:spTree>
    <p:extLst>
      <p:ext uri="{BB962C8B-B14F-4D97-AF65-F5344CB8AC3E}">
        <p14:creationId xmlns:p14="http://schemas.microsoft.com/office/powerpoint/2010/main" val="1947621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D52F8-754B-3D68-571B-AC8DA7898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92446"/>
            <a:ext cx="10972800" cy="4572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3000" b="1" dirty="0"/>
              <a:t>Results Summary</a:t>
            </a:r>
            <a:endParaRPr lang="en-GB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D935D-B379-9015-F001-5112F9711E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690688"/>
            <a:ext cx="10972799" cy="4351338"/>
          </a:xfrm>
          <a:ln>
            <a:solidFill>
              <a:schemeClr val="tx1"/>
            </a:solidFill>
          </a:ln>
        </p:spPr>
        <p:txBody>
          <a:bodyPr anchor="ctr"/>
          <a:lstStyle/>
          <a:p>
            <a:r>
              <a:rPr lang="en-US" dirty="0"/>
              <a:t>Literature Alignment</a:t>
            </a:r>
          </a:p>
          <a:p>
            <a:r>
              <a:rPr lang="en-US" dirty="0"/>
              <a:t>Features ~ Phases </a:t>
            </a:r>
          </a:p>
          <a:p>
            <a:r>
              <a:rPr lang="en-US" dirty="0"/>
              <a:t>Enrollment &amp; Interactions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GB" dirty="0">
                <a:sym typeface="Wingdings" panose="05000000000000000000" pitchFamily="2" charset="2"/>
              </a:rPr>
              <a:t> Strongest Contributors</a:t>
            </a:r>
          </a:p>
          <a:p>
            <a:r>
              <a:rPr lang="en-GB" dirty="0">
                <a:sym typeface="Wingdings" panose="05000000000000000000" pitchFamily="2" charset="2"/>
              </a:rPr>
              <a:t>Boosting algorithms  Outperform, stable results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XGBoost  Smaller datasets 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LightBoost  Larger/complex datasets</a:t>
            </a: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49992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3F8E8-2E98-47AD-EA90-7034E59D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0933"/>
            <a:ext cx="10972800" cy="457200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en-US" sz="3000" b="1" dirty="0"/>
              <a:t>Strengths &amp; Limitations</a:t>
            </a:r>
            <a:endParaRPr lang="en-GB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CE21A-3F83-3DDC-7BD2-BF9D4DD5C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34236"/>
            <a:ext cx="5410200" cy="5367506"/>
          </a:xfrm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r>
              <a:rPr lang="en-GB" sz="2000" b="1" dirty="0"/>
              <a:t>Per Phases Analysis </a:t>
            </a:r>
            <a:r>
              <a:rPr lang="en-GB" sz="2000" b="1" dirty="0">
                <a:sym typeface="Wingdings" panose="05000000000000000000" pitchFamily="2" charset="2"/>
              </a:rPr>
              <a:t>&amp; P</a:t>
            </a:r>
            <a:r>
              <a:rPr lang="en-GB" sz="2000" b="1" dirty="0"/>
              <a:t>hases 1-4</a:t>
            </a:r>
          </a:p>
          <a:p>
            <a:r>
              <a:rPr lang="en-GB" sz="2000" b="1" dirty="0"/>
              <a:t>More features: </a:t>
            </a:r>
            <a:r>
              <a:rPr lang="en-GB" sz="2000" dirty="0"/>
              <a:t>Interactions, New etc.</a:t>
            </a:r>
          </a:p>
          <a:p>
            <a:r>
              <a:rPr lang="en-GB" sz="2000" b="1" dirty="0"/>
              <a:t>More models | Boosting alternatives</a:t>
            </a:r>
            <a:endParaRPr lang="en-GB" sz="2000" b="1" dirty="0">
              <a:sym typeface="Wingdings" panose="05000000000000000000" pitchFamily="2" charset="2"/>
            </a:endParaRPr>
          </a:p>
          <a:p>
            <a:pPr lvl="1"/>
            <a:r>
              <a:rPr lang="en-GB" sz="2000" dirty="0">
                <a:sym typeface="Wingdings" panose="05000000000000000000" pitchFamily="2" charset="2"/>
              </a:rPr>
              <a:t>Clinical practice impact</a:t>
            </a:r>
          </a:p>
          <a:p>
            <a:pPr lvl="1"/>
            <a:r>
              <a:rPr lang="en-GB" sz="2000" dirty="0">
                <a:sym typeface="Wingdings" panose="05000000000000000000" pitchFamily="2" charset="2"/>
              </a:rPr>
              <a:t>LightBoost</a:t>
            </a:r>
          </a:p>
          <a:p>
            <a:r>
              <a:rPr lang="en-GB" sz="2000" b="1" dirty="0">
                <a:sym typeface="Wingdings" panose="05000000000000000000" pitchFamily="2" charset="2"/>
              </a:rPr>
              <a:t>Avoid dropping Missing data</a:t>
            </a:r>
            <a:r>
              <a:rPr lang="en-GB" sz="2000" dirty="0">
                <a:sym typeface="Wingdings" panose="05000000000000000000" pitchFamily="2" charset="2"/>
              </a:rPr>
              <a:t>  </a:t>
            </a:r>
            <a:r>
              <a:rPr lang="en-GB" sz="2000" b="1" dirty="0">
                <a:sym typeface="Wingdings" panose="05000000000000000000" pitchFamily="2" charset="2"/>
              </a:rPr>
              <a:t>X </a:t>
            </a:r>
            <a:r>
              <a:rPr lang="en-GB" sz="2000" dirty="0">
                <a:sym typeface="Wingdings" panose="05000000000000000000" pitchFamily="2" charset="2"/>
              </a:rPr>
              <a:t>Information lost</a:t>
            </a:r>
          </a:p>
          <a:p>
            <a:r>
              <a:rPr lang="en-GB" sz="2000" b="1" dirty="0">
                <a:sym typeface="Wingdings" panose="05000000000000000000" pitchFamily="2" charset="2"/>
              </a:rPr>
              <a:t>Sample Size</a:t>
            </a:r>
          </a:p>
          <a:p>
            <a:pPr lvl="1"/>
            <a:r>
              <a:rPr lang="en-GB" sz="2000" dirty="0">
                <a:sym typeface="Wingdings" panose="05000000000000000000" pitchFamily="2" charset="2"/>
              </a:rPr>
              <a:t>Efficiently large: 2011-2024</a:t>
            </a:r>
          </a:p>
          <a:p>
            <a:pPr lvl="1"/>
            <a:r>
              <a:rPr lang="en-GB" sz="2000" dirty="0">
                <a:sym typeface="Wingdings" panose="05000000000000000000" pitchFamily="2" charset="2"/>
              </a:rPr>
              <a:t>EPV : Unbiased coeff, X overfit </a:t>
            </a:r>
          </a:p>
          <a:p>
            <a:r>
              <a:rPr lang="en-GB" sz="2000" b="1" dirty="0">
                <a:sym typeface="Wingdings" panose="05000000000000000000" pitchFamily="2" charset="2"/>
              </a:rPr>
              <a:t>More performance Metrics</a:t>
            </a:r>
          </a:p>
          <a:p>
            <a:pPr lvl="1"/>
            <a:r>
              <a:rPr lang="en-GB" sz="2000" dirty="0">
                <a:sym typeface="Wingdings" panose="05000000000000000000" pitchFamily="2" charset="2"/>
              </a:rPr>
              <a:t>MCC, BA, F1, ROC, PR Curves</a:t>
            </a:r>
          </a:p>
          <a:p>
            <a:r>
              <a:rPr lang="en-GB" sz="2000" b="1" dirty="0">
                <a:sym typeface="Wingdings" panose="05000000000000000000" pitchFamily="2" charset="2"/>
              </a:rPr>
              <a:t>Interpretability of ML </a:t>
            </a:r>
          </a:p>
          <a:p>
            <a:pPr lvl="1"/>
            <a:r>
              <a:rPr lang="en-GB" sz="2000" dirty="0">
                <a:sym typeface="Wingdings" panose="05000000000000000000" pitchFamily="2" charset="2"/>
              </a:rPr>
              <a:t>SHAP plots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1DE421-F807-3BEB-AAE2-D3F1FCDFE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34236"/>
            <a:ext cx="5410200" cy="5367506"/>
          </a:xfrm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r>
              <a:rPr lang="en-US" sz="2000" b="1" dirty="0"/>
              <a:t>Missing data </a:t>
            </a:r>
          </a:p>
          <a:p>
            <a:pPr lvl="1"/>
            <a:r>
              <a:rPr lang="en-US" sz="2000" dirty="0"/>
              <a:t>RegEx vs NLP</a:t>
            </a:r>
          </a:p>
          <a:p>
            <a:pPr lvl="1"/>
            <a:r>
              <a:rPr lang="en-US" sz="2000" dirty="0"/>
              <a:t>Many null </a:t>
            </a:r>
            <a:r>
              <a:rPr lang="en-US" sz="2000" dirty="0">
                <a:sym typeface="Wingdings" panose="05000000000000000000" pitchFamily="2" charset="2"/>
              </a:rPr>
              <a:t> Drop whole features</a:t>
            </a:r>
          </a:p>
          <a:p>
            <a:r>
              <a:rPr lang="en-US" sz="2000" b="1" dirty="0"/>
              <a:t>Inaccurate dataset registries : </a:t>
            </a:r>
            <a:r>
              <a:rPr lang="en-US" sz="2000" dirty="0"/>
              <a:t>Wrongly, optimally registered fields, null etc. </a:t>
            </a:r>
            <a:endParaRPr lang="en-US" sz="2000" dirty="0">
              <a:sym typeface="Wingdings" panose="05000000000000000000" pitchFamily="2" charset="2"/>
            </a:endParaRPr>
          </a:p>
          <a:p>
            <a:r>
              <a:rPr lang="en-US" sz="2000" b="1" dirty="0"/>
              <a:t>Random Under Sample 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Information loss</a:t>
            </a:r>
          </a:p>
          <a:p>
            <a:r>
              <a:rPr lang="en-US" sz="2000" b="1" dirty="0"/>
              <a:t>EPV &gt;25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Inefficient for ML</a:t>
            </a:r>
          </a:p>
          <a:p>
            <a:r>
              <a:rPr lang="en-US" sz="2000" b="1" dirty="0"/>
              <a:t>Models' outperformance </a:t>
            </a:r>
          </a:p>
          <a:p>
            <a:pPr lvl="1"/>
            <a:r>
              <a:rPr lang="en-US" sz="2000" dirty="0"/>
              <a:t>Difference only in second decimal</a:t>
            </a:r>
          </a:p>
          <a:p>
            <a:r>
              <a:rPr lang="en-US" sz="2000" b="1" dirty="0"/>
              <a:t>No field specific analysis </a:t>
            </a:r>
            <a:r>
              <a:rPr lang="en-US" sz="2000" b="1" dirty="0">
                <a:sym typeface="Wingdings" panose="05000000000000000000" pitchFamily="2" charset="2"/>
              </a:rPr>
              <a:t> </a:t>
            </a:r>
            <a:r>
              <a:rPr lang="en-US" sz="2000" dirty="0">
                <a:sym typeface="Wingdings" panose="05000000000000000000" pitchFamily="2" charset="2"/>
              </a:rPr>
              <a:t>High dimension</a:t>
            </a:r>
            <a:endParaRPr lang="en-US" sz="2000" dirty="0"/>
          </a:p>
          <a:p>
            <a:r>
              <a:rPr lang="en-US" sz="2000" b="1" dirty="0"/>
              <a:t>Phases excluded: </a:t>
            </a:r>
            <a:r>
              <a:rPr lang="en-US" sz="2000" dirty="0"/>
              <a:t>0, 1|2, 2|3, NA </a:t>
            </a:r>
          </a:p>
          <a:p>
            <a:r>
              <a:rPr lang="en-US" sz="2000" b="1" dirty="0"/>
              <a:t>Study status excluded: </a:t>
            </a:r>
            <a:r>
              <a:rPr lang="en-US" sz="2000" dirty="0"/>
              <a:t>Suspended etc.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458E01-EEDC-C559-906A-803FD00F9A27}"/>
              </a:ext>
            </a:extLst>
          </p:cNvPr>
          <p:cNvSpPr txBox="1"/>
          <p:nvPr/>
        </p:nvSpPr>
        <p:spPr>
          <a:xfrm>
            <a:off x="609600" y="915965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Strengths</a:t>
            </a:r>
            <a:endParaRPr lang="en-GB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D2D915-7AF7-0AF9-12A6-E25870A2516B}"/>
              </a:ext>
            </a:extLst>
          </p:cNvPr>
          <p:cNvSpPr txBox="1"/>
          <p:nvPr/>
        </p:nvSpPr>
        <p:spPr>
          <a:xfrm>
            <a:off x="6096000" y="917530"/>
            <a:ext cx="541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Limitations</a:t>
            </a:r>
          </a:p>
        </p:txBody>
      </p:sp>
    </p:spTree>
    <p:extLst>
      <p:ext uri="{BB962C8B-B14F-4D97-AF65-F5344CB8AC3E}">
        <p14:creationId xmlns:p14="http://schemas.microsoft.com/office/powerpoint/2010/main" val="29467168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B1F2-9B2C-952D-6552-CDCF58BA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8800"/>
            <a:ext cx="10972800" cy="457200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3000" b="1" dirty="0"/>
              <a:t>Future Research</a:t>
            </a:r>
            <a:endParaRPr lang="en-GB" sz="3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1BD6F-33DE-5ED7-7A3C-3B8D40A5D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8" y="1613626"/>
            <a:ext cx="10972799" cy="3884349"/>
          </a:xfrm>
          <a:ln>
            <a:solidFill>
              <a:schemeClr val="tx1"/>
            </a:solidFill>
          </a:ln>
        </p:spPr>
        <p:txBody>
          <a:bodyPr anchor="ctr">
            <a:noAutofit/>
          </a:bodyPr>
          <a:lstStyle/>
          <a:p>
            <a:r>
              <a:rPr lang="en-US" sz="2000" b="1" dirty="0"/>
              <a:t>Underlying factors </a:t>
            </a:r>
            <a:r>
              <a:rPr lang="en-US" sz="2000" b="1" dirty="0">
                <a:sym typeface="Wingdings" panose="05000000000000000000" pitchFamily="2" charset="2"/>
              </a:rPr>
              <a:t> E</a:t>
            </a:r>
            <a:r>
              <a:rPr lang="en-US" sz="2000" b="1" dirty="0"/>
              <a:t>arly termination</a:t>
            </a:r>
          </a:p>
          <a:p>
            <a:pPr lvl="1"/>
            <a:r>
              <a:rPr lang="en-US" sz="2000" dirty="0"/>
              <a:t>Interactions (Enrollment x Other Features, Funder x Intervention etc.) </a:t>
            </a:r>
          </a:p>
          <a:p>
            <a:pPr lvl="1"/>
            <a:r>
              <a:rPr lang="en-US" sz="2000" dirty="0"/>
              <a:t>Condition fields </a:t>
            </a:r>
          </a:p>
          <a:p>
            <a:pPr lvl="1"/>
            <a:r>
              <a:rPr lang="en-US" sz="2000" dirty="0"/>
              <a:t>Phase ~ Features</a:t>
            </a:r>
          </a:p>
          <a:p>
            <a:pPr lvl="1"/>
            <a:r>
              <a:rPr lang="en-US" sz="2000" dirty="0"/>
              <a:t>Study Status: Withdrawn, Terminated, Suspended etc. </a:t>
            </a:r>
            <a:r>
              <a:rPr lang="en-US" sz="2000" dirty="0">
                <a:sym typeface="Wingdings" panose="05000000000000000000" pitchFamily="2" charset="2"/>
              </a:rPr>
              <a:t> S</a:t>
            </a:r>
            <a:r>
              <a:rPr lang="en-US" sz="2000" dirty="0"/>
              <a:t>eparately | Combined</a:t>
            </a:r>
          </a:p>
          <a:p>
            <a:r>
              <a:rPr lang="en-US" sz="2000" b="1" dirty="0"/>
              <a:t>Alternative Models of best performing Boosting method’s</a:t>
            </a:r>
          </a:p>
          <a:p>
            <a:pPr lvl="1"/>
            <a:r>
              <a:rPr lang="en-US" sz="2000" dirty="0"/>
              <a:t>Interpretability</a:t>
            </a:r>
            <a:r>
              <a:rPr lang="en-US" sz="2000" b="1" dirty="0"/>
              <a:t> </a:t>
            </a:r>
          </a:p>
          <a:p>
            <a:r>
              <a:rPr lang="en-US" sz="2000" b="1" dirty="0"/>
              <a:t>Mapping Key findings</a:t>
            </a:r>
          </a:p>
          <a:p>
            <a:pPr lvl="1"/>
            <a:r>
              <a:rPr lang="en-US" sz="2000" dirty="0"/>
              <a:t>Literature, Registries</a:t>
            </a:r>
          </a:p>
          <a:p>
            <a:r>
              <a:rPr lang="en-US" sz="2000" b="1" dirty="0"/>
              <a:t>Later years </a:t>
            </a:r>
            <a:r>
              <a:rPr lang="en-US" sz="2000" b="1"/>
              <a:t>trials registrations</a:t>
            </a:r>
            <a:r>
              <a:rPr lang="en-US" sz="2000"/>
              <a:t> </a:t>
            </a:r>
            <a:r>
              <a:rPr lang="en-US" sz="2000" dirty="0"/>
              <a:t>: Less optional field completion </a:t>
            </a:r>
            <a:r>
              <a:rPr lang="en-US" sz="2000" dirty="0">
                <a:sym typeface="Wingdings" panose="05000000000000000000" pitchFamily="2" charset="2"/>
              </a:rPr>
              <a:t> Accuracy</a:t>
            </a: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667A5-2A96-D1BF-EB2C-352938518F72}"/>
              </a:ext>
            </a:extLst>
          </p:cNvPr>
          <p:cNvSpPr txBox="1"/>
          <p:nvPr/>
        </p:nvSpPr>
        <p:spPr>
          <a:xfrm>
            <a:off x="609599" y="1030147"/>
            <a:ext cx="10972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Literature aligned</a:t>
            </a:r>
            <a:r>
              <a:rPr lang="en-US" dirty="0">
                <a:sym typeface="Wingdings" panose="05000000000000000000" pitchFamily="2" charset="2"/>
              </a:rPr>
              <a:t> 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2D7F9C-8C80-0702-9D66-F91BA0E31612}"/>
              </a:ext>
            </a:extLst>
          </p:cNvPr>
          <p:cNvSpPr txBox="1"/>
          <p:nvPr/>
        </p:nvSpPr>
        <p:spPr>
          <a:xfrm>
            <a:off x="609598" y="5797889"/>
            <a:ext cx="10972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Establish well performed models/methods for real world health data</a:t>
            </a:r>
          </a:p>
          <a:p>
            <a:pPr algn="ctr"/>
            <a:r>
              <a:rPr lang="en-US" dirty="0"/>
              <a:t>and analysis of corresponding problems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725771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33170</TotalTime>
  <Words>1379</Words>
  <Application>Microsoft Office PowerPoint</Application>
  <PresentationFormat>Widescreen</PresentationFormat>
  <Paragraphs>282</Paragraphs>
  <Slides>27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Display</vt:lpstr>
      <vt:lpstr>Arial</vt:lpstr>
      <vt:lpstr>Courier New</vt:lpstr>
      <vt:lpstr>Wingdings</vt:lpstr>
      <vt:lpstr>Office Theme</vt:lpstr>
      <vt:lpstr>Εθνικό Και Καποδιστριακό Πανεπιστήμιο Αθηνών Μεταπτυχιακό Πρόγραμμα Σπουδών:  «Βιο-στατιστική και Επιστήμη Δεδομένων Υγείας»</vt:lpstr>
      <vt:lpstr>Title</vt:lpstr>
      <vt:lpstr>Introduction</vt:lpstr>
      <vt:lpstr>Clinical Trials</vt:lpstr>
      <vt:lpstr>Phases</vt:lpstr>
      <vt:lpstr>Problem</vt:lpstr>
      <vt:lpstr>Electronic Health Records – EHR</vt:lpstr>
      <vt:lpstr>Early Termination (Background Research)</vt:lpstr>
      <vt:lpstr>PowerPoint Presentation</vt:lpstr>
      <vt:lpstr>Data Source</vt:lpstr>
      <vt:lpstr>PowerPoint Presentation</vt:lpstr>
      <vt:lpstr>PowerPoint Presentation</vt:lpstr>
      <vt:lpstr>PowerPoint Presentation</vt:lpstr>
      <vt:lpstr>Sparsity Risk</vt:lpstr>
      <vt:lpstr>Correlation</vt:lpstr>
      <vt:lpstr>Results</vt:lpstr>
      <vt:lpstr>Models’ Evaluation Metrics </vt:lpstr>
      <vt:lpstr>Model per Phase</vt:lpstr>
      <vt:lpstr>Metrics</vt:lpstr>
      <vt:lpstr>Model Performance</vt:lpstr>
      <vt:lpstr>Features’ Evaluation Metrics </vt:lpstr>
      <vt:lpstr>Features Evaluation</vt:lpstr>
      <vt:lpstr>Features Evaluation</vt:lpstr>
      <vt:lpstr>Discussion</vt:lpstr>
      <vt:lpstr>Results Summary</vt:lpstr>
      <vt:lpstr>Strengths &amp; Limitations</vt:lpstr>
      <vt:lpstr>Future Research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Evgenia Andreou</dc:creator>
  <cp:lastModifiedBy>Evgenia Andreou</cp:lastModifiedBy>
  <cp:revision>1</cp:revision>
  <dcterms:created xsi:type="dcterms:W3CDTF">2025-10-07T14:54:16Z</dcterms:created>
  <dcterms:modified xsi:type="dcterms:W3CDTF">2025-11-05T00:25:56Z</dcterms:modified>
</cp:coreProperties>
</file>