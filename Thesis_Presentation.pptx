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80" r:id="rId5"/>
    <p:sldId id="295" r:id="rId6"/>
    <p:sldId id="260" r:id="rId7"/>
    <p:sldId id="281" r:id="rId8"/>
    <p:sldId id="270" r:id="rId9"/>
    <p:sldId id="262" r:id="rId10"/>
    <p:sldId id="266" r:id="rId11"/>
    <p:sldId id="269" r:id="rId12"/>
    <p:sldId id="275" r:id="rId13"/>
    <p:sldId id="274" r:id="rId14"/>
    <p:sldId id="273" r:id="rId15"/>
    <p:sldId id="296" r:id="rId16"/>
    <p:sldId id="290" r:id="rId17"/>
    <p:sldId id="268" r:id="rId18"/>
    <p:sldId id="279" r:id="rId19"/>
    <p:sldId id="267" r:id="rId20"/>
    <p:sldId id="297" r:id="rId21"/>
    <p:sldId id="264" r:id="rId22"/>
    <p:sldId id="291" r:id="rId23"/>
    <p:sldId id="276" r:id="rId24"/>
    <p:sldId id="293" r:id="rId25"/>
    <p:sldId id="284" r:id="rId26"/>
    <p:sldId id="292" r:id="rId27"/>
    <p:sldId id="263" r:id="rId28"/>
    <p:sldId id="285" r:id="rId29"/>
    <p:sldId id="277" r:id="rId30"/>
    <p:sldId id="278" r:id="rId31"/>
    <p:sldId id="29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80"/>
            <p14:sldId id="295"/>
            <p14:sldId id="260"/>
            <p14:sldId id="281"/>
            <p14:sldId id="270"/>
            <p14:sldId id="262"/>
            <p14:sldId id="266"/>
            <p14:sldId id="269"/>
            <p14:sldId id="275"/>
            <p14:sldId id="274"/>
            <p14:sldId id="273"/>
            <p14:sldId id="296"/>
            <p14:sldId id="290"/>
            <p14:sldId id="268"/>
            <p14:sldId id="279"/>
            <p14:sldId id="267"/>
            <p14:sldId id="297"/>
            <p14:sldId id="264"/>
            <p14:sldId id="291"/>
            <p14:sldId id="276"/>
            <p14:sldId id="293"/>
            <p14:sldId id="284"/>
            <p14:sldId id="292"/>
            <p14:sldId id="263"/>
            <p14:sldId id="285"/>
            <p14:sldId id="277"/>
            <p14:sldId id="278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1782" dt="2026-01-18T22:04:53.4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22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modMainMaster addSection delSection modSection">
      <pc:chgData name="Evgenia Andreou" userId="8e89e74f621e7047" providerId="LiveId" clId="{EF53017E-E624-4052-9F70-6403551E244D}" dt="2026-01-18T22:04:53.471" v="42578" actId="115"/>
      <pc:docMkLst>
        <pc:docMk/>
      </pc:docMkLst>
      <pc:sldChg chg="modSp mod">
        <pc:chgData name="Evgenia Andreou" userId="8e89e74f621e7047" providerId="LiveId" clId="{EF53017E-E624-4052-9F70-6403551E244D}" dt="2026-01-09T02:02:16.438" v="42374" actId="20577"/>
        <pc:sldMkLst>
          <pc:docMk/>
          <pc:sldMk cId="568867521" sldId="257"/>
        </pc:sldMkLst>
        <pc:spChg chg="mod">
          <ac:chgData name="Evgenia Andreou" userId="8e89e74f621e7047" providerId="LiveId" clId="{EF53017E-E624-4052-9F70-6403551E244D}" dt="2026-01-09T02:02:16.438" v="42374" actId="20577"/>
          <ac:spMkLst>
            <pc:docMk/>
            <pc:sldMk cId="568867521" sldId="257"/>
            <ac:spMk id="3" creationId="{09FB8F2E-C1EA-0356-22BA-7189EA91775F}"/>
          </ac:spMkLst>
        </pc:spChg>
      </pc:sldChg>
      <pc:sldChg chg="modSp mod">
        <pc:chgData name="Evgenia Andreou" userId="8e89e74f621e7047" providerId="LiveId" clId="{EF53017E-E624-4052-9F70-6403551E244D}" dt="2026-01-06T00:43:07.874" v="42219" actId="20577"/>
        <pc:sldMkLst>
          <pc:docMk/>
          <pc:sldMk cId="3253723412" sldId="260"/>
        </pc:sldMkLst>
        <pc:spChg chg="mod">
          <ac:chgData name="Evgenia Andreou" userId="8e89e74f621e7047" providerId="LiveId" clId="{EF53017E-E624-4052-9F70-6403551E244D}" dt="2026-01-06T00:43:07.874" v="42219" actId="20577"/>
          <ac:spMkLst>
            <pc:docMk/>
            <pc:sldMk cId="3253723412" sldId="260"/>
            <ac:spMk id="5" creationId="{E7DEE60B-D404-7827-DCD6-007CA5735B35}"/>
          </ac:spMkLst>
        </pc:spChg>
        <pc:spChg chg="mod">
          <ac:chgData name="Evgenia Andreou" userId="8e89e74f621e7047" providerId="LiveId" clId="{EF53017E-E624-4052-9F70-6403551E244D}" dt="2026-01-05T14:30:06.900" v="41600" actId="6549"/>
          <ac:spMkLst>
            <pc:docMk/>
            <pc:sldMk cId="3253723412" sldId="260"/>
            <ac:spMk id="7" creationId="{CDDFCFBD-9E04-ECFB-B1C3-F69CFF2F9ACF}"/>
          </ac:spMkLst>
        </pc:spChg>
      </pc:sldChg>
      <pc:sldChg chg="addSp delSp modSp mod ord">
        <pc:chgData name="Evgenia Andreou" userId="8e89e74f621e7047" providerId="LiveId" clId="{EF53017E-E624-4052-9F70-6403551E244D}" dt="2026-01-18T19:39:20.174" v="42540" actId="20577"/>
        <pc:sldMkLst>
          <pc:docMk/>
          <pc:sldMk cId="379656155" sldId="263"/>
        </pc:sldMkLst>
        <pc:spChg chg="add del mod">
          <ac:chgData name="Evgenia Andreou" userId="8e89e74f621e7047" providerId="LiveId" clId="{EF53017E-E624-4052-9F70-6403551E244D}" dt="2026-01-05T14:44:00.199" v="41685" actId="1076"/>
          <ac:spMkLst>
            <pc:docMk/>
            <pc:sldMk cId="379656155" sldId="263"/>
            <ac:spMk id="2" creationId="{608B01A7-91F3-6875-4CD6-3BD2CA6131EB}"/>
          </ac:spMkLst>
        </pc:spChg>
        <pc:spChg chg="mod">
          <ac:chgData name="Evgenia Andreou" userId="8e89e74f621e7047" providerId="LiveId" clId="{EF53017E-E624-4052-9F70-6403551E244D}" dt="2026-01-18T19:39:20.174" v="42540" actId="20577"/>
          <ac:spMkLst>
            <pc:docMk/>
            <pc:sldMk cId="379656155" sldId="263"/>
            <ac:spMk id="3" creationId="{79AA6C9D-2E20-3FDC-E624-B09367AC8F9F}"/>
          </ac:spMkLst>
        </pc:spChg>
        <pc:spChg chg="add mod">
          <ac:chgData name="Evgenia Andreou" userId="8e89e74f621e7047" providerId="LiveId" clId="{EF53017E-E624-4052-9F70-6403551E244D}" dt="2026-01-05T14:43:56.068" v="41684" actId="1036"/>
          <ac:spMkLst>
            <pc:docMk/>
            <pc:sldMk cId="379656155" sldId="263"/>
            <ac:spMk id="4" creationId="{450E4AEB-EFCC-184B-E286-4074CCA76B6D}"/>
          </ac:spMkLst>
        </pc:spChg>
        <pc:spChg chg="mod">
          <ac:chgData name="Evgenia Andreou" userId="8e89e74f621e7047" providerId="LiveId" clId="{EF53017E-E624-4052-9F70-6403551E244D}" dt="2026-01-05T14:43:56.068" v="41684" actId="1036"/>
          <ac:spMkLst>
            <pc:docMk/>
            <pc:sldMk cId="379656155" sldId="263"/>
            <ac:spMk id="7" creationId="{7379714B-1FF3-323E-6749-EA95E8C454BF}"/>
          </ac:spMkLst>
        </pc:spChg>
        <pc:picChg chg="mod">
          <ac:chgData name="Evgenia Andreou" userId="8e89e74f621e7047" providerId="LiveId" clId="{EF53017E-E624-4052-9F70-6403551E244D}" dt="2026-01-05T14:43:56.068" v="41684" actId="1036"/>
          <ac:picMkLst>
            <pc:docMk/>
            <pc:sldMk cId="379656155" sldId="263"/>
            <ac:picMk id="6" creationId="{8EC81A22-9F3E-3963-5EB9-300275B01289}"/>
          </ac:picMkLst>
        </pc:picChg>
      </pc:sldChg>
      <pc:sldChg chg="delSp modSp mod modShow">
        <pc:chgData name="Evgenia Andreou" userId="8e89e74f621e7047" providerId="LiveId" clId="{EF53017E-E624-4052-9F70-6403551E244D}" dt="2026-01-05T15:28:32.942" v="42034" actId="729"/>
        <pc:sldMkLst>
          <pc:docMk/>
          <pc:sldMk cId="493610102" sldId="264"/>
        </pc:sldMkLst>
        <pc:spChg chg="mod">
          <ac:chgData name="Evgenia Andreou" userId="8e89e74f621e7047" providerId="LiveId" clId="{EF53017E-E624-4052-9F70-6403551E244D}" dt="2026-01-05T14:55:29.115" v="41788" actId="20577"/>
          <ac:spMkLst>
            <pc:docMk/>
            <pc:sldMk cId="493610102" sldId="264"/>
            <ac:spMk id="2" creationId="{86DB2BA2-C66A-5EC1-F184-C2C46DC0A30F}"/>
          </ac:spMkLst>
        </pc:spChg>
        <pc:spChg chg="mod">
          <ac:chgData name="Evgenia Andreou" userId="8e89e74f621e7047" providerId="LiveId" clId="{EF53017E-E624-4052-9F70-6403551E244D}" dt="2026-01-05T14:54:22.685" v="41730" actId="20577"/>
          <ac:spMkLst>
            <pc:docMk/>
            <pc:sldMk cId="493610102" sldId="264"/>
            <ac:spMk id="6" creationId="{281D5DE3-2913-0700-B818-661824D303F3}"/>
          </ac:spMkLst>
        </pc:spChg>
        <pc:spChg chg="mod">
          <ac:chgData name="Evgenia Andreou" userId="8e89e74f621e7047" providerId="LiveId" clId="{EF53017E-E624-4052-9F70-6403551E244D}" dt="2026-01-05T15:05:36.958" v="41891"/>
          <ac:spMkLst>
            <pc:docMk/>
            <pc:sldMk cId="493610102" sldId="264"/>
            <ac:spMk id="7" creationId="{0871E4C9-769D-7B7A-AAF4-AA60C90D5ABE}"/>
          </ac:spMkLst>
        </pc:spChg>
      </pc:sldChg>
      <pc:sldChg chg="modSp mod">
        <pc:chgData name="Evgenia Andreou" userId="8e89e74f621e7047" providerId="LiveId" clId="{EF53017E-E624-4052-9F70-6403551E244D}" dt="2026-01-18T22:04:53.471" v="42578" actId="115"/>
        <pc:sldMkLst>
          <pc:docMk/>
          <pc:sldMk cId="1969514135" sldId="266"/>
        </pc:sldMkLst>
        <pc:spChg chg="mod">
          <ac:chgData name="Evgenia Andreou" userId="8e89e74f621e7047" providerId="LiveId" clId="{EF53017E-E624-4052-9F70-6403551E244D}" dt="2026-01-04T22:21:13.560" v="41220" actId="20577"/>
          <ac:spMkLst>
            <pc:docMk/>
            <pc:sldMk cId="1969514135" sldId="266"/>
            <ac:spMk id="42" creationId="{2DFEE1D9-3445-82AA-690D-F8B09B9501C3}"/>
          </ac:spMkLst>
        </pc:spChg>
        <pc:graphicFrameChg chg="mod modGraphic">
          <ac:chgData name="Evgenia Andreou" userId="8e89e74f621e7047" providerId="LiveId" clId="{EF53017E-E624-4052-9F70-6403551E244D}" dt="2026-01-18T22:04:53.471" v="42578" actId="115"/>
          <ac:graphicFrameMkLst>
            <pc:docMk/>
            <pc:sldMk cId="1969514135" sldId="266"/>
            <ac:graphicFrameMk id="9" creationId="{573E6068-02CB-5172-F662-3212E8C1CE9F}"/>
          </ac:graphicFrameMkLst>
        </pc:graphicFrameChg>
        <pc:graphicFrameChg chg="modGraphic">
          <ac:chgData name="Evgenia Andreou" userId="8e89e74f621e7047" providerId="LiveId" clId="{EF53017E-E624-4052-9F70-6403551E244D}" dt="2026-01-18T20:09:48.600" v="42551" actId="20577"/>
          <ac:graphicFrameMkLst>
            <pc:docMk/>
            <pc:sldMk cId="1969514135" sldId="266"/>
            <ac:graphicFrameMk id="20" creationId="{97A848B3-A454-77E9-2411-EE831EF40542}"/>
          </ac:graphicFrameMkLst>
        </pc:graphicFrameChg>
      </pc:sldChg>
      <pc:sldChg chg="addSp delSp modSp mod">
        <pc:chgData name="Evgenia Andreou" userId="8e89e74f621e7047" providerId="LiveId" clId="{EF53017E-E624-4052-9F70-6403551E244D}" dt="2026-01-18T18:43:00.154" v="42513" actId="20577"/>
        <pc:sldMkLst>
          <pc:docMk/>
          <pc:sldMk cId="4231469208" sldId="267"/>
        </pc:sldMkLst>
        <pc:spChg chg="mod">
          <ac:chgData name="Evgenia Andreou" userId="8e89e74f621e7047" providerId="LiveId" clId="{EF53017E-E624-4052-9F70-6403551E244D}" dt="2026-01-11T23:19:29.283" v="42431" actId="1076"/>
          <ac:spMkLst>
            <pc:docMk/>
            <pc:sldMk cId="4231469208" sldId="267"/>
            <ac:spMk id="2" creationId="{158FA76F-2FAB-0554-AA54-F10AD8DB0CE6}"/>
          </ac:spMkLst>
        </pc:spChg>
        <pc:spChg chg="mod">
          <ac:chgData name="Evgenia Andreou" userId="8e89e74f621e7047" providerId="LiveId" clId="{EF53017E-E624-4052-9F70-6403551E244D}" dt="2026-01-18T18:43:00.154" v="42513" actId="20577"/>
          <ac:spMkLst>
            <pc:docMk/>
            <pc:sldMk cId="4231469208" sldId="267"/>
            <ac:spMk id="3" creationId="{8C8DAC97-AA0F-A07F-8A56-4E882F374D1B}"/>
          </ac:spMkLst>
        </pc:spChg>
        <pc:spChg chg="mod">
          <ac:chgData name="Evgenia Andreou" userId="8e89e74f621e7047" providerId="LiveId" clId="{EF53017E-E624-4052-9F70-6403551E244D}" dt="2026-01-11T23:19:39.641" v="42433" actId="1076"/>
          <ac:spMkLst>
            <pc:docMk/>
            <pc:sldMk cId="4231469208" sldId="267"/>
            <ac:spMk id="4" creationId="{C69DB7BB-6B63-9805-5112-B71254956724}"/>
          </ac:spMkLst>
        </pc:spChg>
      </pc:sldChg>
      <pc:sldChg chg="ord">
        <pc:chgData name="Evgenia Andreou" userId="8e89e74f621e7047" providerId="LiveId" clId="{EF53017E-E624-4052-9F70-6403551E244D}" dt="2026-01-04T22:13:46.677" v="41136"/>
        <pc:sldMkLst>
          <pc:docMk/>
          <pc:sldMk cId="2295317214" sldId="270"/>
        </pc:sldMkLst>
      </pc:sldChg>
      <pc:sldChg chg="addSp delSp modSp mod">
        <pc:chgData name="Evgenia Andreou" userId="8e89e74f621e7047" providerId="LiveId" clId="{EF53017E-E624-4052-9F70-6403551E244D}" dt="2026-01-18T19:27:42.228" v="42518" actId="20577"/>
        <pc:sldMkLst>
          <pc:docMk/>
          <pc:sldMk cId="1839987358" sldId="276"/>
        </pc:sldMkLst>
        <pc:spChg chg="mod">
          <ac:chgData name="Evgenia Andreou" userId="8e89e74f621e7047" providerId="LiveId" clId="{EF53017E-E624-4052-9F70-6403551E244D}" dt="2026-01-05T15:30:26.792" v="42052" actId="1035"/>
          <ac:spMkLst>
            <pc:docMk/>
            <pc:sldMk cId="1839987358" sldId="276"/>
            <ac:spMk id="2" creationId="{2266DF65-6188-8376-76BA-FBFCD6D58A83}"/>
          </ac:spMkLst>
        </pc:spChg>
        <pc:spChg chg="add mod">
          <ac:chgData name="Evgenia Andreou" userId="8e89e74f621e7047" providerId="LiveId" clId="{EF53017E-E624-4052-9F70-6403551E244D}" dt="2026-01-09T22:58:55.221" v="42392" actId="20577"/>
          <ac:spMkLst>
            <pc:docMk/>
            <pc:sldMk cId="1839987358" sldId="276"/>
            <ac:spMk id="6" creationId="{4157105E-7036-C9DB-AF3D-6B1F8BACAAB8}"/>
          </ac:spMkLst>
        </pc:spChg>
        <pc:spChg chg="add mod">
          <ac:chgData name="Evgenia Andreou" userId="8e89e74f621e7047" providerId="LiveId" clId="{EF53017E-E624-4052-9F70-6403551E244D}" dt="2026-01-09T23:00:10.657" v="42412" actId="20577"/>
          <ac:spMkLst>
            <pc:docMk/>
            <pc:sldMk cId="1839987358" sldId="276"/>
            <ac:spMk id="7" creationId="{B913CD2D-5BC6-5FE6-BAF8-EE6413BD5ECA}"/>
          </ac:spMkLst>
        </pc:spChg>
        <pc:spChg chg="add mod">
          <ac:chgData name="Evgenia Andreou" userId="8e89e74f621e7047" providerId="LiveId" clId="{EF53017E-E624-4052-9F70-6403551E244D}" dt="2026-01-05T15:30:26.792" v="42052" actId="1035"/>
          <ac:spMkLst>
            <pc:docMk/>
            <pc:sldMk cId="1839987358" sldId="276"/>
            <ac:spMk id="8" creationId="{79A98218-EA23-4A6D-9448-7DE23C28E4B4}"/>
          </ac:spMkLst>
        </pc:spChg>
        <pc:spChg chg="add mod">
          <ac:chgData name="Evgenia Andreou" userId="8e89e74f621e7047" providerId="LiveId" clId="{EF53017E-E624-4052-9F70-6403551E244D}" dt="2026-01-18T19:27:42.228" v="42518" actId="20577"/>
          <ac:spMkLst>
            <pc:docMk/>
            <pc:sldMk cId="1839987358" sldId="276"/>
            <ac:spMk id="9" creationId="{209E670E-5B45-0FA6-9975-323AFAF49A6A}"/>
          </ac:spMkLst>
        </pc:spChg>
        <pc:grpChg chg="mod">
          <ac:chgData name="Evgenia Andreou" userId="8e89e74f621e7047" providerId="LiveId" clId="{EF53017E-E624-4052-9F70-6403551E244D}" dt="2026-01-05T15:30:26.792" v="42052" actId="1035"/>
          <ac:grpSpMkLst>
            <pc:docMk/>
            <pc:sldMk cId="1839987358" sldId="276"/>
            <ac:grpSpMk id="26" creationId="{1C5C83E6-6CA1-EDD4-B08C-006113AE0A92}"/>
          </ac:grpSpMkLst>
        </pc:grpChg>
        <pc:picChg chg="mod">
          <ac:chgData name="Evgenia Andreou" userId="8e89e74f621e7047" providerId="LiveId" clId="{EF53017E-E624-4052-9F70-6403551E244D}" dt="2026-01-05T16:45:30.173" v="42068" actId="1035"/>
          <ac:picMkLst>
            <pc:docMk/>
            <pc:sldMk cId="1839987358" sldId="276"/>
            <ac:picMk id="17" creationId="{D5ECBC4A-2B11-4B08-C8A3-6AFC40E86D04}"/>
          </ac:picMkLst>
        </pc:picChg>
        <pc:picChg chg="mod">
          <ac:chgData name="Evgenia Andreou" userId="8e89e74f621e7047" providerId="LiveId" clId="{EF53017E-E624-4052-9F70-6403551E244D}" dt="2026-01-05T16:45:30.173" v="42068" actId="1035"/>
          <ac:picMkLst>
            <pc:docMk/>
            <pc:sldMk cId="1839987358" sldId="276"/>
            <ac:picMk id="21" creationId="{6940838F-7595-383B-355B-AEE11B633346}"/>
          </ac:picMkLst>
        </pc:picChg>
        <pc:picChg chg="mod">
          <ac:chgData name="Evgenia Andreou" userId="8e89e74f621e7047" providerId="LiveId" clId="{EF53017E-E624-4052-9F70-6403551E244D}" dt="2026-01-05T16:45:21.993" v="42063" actId="1035"/>
          <ac:picMkLst>
            <pc:docMk/>
            <pc:sldMk cId="1839987358" sldId="276"/>
            <ac:picMk id="23" creationId="{7D899AEF-0831-6AD2-3F78-AF8C38DCF00E}"/>
          </ac:picMkLst>
        </pc:picChg>
        <pc:picChg chg="mod">
          <ac:chgData name="Evgenia Andreou" userId="8e89e74f621e7047" providerId="LiveId" clId="{EF53017E-E624-4052-9F70-6403551E244D}" dt="2026-01-05T16:45:21.993" v="42063" actId="1035"/>
          <ac:picMkLst>
            <pc:docMk/>
            <pc:sldMk cId="1839987358" sldId="276"/>
            <ac:picMk id="25" creationId="{42F43B33-35A2-AA1D-7450-44DF1C046865}"/>
          </ac:picMkLst>
        </pc:picChg>
      </pc:sldChg>
      <pc:sldChg chg="modSp mod">
        <pc:chgData name="Evgenia Andreou" userId="8e89e74f621e7047" providerId="LiveId" clId="{EF53017E-E624-4052-9F70-6403551E244D}" dt="2026-01-15T17:40:25.494" v="42507" actId="20577"/>
        <pc:sldMkLst>
          <pc:docMk/>
          <pc:sldMk cId="2946716891" sldId="277"/>
        </pc:sldMkLst>
        <pc:spChg chg="mod">
          <ac:chgData name="Evgenia Andreou" userId="8e89e74f621e7047" providerId="LiveId" clId="{EF53017E-E624-4052-9F70-6403551E244D}" dt="2026-01-15T17:40:25.494" v="42507" actId="20577"/>
          <ac:spMkLst>
            <pc:docMk/>
            <pc:sldMk cId="2946716891" sldId="277"/>
            <ac:spMk id="3" creationId="{1ABCE21A-3F83-3DDC-7BD2-BF9D4DD5C680}"/>
          </ac:spMkLst>
        </pc:spChg>
      </pc:sldChg>
      <pc:sldChg chg="modSp mod ord">
        <pc:chgData name="Evgenia Andreou" userId="8e89e74f621e7047" providerId="LiveId" clId="{EF53017E-E624-4052-9F70-6403551E244D}" dt="2026-01-18T20:25:09.439" v="42574" actId="20577"/>
        <pc:sldMkLst>
          <pc:docMk/>
          <pc:sldMk cId="1725771169" sldId="278"/>
        </pc:sldMkLst>
        <pc:spChg chg="mod">
          <ac:chgData name="Evgenia Andreou" userId="8e89e74f621e7047" providerId="LiveId" clId="{EF53017E-E624-4052-9F70-6403551E244D}" dt="2026-01-18T20:25:09.439" v="42574" actId="20577"/>
          <ac:spMkLst>
            <pc:docMk/>
            <pc:sldMk cId="1725771169" sldId="278"/>
            <ac:spMk id="3" creationId="{F231BD6F-33DE-5ED7-7A3C-3B8D40A5DEF5}"/>
          </ac:spMkLst>
        </pc:spChg>
      </pc:sldChg>
      <pc:sldChg chg="modSp mod">
        <pc:chgData name="Evgenia Andreou" userId="8e89e74f621e7047" providerId="LiveId" clId="{EF53017E-E624-4052-9F70-6403551E244D}" dt="2026-01-10T00:11:53.758" v="42423" actId="27636"/>
        <pc:sldMkLst>
          <pc:docMk/>
          <pc:sldMk cId="2935283230" sldId="281"/>
        </pc:sldMkLst>
        <pc:spChg chg="mod">
          <ac:chgData name="Evgenia Andreou" userId="8e89e74f621e7047" providerId="LiveId" clId="{EF53017E-E624-4052-9F70-6403551E244D}" dt="2026-01-04T22:14:04.077" v="41137" actId="20577"/>
          <ac:spMkLst>
            <pc:docMk/>
            <pc:sldMk cId="2935283230" sldId="281"/>
            <ac:spMk id="2" creationId="{A3D82945-C5A3-891C-124F-4B2A9A7BA511}"/>
          </ac:spMkLst>
        </pc:spChg>
        <pc:spChg chg="mod">
          <ac:chgData name="Evgenia Andreou" userId="8e89e74f621e7047" providerId="LiveId" clId="{EF53017E-E624-4052-9F70-6403551E244D}" dt="2026-01-09T00:58:17.155" v="42352" actId="20577"/>
          <ac:spMkLst>
            <pc:docMk/>
            <pc:sldMk cId="2935283230" sldId="281"/>
            <ac:spMk id="3" creationId="{9770C937-D67E-0A40-7F75-05BDEA92620B}"/>
          </ac:spMkLst>
        </pc:spChg>
        <pc:spChg chg="mod">
          <ac:chgData name="Evgenia Andreou" userId="8e89e74f621e7047" providerId="LiveId" clId="{EF53017E-E624-4052-9F70-6403551E244D}" dt="2026-01-04T22:16:49.222" v="41159" actId="1076"/>
          <ac:spMkLst>
            <pc:docMk/>
            <pc:sldMk cId="2935283230" sldId="281"/>
            <ac:spMk id="5" creationId="{C3C8EA0A-F462-758F-BA11-97260070A3A6}"/>
          </ac:spMkLst>
        </pc:spChg>
        <pc:spChg chg="mod">
          <ac:chgData name="Evgenia Andreou" userId="8e89e74f621e7047" providerId="LiveId" clId="{EF53017E-E624-4052-9F70-6403551E244D}" dt="2026-01-04T22:18:06.321" v="41199" actId="1035"/>
          <ac:spMkLst>
            <pc:docMk/>
            <pc:sldMk cId="2935283230" sldId="281"/>
            <ac:spMk id="6" creationId="{0ACD9B0C-3CE0-400E-CB68-9AF9FB1B59DD}"/>
          </ac:spMkLst>
        </pc:spChg>
        <pc:spChg chg="mod">
          <ac:chgData name="Evgenia Andreou" userId="8e89e74f621e7047" providerId="LiveId" clId="{EF53017E-E624-4052-9F70-6403551E244D}" dt="2026-01-04T22:18:00.177" v="41192" actId="20577"/>
          <ac:spMkLst>
            <pc:docMk/>
            <pc:sldMk cId="2935283230" sldId="281"/>
            <ac:spMk id="7" creationId="{F35A33DB-46F9-29EA-5ED4-6F3291D206A4}"/>
          </ac:spMkLst>
        </pc:spChg>
        <pc:spChg chg="mod">
          <ac:chgData name="Evgenia Andreou" userId="8e89e74f621e7047" providerId="LiveId" clId="{EF53017E-E624-4052-9F70-6403551E244D}" dt="2026-01-10T00:11:53.758" v="42423" actId="27636"/>
          <ac:spMkLst>
            <pc:docMk/>
            <pc:sldMk cId="2935283230" sldId="281"/>
            <ac:spMk id="8" creationId="{70AC0028-14B1-0B7D-9D13-D0694E0DD6A1}"/>
          </ac:spMkLst>
        </pc:spChg>
      </pc:sldChg>
      <pc:sldChg chg="modSp mod">
        <pc:chgData name="Evgenia Andreou" userId="8e89e74f621e7047" providerId="LiveId" clId="{EF53017E-E624-4052-9F70-6403551E244D}" dt="2026-01-04T22:58:11.966" v="41573" actId="27636"/>
        <pc:sldMkLst>
          <pc:docMk/>
          <pc:sldMk cId="1583996442" sldId="284"/>
        </pc:sldMkLst>
        <pc:spChg chg="mod">
          <ac:chgData name="Evgenia Andreou" userId="8e89e74f621e7047" providerId="LiveId" clId="{EF53017E-E624-4052-9F70-6403551E244D}" dt="2026-01-04T22:58:11.963" v="41572" actId="27636"/>
          <ac:spMkLst>
            <pc:docMk/>
            <pc:sldMk cId="1583996442" sldId="284"/>
            <ac:spMk id="5" creationId="{997345AD-832D-F3D6-8EAB-FB12F55F6DFF}"/>
          </ac:spMkLst>
        </pc:spChg>
        <pc:spChg chg="mod">
          <ac:chgData name="Evgenia Andreou" userId="8e89e74f621e7047" providerId="LiveId" clId="{EF53017E-E624-4052-9F70-6403551E244D}" dt="2026-01-04T22:58:11.966" v="41573" actId="27636"/>
          <ac:spMkLst>
            <pc:docMk/>
            <pc:sldMk cId="1583996442" sldId="284"/>
            <ac:spMk id="8" creationId="{AAFD135F-78E3-632E-FA22-F645956311C7}"/>
          </ac:spMkLst>
        </pc:spChg>
      </pc:sldChg>
      <pc:sldChg chg="modSp mod">
        <pc:chgData name="Evgenia Andreou" userId="8e89e74f621e7047" providerId="LiveId" clId="{EF53017E-E624-4052-9F70-6403551E244D}" dt="2026-01-05T14:56:19.407" v="41795" actId="14100"/>
        <pc:sldMkLst>
          <pc:docMk/>
          <pc:sldMk cId="3019405516" sldId="291"/>
        </pc:sldMkLst>
        <pc:spChg chg="mod">
          <ac:chgData name="Evgenia Andreou" userId="8e89e74f621e7047" providerId="LiveId" clId="{EF53017E-E624-4052-9F70-6403551E244D}" dt="2026-01-05T14:56:19.407" v="41795" actId="14100"/>
          <ac:spMkLst>
            <pc:docMk/>
            <pc:sldMk cId="3019405516" sldId="291"/>
            <ac:spMk id="5" creationId="{C718A182-FD34-0FCF-F841-2D21F0DFE300}"/>
          </ac:spMkLst>
        </pc:spChg>
        <pc:picChg chg="mod">
          <ac:chgData name="Evgenia Andreou" userId="8e89e74f621e7047" providerId="LiveId" clId="{EF53017E-E624-4052-9F70-6403551E244D}" dt="2026-01-05T14:56:08.399" v="41793" actId="14100"/>
          <ac:picMkLst>
            <pc:docMk/>
            <pc:sldMk cId="3019405516" sldId="291"/>
            <ac:picMk id="11" creationId="{DC1F51DB-A1C3-E7AE-73E7-24425577EC79}"/>
          </ac:picMkLst>
        </pc:picChg>
      </pc:sldChg>
      <pc:sldChg chg="modSp mod">
        <pc:chgData name="Evgenia Andreou" userId="8e89e74f621e7047" providerId="LiveId" clId="{EF53017E-E624-4052-9F70-6403551E244D}" dt="2026-01-18T19:36:30.495" v="42523" actId="6549"/>
        <pc:sldMkLst>
          <pc:docMk/>
          <pc:sldMk cId="634262476" sldId="292"/>
        </pc:sldMkLst>
        <pc:spChg chg="mod">
          <ac:chgData name="Evgenia Andreou" userId="8e89e74f621e7047" providerId="LiveId" clId="{EF53017E-E624-4052-9F70-6403551E244D}" dt="2026-01-18T19:36:30.495" v="42523" actId="6549"/>
          <ac:spMkLst>
            <pc:docMk/>
            <pc:sldMk cId="634262476" sldId="292"/>
            <ac:spMk id="3" creationId="{049D6BE7-05AE-64F8-4DB8-D2CE59F9D843}"/>
          </ac:spMkLst>
        </pc:spChg>
      </pc:sldChg>
      <pc:sldChg chg="addSp modSp mod">
        <pc:chgData name="Evgenia Andreou" userId="8e89e74f621e7047" providerId="LiveId" clId="{EF53017E-E624-4052-9F70-6403551E244D}" dt="2026-01-05T15:08:58.691" v="41894" actId="20577"/>
        <pc:sldMkLst>
          <pc:docMk/>
          <pc:sldMk cId="3402175388" sldId="293"/>
        </pc:sldMkLst>
        <pc:spChg chg="mod">
          <ac:chgData name="Evgenia Andreou" userId="8e89e74f621e7047" providerId="LiveId" clId="{EF53017E-E624-4052-9F70-6403551E244D}" dt="2026-01-04T22:56:33.302" v="41566" actId="1076"/>
          <ac:spMkLst>
            <pc:docMk/>
            <pc:sldMk cId="3402175388" sldId="293"/>
            <ac:spMk id="5" creationId="{0A267CFC-FE1A-6148-04CC-A306D34EA55F}"/>
          </ac:spMkLst>
        </pc:spChg>
        <pc:spChg chg="mod">
          <ac:chgData name="Evgenia Andreou" userId="8e89e74f621e7047" providerId="LiveId" clId="{EF53017E-E624-4052-9F70-6403551E244D}" dt="2026-01-05T15:08:58.691" v="41894" actId="20577"/>
          <ac:spMkLst>
            <pc:docMk/>
            <pc:sldMk cId="3402175388" sldId="293"/>
            <ac:spMk id="28" creationId="{663BBFA7-4629-E836-75B9-68C844D60F68}"/>
          </ac:spMkLst>
        </pc:spChg>
        <pc:grpChg chg="add mod">
          <ac:chgData name="Evgenia Andreou" userId="8e89e74f621e7047" providerId="LiveId" clId="{EF53017E-E624-4052-9F70-6403551E244D}" dt="2026-01-04T22:57:17.865" v="41570" actId="164"/>
          <ac:grpSpMkLst>
            <pc:docMk/>
            <pc:sldMk cId="3402175388" sldId="293"/>
            <ac:grpSpMk id="2" creationId="{B4DE4CD8-CDD8-E203-2B16-4FACB812C622}"/>
          </ac:grpSpMkLst>
        </pc:grpChg>
        <pc:grpChg chg="mod">
          <ac:chgData name="Evgenia Andreou" userId="8e89e74f621e7047" providerId="LiveId" clId="{EF53017E-E624-4052-9F70-6403551E244D}" dt="2026-01-04T22:57:17.865" v="41570" actId="164"/>
          <ac:grpSpMkLst>
            <pc:docMk/>
            <pc:sldMk cId="3402175388" sldId="293"/>
            <ac:grpSpMk id="19" creationId="{0E7AD118-D083-DDEE-7178-E43F222AB673}"/>
          </ac:grpSpMkLst>
        </pc:grp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4" creationId="{47354A09-3670-2A84-AE1A-8F1DBAA5939A}"/>
          </ac:cxnSpMkLst>
        </pc:cxn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5" creationId="{ED3CAE37-E11C-EC06-E5DD-09A661000FF9}"/>
          </ac:cxnSpMkLst>
        </pc:cxn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6" creationId="{4C1DC3F0-9B34-D374-BE71-99BCAC8E9ADA}"/>
          </ac:cxnSpMkLst>
        </pc:cxnChg>
      </pc:sldChg>
      <pc:sldChg chg="modSp add mod">
        <pc:chgData name="Evgenia Andreou" userId="8e89e74f621e7047" providerId="LiveId" clId="{EF53017E-E624-4052-9F70-6403551E244D}" dt="2026-01-04T22:08:41.626" v="41081" actId="255"/>
        <pc:sldMkLst>
          <pc:docMk/>
          <pc:sldMk cId="562415862" sldId="295"/>
        </pc:sldMkLst>
        <pc:spChg chg="mod">
          <ac:chgData name="Evgenia Andreou" userId="8e89e74f621e7047" providerId="LiveId" clId="{EF53017E-E624-4052-9F70-6403551E244D}" dt="2026-01-04T22:08:41.626" v="41081" actId="255"/>
          <ac:spMkLst>
            <pc:docMk/>
            <pc:sldMk cId="562415862" sldId="295"/>
            <ac:spMk id="2" creationId="{A139D3FD-4075-7801-EEA3-5C627734C182}"/>
          </ac:spMkLst>
        </pc:spChg>
      </pc:sldChg>
      <pc:sldChg chg="modSp add mod">
        <pc:chgData name="Evgenia Andreou" userId="8e89e74f621e7047" providerId="LiveId" clId="{EF53017E-E624-4052-9F70-6403551E244D}" dt="2026-01-05T14:39:57.521" v="41635" actId="20577"/>
        <pc:sldMkLst>
          <pc:docMk/>
          <pc:sldMk cId="408775488" sldId="296"/>
        </pc:sldMkLst>
        <pc:spChg chg="mod">
          <ac:chgData name="Evgenia Andreou" userId="8e89e74f621e7047" providerId="LiveId" clId="{EF53017E-E624-4052-9F70-6403551E244D}" dt="2026-01-05T14:39:57.521" v="41635" actId="20577"/>
          <ac:spMkLst>
            <pc:docMk/>
            <pc:sldMk cId="408775488" sldId="296"/>
            <ac:spMk id="2" creationId="{FD08B98B-948F-1006-86BA-3DFAC22F36D6}"/>
          </ac:spMkLst>
        </pc:spChg>
      </pc:sldChg>
      <pc:sldChg chg="modSp add mod">
        <pc:chgData name="Evgenia Andreou" userId="8e89e74f621e7047" providerId="LiveId" clId="{EF53017E-E624-4052-9F70-6403551E244D}" dt="2026-01-05T14:40:11.382" v="41654" actId="20577"/>
        <pc:sldMkLst>
          <pc:docMk/>
          <pc:sldMk cId="730092505" sldId="297"/>
        </pc:sldMkLst>
        <pc:spChg chg="mod">
          <ac:chgData name="Evgenia Andreou" userId="8e89e74f621e7047" providerId="LiveId" clId="{EF53017E-E624-4052-9F70-6403551E244D}" dt="2026-01-05T14:40:11.382" v="41654" actId="20577"/>
          <ac:spMkLst>
            <pc:docMk/>
            <pc:sldMk cId="730092505" sldId="297"/>
            <ac:spMk id="2" creationId="{534ED583-2CAB-0ED2-E987-A4E0E320A1A6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332D56-0C63-4F1A-BB01-0DE598BC1FB9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9873C0-083F-480C-BB7C-3623EDBB17D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Safety and Respect of participants</a:t>
          </a:r>
          <a:endParaRPr lang="en-US" sz="1500" dirty="0"/>
        </a:p>
      </dgm:t>
    </dgm:pt>
    <dgm:pt modelId="{A7FC63FC-7B09-4F9D-94B4-B3405ACCE3FD}" type="parTrans" cxnId="{CD9B0AE1-6C8D-4831-9FED-0326E94E99F2}">
      <dgm:prSet/>
      <dgm:spPr/>
      <dgm:t>
        <a:bodyPr/>
        <a:lstStyle/>
        <a:p>
          <a:endParaRPr lang="en-US"/>
        </a:p>
      </dgm:t>
    </dgm:pt>
    <dgm:pt modelId="{A7A26DBE-D644-4D57-B3D1-63B144291EE8}" type="sibTrans" cxnId="{CD9B0AE1-6C8D-4831-9FED-0326E94E99F2}">
      <dgm:prSet/>
      <dgm:spPr/>
      <dgm:t>
        <a:bodyPr/>
        <a:lstStyle/>
        <a:p>
          <a:endParaRPr lang="en-US"/>
        </a:p>
      </dgm:t>
    </dgm:pt>
    <dgm:pt modelId="{0E3DE1B1-49EE-4D68-AB51-7B4B224232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500" dirty="0"/>
            <a:t>Minimization of </a:t>
          </a:r>
          <a:r>
            <a:rPr lang="en-GB" sz="1500" dirty="0"/>
            <a:t>Participants’</a:t>
          </a:r>
          <a:r>
            <a:rPr lang="el-GR" sz="1500" dirty="0"/>
            <a:t> </a:t>
          </a:r>
          <a:r>
            <a:rPr lang="en-GB" sz="1500" dirty="0"/>
            <a:t>contribution to scientific progress</a:t>
          </a:r>
          <a:endParaRPr lang="en-US" sz="1500" dirty="0"/>
        </a:p>
      </dgm:t>
    </dgm:pt>
    <dgm:pt modelId="{A9C5AD11-83F7-4734-A04B-F8080892FCA7}" type="parTrans" cxnId="{604F5B8A-1ABD-454E-AA14-4B57C791CED7}">
      <dgm:prSet/>
      <dgm:spPr/>
      <dgm:t>
        <a:bodyPr/>
        <a:lstStyle/>
        <a:p>
          <a:endParaRPr lang="en-US"/>
        </a:p>
      </dgm:t>
    </dgm:pt>
    <dgm:pt modelId="{CB00D063-327D-40DB-872B-126FF32C8C91}" type="sibTrans" cxnId="{604F5B8A-1ABD-454E-AA14-4B57C791CED7}">
      <dgm:prSet/>
      <dgm:spPr/>
      <dgm:t>
        <a:bodyPr/>
        <a:lstStyle/>
        <a:p>
          <a:endParaRPr lang="en-US"/>
        </a:p>
      </dgm:t>
    </dgm:pt>
    <dgm:pt modelId="{A7550CFF-ED48-4E89-9109-4E7A240D002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Loss of funding.  </a:t>
          </a:r>
          <a:br>
            <a:rPr lang="en-GB" sz="1500" dirty="0"/>
          </a:br>
          <a:r>
            <a:rPr lang="en-GB" sz="1500" dirty="0"/>
            <a:t>Especially in scaled advanced phases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Could be utilized elsewhere</a:t>
          </a:r>
          <a:endParaRPr lang="en-US" sz="1500" dirty="0"/>
        </a:p>
      </dgm:t>
    </dgm:pt>
    <dgm:pt modelId="{1EFC7192-0E72-410A-AF5D-1298584EF7BE}" type="parTrans" cxnId="{6F745E35-6ACD-4C05-B793-79CA9D1F16CB}">
      <dgm:prSet/>
      <dgm:spPr/>
      <dgm:t>
        <a:bodyPr/>
        <a:lstStyle/>
        <a:p>
          <a:endParaRPr lang="en-US"/>
        </a:p>
      </dgm:t>
    </dgm:pt>
    <dgm:pt modelId="{E854EDA6-A918-44AB-B652-35C6D25C6B96}" type="sibTrans" cxnId="{6F745E35-6ACD-4C05-B793-79CA9D1F16CB}">
      <dgm:prSet/>
      <dgm:spPr/>
      <dgm:t>
        <a:bodyPr/>
        <a:lstStyle/>
        <a:p>
          <a:endParaRPr lang="en-US"/>
        </a:p>
      </dgm:t>
    </dgm:pt>
    <dgm:pt modelId="{1FEEF084-AEF7-4669-B2BC-BB74CB0AEC4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Inefficient and slow scientific progress </a:t>
          </a:r>
          <a:r>
            <a:rPr lang="en-GB" sz="1500" dirty="0">
              <a:sym typeface="Wingdings" panose="05000000000000000000" pitchFamily="2" charset="2"/>
            </a:rPr>
            <a:t> Clinical practice impact</a:t>
          </a:r>
          <a:endParaRPr lang="en-US" sz="1500" dirty="0"/>
        </a:p>
      </dgm:t>
    </dgm:pt>
    <dgm:pt modelId="{6A927749-1B95-4F84-9079-641A1AE53E0F}" type="parTrans" cxnId="{1461E955-0A7F-486E-B47F-81FDD10C0F90}">
      <dgm:prSet/>
      <dgm:spPr/>
      <dgm:t>
        <a:bodyPr/>
        <a:lstStyle/>
        <a:p>
          <a:endParaRPr lang="en-US"/>
        </a:p>
      </dgm:t>
    </dgm:pt>
    <dgm:pt modelId="{95F395C5-EEB1-419B-9168-C9417C628B0E}" type="sibTrans" cxnId="{1461E955-0A7F-486E-B47F-81FDD10C0F90}">
      <dgm:prSet/>
      <dgm:spPr/>
      <dgm:t>
        <a:bodyPr/>
        <a:lstStyle/>
        <a:p>
          <a:endParaRPr lang="en-US"/>
        </a:p>
      </dgm:t>
    </dgm:pt>
    <dgm:pt modelId="{C7BF4371-A1F7-4607-9CE2-37B88F68E7E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Unreliable scientific information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Researchers, Clinicians and Replicability, Reproducibility</a:t>
          </a:r>
          <a:endParaRPr lang="en-US" sz="1500" dirty="0"/>
        </a:p>
      </dgm:t>
    </dgm:pt>
    <dgm:pt modelId="{87BDF197-EAB3-4BC2-9030-C834FB021FC7}" type="parTrans" cxnId="{6CC17B64-1B3C-4FB7-A849-0A4775E2080C}">
      <dgm:prSet/>
      <dgm:spPr/>
      <dgm:t>
        <a:bodyPr/>
        <a:lstStyle/>
        <a:p>
          <a:endParaRPr lang="en-US"/>
        </a:p>
      </dgm:t>
    </dgm:pt>
    <dgm:pt modelId="{86B9B3ED-C9B9-4967-88C5-FBE70ECFC296}" type="sibTrans" cxnId="{6CC17B64-1B3C-4FB7-A849-0A4775E2080C}">
      <dgm:prSet/>
      <dgm:spPr/>
      <dgm:t>
        <a:bodyPr/>
        <a:lstStyle/>
        <a:p>
          <a:endParaRPr lang="en-US"/>
        </a:p>
      </dgm:t>
    </dgm:pt>
    <dgm:pt modelId="{CFA2DE15-0569-49B3-907B-0D29E881126D}" type="pres">
      <dgm:prSet presAssocID="{F7332D56-0C63-4F1A-BB01-0DE598BC1FB9}" presName="root" presStyleCnt="0">
        <dgm:presLayoutVars>
          <dgm:dir/>
          <dgm:resizeHandles val="exact"/>
        </dgm:presLayoutVars>
      </dgm:prSet>
      <dgm:spPr/>
    </dgm:pt>
    <dgm:pt modelId="{66C943EB-E2DC-4AD6-831A-7B2082EE188A}" type="pres">
      <dgm:prSet presAssocID="{BF9873C0-083F-480C-BB7C-3623EDBB17D1}" presName="compNode" presStyleCnt="0"/>
      <dgm:spPr/>
    </dgm:pt>
    <dgm:pt modelId="{465F097C-F6C6-4E8C-9C63-81C3579DED6E}" type="pres">
      <dgm:prSet presAssocID="{BF9873C0-083F-480C-BB7C-3623EDBB17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m"/>
        </a:ext>
      </dgm:extLst>
    </dgm:pt>
    <dgm:pt modelId="{0ED36562-9509-4190-89D8-3569DE75AE81}" type="pres">
      <dgm:prSet presAssocID="{BF9873C0-083F-480C-BB7C-3623EDBB17D1}" presName="spaceRect" presStyleCnt="0"/>
      <dgm:spPr/>
    </dgm:pt>
    <dgm:pt modelId="{B84B26FC-9C40-4CE1-BE1A-0304970FB05F}" type="pres">
      <dgm:prSet presAssocID="{BF9873C0-083F-480C-BB7C-3623EDBB17D1}" presName="textRect" presStyleLbl="revTx" presStyleIdx="0" presStyleCnt="5">
        <dgm:presLayoutVars>
          <dgm:chMax val="1"/>
          <dgm:chPref val="1"/>
        </dgm:presLayoutVars>
      </dgm:prSet>
      <dgm:spPr/>
    </dgm:pt>
    <dgm:pt modelId="{56AFD0B3-A392-4D5D-B6C6-CBD4AA7F23FB}" type="pres">
      <dgm:prSet presAssocID="{A7A26DBE-D644-4D57-B3D1-63B144291EE8}" presName="sibTrans" presStyleCnt="0"/>
      <dgm:spPr/>
    </dgm:pt>
    <dgm:pt modelId="{93F1E70A-72E4-4B21-8202-7AEF33FE162A}" type="pres">
      <dgm:prSet presAssocID="{0E3DE1B1-49EE-4D68-AB51-7B4B224232BF}" presName="compNode" presStyleCnt="0"/>
      <dgm:spPr/>
    </dgm:pt>
    <dgm:pt modelId="{10CD44B8-4BED-46A9-AEC9-C2FFF20B9DB9}" type="pres">
      <dgm:prSet presAssocID="{0E3DE1B1-49EE-4D68-AB51-7B4B224232B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D2B540A-B48F-46B7-B5F6-8C1B48920A1B}" type="pres">
      <dgm:prSet presAssocID="{0E3DE1B1-49EE-4D68-AB51-7B4B224232BF}" presName="spaceRect" presStyleCnt="0"/>
      <dgm:spPr/>
    </dgm:pt>
    <dgm:pt modelId="{B4D5C9E3-7664-4725-B0D3-D184449080D2}" type="pres">
      <dgm:prSet presAssocID="{0E3DE1B1-49EE-4D68-AB51-7B4B224232BF}" presName="textRect" presStyleLbl="revTx" presStyleIdx="1" presStyleCnt="5">
        <dgm:presLayoutVars>
          <dgm:chMax val="1"/>
          <dgm:chPref val="1"/>
        </dgm:presLayoutVars>
      </dgm:prSet>
      <dgm:spPr/>
    </dgm:pt>
    <dgm:pt modelId="{59DBEEBD-3F87-49E7-89D2-D1300BC6F8AC}" type="pres">
      <dgm:prSet presAssocID="{CB00D063-327D-40DB-872B-126FF32C8C91}" presName="sibTrans" presStyleCnt="0"/>
      <dgm:spPr/>
    </dgm:pt>
    <dgm:pt modelId="{A2D2381B-9C09-4B66-86BC-9736096DC56D}" type="pres">
      <dgm:prSet presAssocID="{A7550CFF-ED48-4E89-9109-4E7A240D0020}" presName="compNode" presStyleCnt="0"/>
      <dgm:spPr/>
    </dgm:pt>
    <dgm:pt modelId="{59A2B8B4-6246-41C8-BFEC-BD6C0959915A}" type="pres">
      <dgm:prSet presAssocID="{A7550CFF-ED48-4E89-9109-4E7A240D002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F7685A0A-EE1E-43E2-B6BD-D94782D951AF}" type="pres">
      <dgm:prSet presAssocID="{A7550CFF-ED48-4E89-9109-4E7A240D0020}" presName="spaceRect" presStyleCnt="0"/>
      <dgm:spPr/>
    </dgm:pt>
    <dgm:pt modelId="{4567C35B-79DC-41F4-A4C9-989CEA0A7D31}" type="pres">
      <dgm:prSet presAssocID="{A7550CFF-ED48-4E89-9109-4E7A240D0020}" presName="textRect" presStyleLbl="revTx" presStyleIdx="2" presStyleCnt="5">
        <dgm:presLayoutVars>
          <dgm:chMax val="1"/>
          <dgm:chPref val="1"/>
        </dgm:presLayoutVars>
      </dgm:prSet>
      <dgm:spPr/>
    </dgm:pt>
    <dgm:pt modelId="{5558F326-A597-4869-911B-6BA70A4C192C}" type="pres">
      <dgm:prSet presAssocID="{E854EDA6-A918-44AB-B652-35C6D25C6B96}" presName="sibTrans" presStyleCnt="0"/>
      <dgm:spPr/>
    </dgm:pt>
    <dgm:pt modelId="{A03AC974-C5D7-450F-A9AF-874FC352AC76}" type="pres">
      <dgm:prSet presAssocID="{1FEEF084-AEF7-4669-B2BC-BB74CB0AEC49}" presName="compNode" presStyleCnt="0"/>
      <dgm:spPr/>
    </dgm:pt>
    <dgm:pt modelId="{87EA96F7-4609-481C-93ED-651A855409D5}" type="pres">
      <dgm:prSet presAssocID="{1FEEF084-AEF7-4669-B2BC-BB74CB0AEC4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A9368559-1DCC-4926-8806-89C60FB40199}" type="pres">
      <dgm:prSet presAssocID="{1FEEF084-AEF7-4669-B2BC-BB74CB0AEC49}" presName="spaceRect" presStyleCnt="0"/>
      <dgm:spPr/>
    </dgm:pt>
    <dgm:pt modelId="{D868FBD3-FA58-4321-BE70-1730D9AA60CD}" type="pres">
      <dgm:prSet presAssocID="{1FEEF084-AEF7-4669-B2BC-BB74CB0AEC49}" presName="textRect" presStyleLbl="revTx" presStyleIdx="3" presStyleCnt="5">
        <dgm:presLayoutVars>
          <dgm:chMax val="1"/>
          <dgm:chPref val="1"/>
        </dgm:presLayoutVars>
      </dgm:prSet>
      <dgm:spPr/>
    </dgm:pt>
    <dgm:pt modelId="{D523FB8D-80E7-4DFF-8C69-294DC1A44843}" type="pres">
      <dgm:prSet presAssocID="{95F395C5-EEB1-419B-9168-C9417C628B0E}" presName="sibTrans" presStyleCnt="0"/>
      <dgm:spPr/>
    </dgm:pt>
    <dgm:pt modelId="{835B2F60-66FC-4045-BA98-F24534850279}" type="pres">
      <dgm:prSet presAssocID="{C7BF4371-A1F7-4607-9CE2-37B88F68E7EC}" presName="compNode" presStyleCnt="0"/>
      <dgm:spPr/>
    </dgm:pt>
    <dgm:pt modelId="{63D46D1B-C6EC-4E3F-8AA5-2244F78D2ABD}" type="pres">
      <dgm:prSet presAssocID="{C7BF4371-A1F7-4607-9CE2-37B88F68E7E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499584B-7FCA-4638-A18C-A303C309677E}" type="pres">
      <dgm:prSet presAssocID="{C7BF4371-A1F7-4607-9CE2-37B88F68E7EC}" presName="spaceRect" presStyleCnt="0"/>
      <dgm:spPr/>
    </dgm:pt>
    <dgm:pt modelId="{BE0FD85D-2C9A-4362-B00D-B6CE2B2C721C}" type="pres">
      <dgm:prSet presAssocID="{C7BF4371-A1F7-4607-9CE2-37B88F68E7E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3BC9034-C001-4563-9207-B80BE2442BD9}" type="presOf" srcId="{F7332D56-0C63-4F1A-BB01-0DE598BC1FB9}" destId="{CFA2DE15-0569-49B3-907B-0D29E881126D}" srcOrd="0" destOrd="0" presId="urn:microsoft.com/office/officeart/2018/2/layout/IconLabelList"/>
    <dgm:cxn modelId="{6F745E35-6ACD-4C05-B793-79CA9D1F16CB}" srcId="{F7332D56-0C63-4F1A-BB01-0DE598BC1FB9}" destId="{A7550CFF-ED48-4E89-9109-4E7A240D0020}" srcOrd="2" destOrd="0" parTransId="{1EFC7192-0E72-410A-AF5D-1298584EF7BE}" sibTransId="{E854EDA6-A918-44AB-B652-35C6D25C6B96}"/>
    <dgm:cxn modelId="{6CC17B64-1B3C-4FB7-A849-0A4775E2080C}" srcId="{F7332D56-0C63-4F1A-BB01-0DE598BC1FB9}" destId="{C7BF4371-A1F7-4607-9CE2-37B88F68E7EC}" srcOrd="4" destOrd="0" parTransId="{87BDF197-EAB3-4BC2-9030-C834FB021FC7}" sibTransId="{86B9B3ED-C9B9-4967-88C5-FBE70ECFC296}"/>
    <dgm:cxn modelId="{03FDE651-A85C-4B34-81E8-E6F655E18A64}" type="presOf" srcId="{0E3DE1B1-49EE-4D68-AB51-7B4B224232BF}" destId="{B4D5C9E3-7664-4725-B0D3-D184449080D2}" srcOrd="0" destOrd="0" presId="urn:microsoft.com/office/officeart/2018/2/layout/IconLabelList"/>
    <dgm:cxn modelId="{1461E955-0A7F-486E-B47F-81FDD10C0F90}" srcId="{F7332D56-0C63-4F1A-BB01-0DE598BC1FB9}" destId="{1FEEF084-AEF7-4669-B2BC-BB74CB0AEC49}" srcOrd="3" destOrd="0" parTransId="{6A927749-1B95-4F84-9079-641A1AE53E0F}" sibTransId="{95F395C5-EEB1-419B-9168-C9417C628B0E}"/>
    <dgm:cxn modelId="{5B813086-9A2F-4A93-A991-43B1DEAF61F0}" type="presOf" srcId="{C7BF4371-A1F7-4607-9CE2-37B88F68E7EC}" destId="{BE0FD85D-2C9A-4362-B00D-B6CE2B2C721C}" srcOrd="0" destOrd="0" presId="urn:microsoft.com/office/officeart/2018/2/layout/IconLabelList"/>
    <dgm:cxn modelId="{042C3A8A-403D-44A7-8677-D8CC5BEC10A9}" type="presOf" srcId="{A7550CFF-ED48-4E89-9109-4E7A240D0020}" destId="{4567C35B-79DC-41F4-A4C9-989CEA0A7D31}" srcOrd="0" destOrd="0" presId="urn:microsoft.com/office/officeart/2018/2/layout/IconLabelList"/>
    <dgm:cxn modelId="{604F5B8A-1ABD-454E-AA14-4B57C791CED7}" srcId="{F7332D56-0C63-4F1A-BB01-0DE598BC1FB9}" destId="{0E3DE1B1-49EE-4D68-AB51-7B4B224232BF}" srcOrd="1" destOrd="0" parTransId="{A9C5AD11-83F7-4734-A04B-F8080892FCA7}" sibTransId="{CB00D063-327D-40DB-872B-126FF32C8C91}"/>
    <dgm:cxn modelId="{46D652B1-BBFF-4C23-96C4-80B8B6C53B73}" type="presOf" srcId="{1FEEF084-AEF7-4669-B2BC-BB74CB0AEC49}" destId="{D868FBD3-FA58-4321-BE70-1730D9AA60CD}" srcOrd="0" destOrd="0" presId="urn:microsoft.com/office/officeart/2018/2/layout/IconLabelList"/>
    <dgm:cxn modelId="{CD9B0AE1-6C8D-4831-9FED-0326E94E99F2}" srcId="{F7332D56-0C63-4F1A-BB01-0DE598BC1FB9}" destId="{BF9873C0-083F-480C-BB7C-3623EDBB17D1}" srcOrd="0" destOrd="0" parTransId="{A7FC63FC-7B09-4F9D-94B4-B3405ACCE3FD}" sibTransId="{A7A26DBE-D644-4D57-B3D1-63B144291EE8}"/>
    <dgm:cxn modelId="{C057B7EB-4F4C-4ACA-99FB-519F23B55D67}" type="presOf" srcId="{BF9873C0-083F-480C-BB7C-3623EDBB17D1}" destId="{B84B26FC-9C40-4CE1-BE1A-0304970FB05F}" srcOrd="0" destOrd="0" presId="urn:microsoft.com/office/officeart/2018/2/layout/IconLabelList"/>
    <dgm:cxn modelId="{9F73E6A1-3B3B-4DA5-B4A3-687335B7B82E}" type="presParOf" srcId="{CFA2DE15-0569-49B3-907B-0D29E881126D}" destId="{66C943EB-E2DC-4AD6-831A-7B2082EE188A}" srcOrd="0" destOrd="0" presId="urn:microsoft.com/office/officeart/2018/2/layout/IconLabelList"/>
    <dgm:cxn modelId="{2E4DA9B2-9C7E-4FE1-AD7F-488098DBE1E9}" type="presParOf" srcId="{66C943EB-E2DC-4AD6-831A-7B2082EE188A}" destId="{465F097C-F6C6-4E8C-9C63-81C3579DED6E}" srcOrd="0" destOrd="0" presId="urn:microsoft.com/office/officeart/2018/2/layout/IconLabelList"/>
    <dgm:cxn modelId="{72D32EBB-28AE-4906-958F-573C11A0D6B6}" type="presParOf" srcId="{66C943EB-E2DC-4AD6-831A-7B2082EE188A}" destId="{0ED36562-9509-4190-89D8-3569DE75AE81}" srcOrd="1" destOrd="0" presId="urn:microsoft.com/office/officeart/2018/2/layout/IconLabelList"/>
    <dgm:cxn modelId="{ED88C220-A57B-4A78-8DF6-7B743CBA9EC6}" type="presParOf" srcId="{66C943EB-E2DC-4AD6-831A-7B2082EE188A}" destId="{B84B26FC-9C40-4CE1-BE1A-0304970FB05F}" srcOrd="2" destOrd="0" presId="urn:microsoft.com/office/officeart/2018/2/layout/IconLabelList"/>
    <dgm:cxn modelId="{AA062F8E-4019-4DA9-8004-A82DD35B2812}" type="presParOf" srcId="{CFA2DE15-0569-49B3-907B-0D29E881126D}" destId="{56AFD0B3-A392-4D5D-B6C6-CBD4AA7F23FB}" srcOrd="1" destOrd="0" presId="urn:microsoft.com/office/officeart/2018/2/layout/IconLabelList"/>
    <dgm:cxn modelId="{6442B60C-BC4B-4DAD-B2C9-A022A06CBDD8}" type="presParOf" srcId="{CFA2DE15-0569-49B3-907B-0D29E881126D}" destId="{93F1E70A-72E4-4B21-8202-7AEF33FE162A}" srcOrd="2" destOrd="0" presId="urn:microsoft.com/office/officeart/2018/2/layout/IconLabelList"/>
    <dgm:cxn modelId="{502582C1-C83C-47F0-A871-F1C0E0AAF126}" type="presParOf" srcId="{93F1E70A-72E4-4B21-8202-7AEF33FE162A}" destId="{10CD44B8-4BED-46A9-AEC9-C2FFF20B9DB9}" srcOrd="0" destOrd="0" presId="urn:microsoft.com/office/officeart/2018/2/layout/IconLabelList"/>
    <dgm:cxn modelId="{E2212F4C-4086-41F8-9FDC-582919D79951}" type="presParOf" srcId="{93F1E70A-72E4-4B21-8202-7AEF33FE162A}" destId="{6D2B540A-B48F-46B7-B5F6-8C1B48920A1B}" srcOrd="1" destOrd="0" presId="urn:microsoft.com/office/officeart/2018/2/layout/IconLabelList"/>
    <dgm:cxn modelId="{61FE6201-194B-4EAF-BEAA-EA9DBEF54188}" type="presParOf" srcId="{93F1E70A-72E4-4B21-8202-7AEF33FE162A}" destId="{B4D5C9E3-7664-4725-B0D3-D184449080D2}" srcOrd="2" destOrd="0" presId="urn:microsoft.com/office/officeart/2018/2/layout/IconLabelList"/>
    <dgm:cxn modelId="{52DB66B3-56E4-4E75-8C69-6A671216501E}" type="presParOf" srcId="{CFA2DE15-0569-49B3-907B-0D29E881126D}" destId="{59DBEEBD-3F87-49E7-89D2-D1300BC6F8AC}" srcOrd="3" destOrd="0" presId="urn:microsoft.com/office/officeart/2018/2/layout/IconLabelList"/>
    <dgm:cxn modelId="{3AF5A40F-88AD-4708-884B-0170A60D5BD9}" type="presParOf" srcId="{CFA2DE15-0569-49B3-907B-0D29E881126D}" destId="{A2D2381B-9C09-4B66-86BC-9736096DC56D}" srcOrd="4" destOrd="0" presId="urn:microsoft.com/office/officeart/2018/2/layout/IconLabelList"/>
    <dgm:cxn modelId="{6A821C1B-727F-4367-8C90-7CA1952B93D0}" type="presParOf" srcId="{A2D2381B-9C09-4B66-86BC-9736096DC56D}" destId="{59A2B8B4-6246-41C8-BFEC-BD6C0959915A}" srcOrd="0" destOrd="0" presId="urn:microsoft.com/office/officeart/2018/2/layout/IconLabelList"/>
    <dgm:cxn modelId="{1B7BEC17-9478-419E-B1CF-FC413B789929}" type="presParOf" srcId="{A2D2381B-9C09-4B66-86BC-9736096DC56D}" destId="{F7685A0A-EE1E-43E2-B6BD-D94782D951AF}" srcOrd="1" destOrd="0" presId="urn:microsoft.com/office/officeart/2018/2/layout/IconLabelList"/>
    <dgm:cxn modelId="{D03FFB83-048A-47C4-90AC-416180FF27C2}" type="presParOf" srcId="{A2D2381B-9C09-4B66-86BC-9736096DC56D}" destId="{4567C35B-79DC-41F4-A4C9-989CEA0A7D31}" srcOrd="2" destOrd="0" presId="urn:microsoft.com/office/officeart/2018/2/layout/IconLabelList"/>
    <dgm:cxn modelId="{065D86BC-66DC-40ED-B014-E696DD56D100}" type="presParOf" srcId="{CFA2DE15-0569-49B3-907B-0D29E881126D}" destId="{5558F326-A597-4869-911B-6BA70A4C192C}" srcOrd="5" destOrd="0" presId="urn:microsoft.com/office/officeart/2018/2/layout/IconLabelList"/>
    <dgm:cxn modelId="{81727495-CDA8-4116-87F6-FF3A6067F935}" type="presParOf" srcId="{CFA2DE15-0569-49B3-907B-0D29E881126D}" destId="{A03AC974-C5D7-450F-A9AF-874FC352AC76}" srcOrd="6" destOrd="0" presId="urn:microsoft.com/office/officeart/2018/2/layout/IconLabelList"/>
    <dgm:cxn modelId="{41B66F18-DB73-4D2C-897E-E9F7AE7E3B82}" type="presParOf" srcId="{A03AC974-C5D7-450F-A9AF-874FC352AC76}" destId="{87EA96F7-4609-481C-93ED-651A855409D5}" srcOrd="0" destOrd="0" presId="urn:microsoft.com/office/officeart/2018/2/layout/IconLabelList"/>
    <dgm:cxn modelId="{421076F7-2115-4A8D-A1BE-7A0E444F62A3}" type="presParOf" srcId="{A03AC974-C5D7-450F-A9AF-874FC352AC76}" destId="{A9368559-1DCC-4926-8806-89C60FB40199}" srcOrd="1" destOrd="0" presId="urn:microsoft.com/office/officeart/2018/2/layout/IconLabelList"/>
    <dgm:cxn modelId="{467B5582-00A0-4E4E-9D27-4EEAFFFDC5CE}" type="presParOf" srcId="{A03AC974-C5D7-450F-A9AF-874FC352AC76}" destId="{D868FBD3-FA58-4321-BE70-1730D9AA60CD}" srcOrd="2" destOrd="0" presId="urn:microsoft.com/office/officeart/2018/2/layout/IconLabelList"/>
    <dgm:cxn modelId="{F8BA54B8-851A-4D8D-8F89-6B653A3318C7}" type="presParOf" srcId="{CFA2DE15-0569-49B3-907B-0D29E881126D}" destId="{D523FB8D-80E7-4DFF-8C69-294DC1A44843}" srcOrd="7" destOrd="0" presId="urn:microsoft.com/office/officeart/2018/2/layout/IconLabelList"/>
    <dgm:cxn modelId="{05CEF803-492A-4C94-819E-D28EB5D3CD3F}" type="presParOf" srcId="{CFA2DE15-0569-49B3-907B-0D29E881126D}" destId="{835B2F60-66FC-4045-BA98-F24534850279}" srcOrd="8" destOrd="0" presId="urn:microsoft.com/office/officeart/2018/2/layout/IconLabelList"/>
    <dgm:cxn modelId="{40A7AFE1-5126-48B2-BE9E-AC343EBEF3D1}" type="presParOf" srcId="{835B2F60-66FC-4045-BA98-F24534850279}" destId="{63D46D1B-C6EC-4E3F-8AA5-2244F78D2ABD}" srcOrd="0" destOrd="0" presId="urn:microsoft.com/office/officeart/2018/2/layout/IconLabelList"/>
    <dgm:cxn modelId="{54AEE122-4C32-4552-8877-F07D66A909FA}" type="presParOf" srcId="{835B2F60-66FC-4045-BA98-F24534850279}" destId="{B499584B-7FCA-4638-A18C-A303C309677E}" srcOrd="1" destOrd="0" presId="urn:microsoft.com/office/officeart/2018/2/layout/IconLabelList"/>
    <dgm:cxn modelId="{6FC28BA1-69B9-4318-BD5E-D611004A9B8F}" type="presParOf" srcId="{835B2F60-66FC-4045-BA98-F24534850279}" destId="{BE0FD85D-2C9A-4362-B00D-B6CE2B2C721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b="0" dirty="0"/>
            <a:t>Challenging real world data</a:t>
          </a:r>
          <a:endParaRPr lang="en-GB" sz="1500" b="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New Features (e.g., Interactions, Formats)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Exploratory Analysis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br>
            <a:rPr lang="en-US" sz="1500" kern="1200" dirty="0"/>
          </a:br>
          <a:endParaRPr lang="en-GB" sz="1500" kern="12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798C2C10-662F-4E75-A5B5-D79146484269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</dgm:t>
    </dgm:pt>
    <dgm:pt modelId="{763728CA-2134-4677-A743-846554DEF5FC}" type="parTrans" cxnId="{E93DC782-50DD-4B43-A967-4FD2741569FB}">
      <dgm:prSet/>
      <dgm:spPr/>
      <dgm:t>
        <a:bodyPr/>
        <a:lstStyle/>
        <a:p>
          <a:endParaRPr lang="en-GB"/>
        </a:p>
      </dgm:t>
    </dgm:pt>
    <dgm:pt modelId="{062818EF-31D5-4693-AAFD-92006D82850B}" type="sibTrans" cxnId="{E93DC782-50DD-4B43-A967-4FD2741569FB}">
      <dgm:prSet/>
      <dgm:spPr/>
      <dgm:t>
        <a:bodyPr/>
        <a:lstStyle/>
        <a:p>
          <a:endParaRPr lang="en-GB"/>
        </a:p>
      </dgm:t>
    </dgm:pt>
    <dgm:pt modelId="{12639EF0-BB1A-4373-80A6-973906E4B20F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</dgm:t>
    </dgm:pt>
    <dgm:pt modelId="{34C1F691-A67B-43DA-AE71-CA2D5125F70E}" type="parTrans" cxnId="{420B62D3-FE4F-40A0-B131-C8DF3D0C141F}">
      <dgm:prSet/>
      <dgm:spPr/>
      <dgm:t>
        <a:bodyPr/>
        <a:lstStyle/>
        <a:p>
          <a:endParaRPr lang="en-GB"/>
        </a:p>
      </dgm:t>
    </dgm:pt>
    <dgm:pt modelId="{39822BD4-F533-401C-B29B-EA82A20EF2F0}" type="sibTrans" cxnId="{420B62D3-FE4F-40A0-B131-C8DF3D0C141F}">
      <dgm:prSet/>
      <dgm:spPr/>
      <dgm:t>
        <a:bodyPr/>
        <a:lstStyle/>
        <a:p>
          <a:endParaRPr lang="en-GB"/>
        </a:p>
      </dgm:t>
    </dgm:pt>
    <dgm:pt modelId="{4A8BA3F3-42C0-41EA-917D-9DDF709CADEA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u="sng" kern="1200" dirty="0">
              <a:sym typeface="Wingdings" panose="05000000000000000000" pitchFamily="2" charset="2"/>
            </a:rPr>
            <a:t>Heatmaps, VIF </a:t>
          </a:r>
          <a:r>
            <a:rPr lang="en-GB" sz="1500" u="sng" kern="1200" dirty="0"/>
            <a:t>≥10</a:t>
          </a:r>
        </a:p>
      </dgm:t>
    </dgm:pt>
    <dgm:pt modelId="{1E327B02-6FCB-40C3-BF05-CDA992C2D02D}" type="parTrans" cxnId="{81F09BB9-F0A8-4D26-9C8C-78D3DDFF58E4}">
      <dgm:prSet/>
      <dgm:spPr/>
      <dgm:t>
        <a:bodyPr/>
        <a:lstStyle/>
        <a:p>
          <a:endParaRPr lang="en-GB"/>
        </a:p>
      </dgm:t>
    </dgm:pt>
    <dgm:pt modelId="{E09862E0-6EE9-45CD-BBC4-0365F337E1F9}" type="sibTrans" cxnId="{81F09BB9-F0A8-4D26-9C8C-78D3DDFF58E4}">
      <dgm:prSet/>
      <dgm:spPr/>
      <dgm:t>
        <a:bodyPr/>
        <a:lstStyle/>
        <a:p>
          <a:endParaRPr lang="en-GB"/>
        </a:p>
      </dgm:t>
    </dgm:pt>
    <dgm:pt modelId="{A721B64A-F78D-438C-BD03-ED79A0A4204A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</dgm:t>
    </dgm:pt>
    <dgm:pt modelId="{78C91161-6F7F-4398-B89C-D80D89BC273D}" type="parTrans" cxnId="{1F480846-2667-4241-9F3B-7AF9FCFFF1F3}">
      <dgm:prSet/>
      <dgm:spPr/>
      <dgm:t>
        <a:bodyPr/>
        <a:lstStyle/>
        <a:p>
          <a:endParaRPr lang="en-GB"/>
        </a:p>
      </dgm:t>
    </dgm:pt>
    <dgm:pt modelId="{94D94A6E-FBF5-4F36-B66B-5C7A69F3C861}" type="sibTrans" cxnId="{1F480846-2667-4241-9F3B-7AF9FCFFF1F3}">
      <dgm:prSet/>
      <dgm:spPr/>
      <dgm:t>
        <a:bodyPr/>
        <a:lstStyle/>
        <a:p>
          <a:endParaRPr lang="en-GB"/>
        </a:p>
      </dgm:t>
    </dgm:pt>
    <dgm:pt modelId="{2F7A7128-86C4-4AA6-BDD2-C0F06335F019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</dgm:t>
    </dgm:pt>
    <dgm:pt modelId="{D99736A6-12EE-4BAE-87C7-CBC8D7CA2323}" type="parTrans" cxnId="{C00F8421-F747-485C-B1B5-20EB97E9EFA4}">
      <dgm:prSet/>
      <dgm:spPr/>
      <dgm:t>
        <a:bodyPr/>
        <a:lstStyle/>
        <a:p>
          <a:endParaRPr lang="en-GB"/>
        </a:p>
      </dgm:t>
    </dgm:pt>
    <dgm:pt modelId="{80D44254-ED36-4ABC-9111-50A9B5934201}" type="sibTrans" cxnId="{C00F8421-F747-485C-B1B5-20EB97E9EFA4}">
      <dgm:prSet/>
      <dgm:spPr/>
      <dgm:t>
        <a:bodyPr/>
        <a:lstStyle/>
        <a:p>
          <a:endParaRPr lang="en-GB"/>
        </a:p>
      </dgm:t>
    </dgm:pt>
    <dgm:pt modelId="{3CF2DE67-AA0D-447F-AC31-130CB5E04C56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Missing: </a:t>
          </a:r>
          <a:r>
            <a:rPr lang="en-US" sz="1500" dirty="0"/>
            <a:t>csv+bd, RegEx, Merge levels, Drop, Imputation</a:t>
          </a:r>
          <a:endParaRPr lang="en-GB" sz="1500" dirty="0"/>
        </a:p>
      </dgm:t>
    </dgm:pt>
    <dgm:pt modelId="{E794BAA1-87A0-45CC-803A-CA4285B90844}" type="parTrans" cxnId="{E6674B4B-0059-4698-B67E-3BDCC9F72950}">
      <dgm:prSet/>
      <dgm:spPr/>
      <dgm:t>
        <a:bodyPr/>
        <a:lstStyle/>
        <a:p>
          <a:endParaRPr lang="en-GB"/>
        </a:p>
      </dgm:t>
    </dgm:pt>
    <dgm:pt modelId="{9668A633-4F83-4818-8D18-AB26C3CDBAFA}" type="sibTrans" cxnId="{E6674B4B-0059-4698-B67E-3BDCC9F72950}">
      <dgm:prSet/>
      <dgm:spPr/>
      <dgm:t>
        <a:bodyPr/>
        <a:lstStyle/>
        <a:p>
          <a:endParaRPr lang="en-GB"/>
        </a:p>
      </dgm:t>
    </dgm:pt>
    <dgm:pt modelId="{7276CFAD-4AB0-4615-B7B2-34C290675CFD}">
      <dgm:prSet custT="1"/>
      <dgm:spPr/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</dgm:t>
    </dgm:pt>
    <dgm:pt modelId="{0D8CAB63-48AE-4EBF-A04A-A0513444996E}" type="parTrans" cxnId="{F99DEAD6-D354-4C2E-A912-E72BD9E0D9A7}">
      <dgm:prSet/>
      <dgm:spPr/>
      <dgm:t>
        <a:bodyPr/>
        <a:lstStyle/>
        <a:p>
          <a:endParaRPr lang="en-GB"/>
        </a:p>
      </dgm:t>
    </dgm:pt>
    <dgm:pt modelId="{2F1A55C3-8659-48CC-8E22-711018F2B25A}" type="sibTrans" cxnId="{F99DEAD6-D354-4C2E-A912-E72BD9E0D9A7}">
      <dgm:prSet/>
      <dgm:spPr/>
      <dgm:t>
        <a:bodyPr/>
        <a:lstStyle/>
        <a:p>
          <a:endParaRPr lang="en-GB"/>
        </a:p>
      </dgm:t>
    </dgm:pt>
    <dgm:pt modelId="{B89C6407-2BE2-4480-B463-96750AC78FFE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</dgm:t>
    </dgm:pt>
    <dgm:pt modelId="{67F4B6E3-C4CE-4236-BD5B-9D5CFC58F985}" type="parTrans" cxnId="{BFB34CAA-4FCC-4519-A43A-F733455A217C}">
      <dgm:prSet/>
      <dgm:spPr/>
      <dgm:t>
        <a:bodyPr/>
        <a:lstStyle/>
        <a:p>
          <a:endParaRPr lang="en-GB"/>
        </a:p>
      </dgm:t>
    </dgm:pt>
    <dgm:pt modelId="{25E06677-B8A3-440C-80A8-254EF34CE9DE}" type="sibTrans" cxnId="{BFB34CAA-4FCC-4519-A43A-F733455A217C}">
      <dgm:prSet/>
      <dgm:spPr/>
      <dgm:t>
        <a:bodyPr/>
        <a:lstStyle/>
        <a:p>
          <a:endParaRPr lang="en-GB"/>
        </a:p>
      </dgm:t>
    </dgm:pt>
    <dgm:pt modelId="{26DA9842-ADC7-46F7-9EE2-32CF7183EBB1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kern="1200" dirty="0"/>
        </a:p>
      </dgm:t>
    </dgm:pt>
    <dgm:pt modelId="{0C85E99A-CEB6-449F-B829-A56B3491545C}" type="parTrans" cxnId="{D2E888B8-6F96-4038-A5BB-B685E8DB8386}">
      <dgm:prSet/>
      <dgm:spPr/>
      <dgm:t>
        <a:bodyPr/>
        <a:lstStyle/>
        <a:p>
          <a:endParaRPr lang="en-GB"/>
        </a:p>
      </dgm:t>
    </dgm:pt>
    <dgm:pt modelId="{5E2DCDC2-3C52-4A98-979C-DFEDC2223258}" type="sibTrans" cxnId="{D2E888B8-6F96-4038-A5BB-B685E8DB8386}">
      <dgm:prSet/>
      <dgm:spPr/>
      <dgm:t>
        <a:bodyPr/>
        <a:lstStyle/>
        <a:p>
          <a:endParaRPr lang="en-GB"/>
        </a:p>
      </dgm:t>
    </dgm:pt>
    <dgm:pt modelId="{736A7D57-B0F2-4BAB-B205-1C2C3B99A6A3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Merge levels </a:t>
          </a:r>
          <a:r>
            <a:rPr lang="en-GB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 </a:t>
          </a:r>
          <a:r>
            <a:rPr lang="en-US" sz="1500" b="0" kern="1200" dirty="0"/>
            <a:t>rows dropped</a:t>
          </a:r>
          <a:endParaRPr lang="en-GB" sz="1500" kern="1200" dirty="0"/>
        </a:p>
      </dgm:t>
    </dgm:pt>
    <dgm:pt modelId="{8713C7AD-357C-4BD1-A70D-C92712260DA4}" type="parTrans" cxnId="{FA4D4F92-1F0C-4ADA-B59C-2DE097BC5208}">
      <dgm:prSet/>
      <dgm:spPr/>
      <dgm:t>
        <a:bodyPr/>
        <a:lstStyle/>
        <a:p>
          <a:endParaRPr lang="en-GB"/>
        </a:p>
      </dgm:t>
    </dgm:pt>
    <dgm:pt modelId="{F6AFAD1D-E444-452A-9CDB-622B62E1A36A}" type="sibTrans" cxnId="{FA4D4F92-1F0C-4ADA-B59C-2DE097BC5208}">
      <dgm:prSet/>
      <dgm:spPr/>
      <dgm:t>
        <a:bodyPr/>
        <a:lstStyle/>
        <a:p>
          <a:endParaRPr lang="en-GB"/>
        </a:p>
      </dgm:t>
    </dgm:pt>
    <dgm:pt modelId="{0A08F9B5-78CA-4B05-B1C4-3862CF8C5E43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Real world skewed data 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  <a:sym typeface="Wingdings" panose="05000000000000000000" pitchFamily="2" charset="2"/>
            </a:rPr>
            <a:t>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 Log scale</a:t>
          </a:r>
          <a:endParaRPr lang="en-GB" sz="1500" kern="1200" dirty="0"/>
        </a:p>
      </dgm:t>
    </dgm:pt>
    <dgm:pt modelId="{4F297EE7-D4A0-4B30-BAB1-0C70ADEB5254}" type="parTrans" cxnId="{76626F88-35A2-4265-9103-3E3162D5BB2A}">
      <dgm:prSet/>
      <dgm:spPr/>
    </dgm:pt>
    <dgm:pt modelId="{C02A50F2-FEA2-46A7-B375-F6405E67E575}" type="sibTrans" cxnId="{76626F88-35A2-4265-9103-3E3162D5BB2A}">
      <dgm:prSet/>
      <dgm:spPr/>
    </dgm:pt>
    <dgm:pt modelId="{7B69C202-376B-402A-BE67-3CEC0D34B221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latin typeface="+mn-lt"/>
            </a:rPr>
            <a:t>F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eature Selection</a:t>
          </a:r>
          <a:endParaRPr lang="en-GB" sz="1500" kern="1200" dirty="0"/>
        </a:p>
      </dgm:t>
    </dgm:pt>
    <dgm:pt modelId="{5C5DC730-FA8C-4D96-A6DA-BD93B211AFCD}" type="parTrans" cxnId="{475CEFC9-32E9-401E-815B-DB5B027BFC8C}">
      <dgm:prSet/>
      <dgm:spPr/>
    </dgm:pt>
    <dgm:pt modelId="{C1E814EC-51D1-40E5-A36C-D12E45272CF5}" type="sibTrans" cxnId="{475CEFC9-32E9-401E-815B-DB5B027BFC8C}">
      <dgm:prSet/>
      <dgm:spPr/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0" presStyleCnt="2" custScaleY="181497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0" presStyleCnt="2" custScaleX="139293" custScaleY="230636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1" presStyleCnt="2" custScaleY="543221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1" presStyleCnt="2" custScaleX="139293" custScaleY="682992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0" destOrd="0" parTransId="{A275FB55-100D-41BA-A526-40603876FD22}" sibTransId="{7C0B296B-2A0D-4999-A0C4-2B03AA5E5374}"/>
    <dgm:cxn modelId="{C00F8421-F747-485C-B1B5-20EB97E9EFA4}" srcId="{8B6C3B02-9B97-4461-849D-8C27B7EC535B}" destId="{2F7A7128-86C4-4AA6-BDD2-C0F06335F019}" srcOrd="7" destOrd="0" parTransId="{D99736A6-12EE-4BAE-87C7-CBC8D7CA2323}" sibTransId="{80D44254-ED36-4ABC-9111-50A9B5934201}"/>
    <dgm:cxn modelId="{EE732523-ACD9-4AD5-A411-721BE0F6D66C}" type="presOf" srcId="{A721B64A-F78D-438C-BD03-ED79A0A4204A}" destId="{4E062ED7-C8B7-4731-A7F1-BE128EC98711}" srcOrd="0" destOrd="5" presId="urn:microsoft.com/office/officeart/2005/8/layout/vList5"/>
    <dgm:cxn modelId="{74145A35-0AE2-4306-952B-41C0845ACFFA}" type="presOf" srcId="{7B69C202-376B-402A-BE67-3CEC0D34B221}" destId="{4E062ED7-C8B7-4731-A7F1-BE128EC98711}" srcOrd="0" destOrd="11" presId="urn:microsoft.com/office/officeart/2005/8/layout/vList5"/>
    <dgm:cxn modelId="{C69CD839-54E2-4FB0-AE27-35B575282CE0}" type="presOf" srcId="{26DA9842-ADC7-46F7-9EE2-32CF7183EBB1}" destId="{4E062ED7-C8B7-4731-A7F1-BE128EC98711}" srcOrd="0" destOrd="8" presId="urn:microsoft.com/office/officeart/2005/8/layout/vList5"/>
    <dgm:cxn modelId="{02B59940-76D4-44CD-B093-5E255D8B8128}" srcId="{F0F13D87-64B0-41AD-8624-57471FE85796}" destId="{8B6C3B02-9B97-4461-849D-8C27B7EC535B}" srcOrd="1" destOrd="0" parTransId="{50481D48-BE32-402B-B97D-BE0B16A178F3}" sibTransId="{0362A28F-AA87-4D8E-9250-A7830272AD07}"/>
    <dgm:cxn modelId="{2115EB43-AED9-4C7C-93CF-B85E01E16247}" srcId="{2F2A67E8-ACD9-4C73-881C-0F727D32AE95}" destId="{6685804A-377E-4143-859E-8D132C381ECF}" srcOrd="2" destOrd="0" parTransId="{F5C6F6E8-45D3-4854-8B35-3294023BC47D}" sibTransId="{BF8EC071-F2DF-44DA-A21B-1A8CE3A4C61B}"/>
    <dgm:cxn modelId="{1F480846-2667-4241-9F3B-7AF9FCFFF1F3}" srcId="{8B6C3B02-9B97-4461-849D-8C27B7EC535B}" destId="{A721B64A-F78D-438C-BD03-ED79A0A4204A}" srcOrd="5" destOrd="0" parTransId="{78C91161-6F7F-4398-B89C-D80D89BC273D}" sibTransId="{94D94A6E-FBF5-4F36-B66B-5C7A69F3C861}"/>
    <dgm:cxn modelId="{28473F47-0A74-45A4-B3B2-1FCBDE4CFCA0}" type="presOf" srcId="{736A7D57-B0F2-4BAB-B205-1C2C3B99A6A3}" destId="{4E062ED7-C8B7-4731-A7F1-BE128EC98711}" srcOrd="0" destOrd="9" presId="urn:microsoft.com/office/officeart/2005/8/layout/vList5"/>
    <dgm:cxn modelId="{E6674B4B-0059-4698-B67E-3BDCC9F72950}" srcId="{2F2A67E8-ACD9-4C73-881C-0F727D32AE95}" destId="{3CF2DE67-AA0D-447F-AC31-130CB5E04C56}" srcOrd="1" destOrd="0" parTransId="{E794BAA1-87A0-45CC-803A-CA4285B90844}" sibTransId="{9668A633-4F83-4818-8D18-AB26C3CDBAFA}"/>
    <dgm:cxn modelId="{608C324E-7E80-4BF4-8A54-C2C2D7187346}" type="presOf" srcId="{6685804A-377E-4143-859E-8D132C381ECF}" destId="{EFC1B403-9E6E-4411-9B69-79A1584C7937}" srcOrd="0" destOrd="2" presId="urn:microsoft.com/office/officeart/2005/8/layout/vList5"/>
    <dgm:cxn modelId="{454DAC6E-6DA6-4456-AAAB-C6BF68406A55}" type="presOf" srcId="{35BB0A4F-EA77-413C-9E84-DEBFB93A1E88}" destId="{EFC1B403-9E6E-4411-9B69-79A1584C7937}" srcOrd="0" destOrd="0" presId="urn:microsoft.com/office/officeart/2005/8/layout/vList5"/>
    <dgm:cxn modelId="{7BF0174F-4C35-49BA-9B87-409C838CA9D4}" type="presOf" srcId="{C80325A7-6A8F-44B1-B610-6BEE0FD37FF7}" destId="{4E062ED7-C8B7-4731-A7F1-BE128EC98711}" srcOrd="0" destOrd="0" presId="urn:microsoft.com/office/officeart/2005/8/layout/vList5"/>
    <dgm:cxn modelId="{E8435856-52A4-4837-AFEB-C91AB4BC5B44}" type="presOf" srcId="{8B6C3B02-9B97-4461-849D-8C27B7EC535B}" destId="{9E95D006-3A52-4C9F-915C-CE452CD5CD7D}" srcOrd="0" destOrd="0" presId="urn:microsoft.com/office/officeart/2005/8/layout/vList5"/>
    <dgm:cxn modelId="{D4512F7A-70D2-4B0C-9F02-428A14F88DAB}" type="presOf" srcId="{3CF2DE67-AA0D-447F-AC31-130CB5E04C56}" destId="{EFC1B403-9E6E-4411-9B69-79A1584C7937}" srcOrd="0" destOrd="1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E93DC782-50DD-4B43-A967-4FD2741569FB}" srcId="{8B6C3B02-9B97-4461-849D-8C27B7EC535B}" destId="{798C2C10-662F-4E75-A5B5-D79146484269}" srcOrd="2" destOrd="0" parTransId="{763728CA-2134-4677-A743-846554DEF5FC}" sibTransId="{062818EF-31D5-4693-AAFD-92006D82850B}"/>
    <dgm:cxn modelId="{76626F88-35A2-4265-9103-3E3162D5BB2A}" srcId="{8B6C3B02-9B97-4461-849D-8C27B7EC535B}" destId="{0A08F9B5-78CA-4B05-B1C4-3862CF8C5E43}" srcOrd="10" destOrd="0" parTransId="{4F297EE7-D4A0-4B30-BAB1-0C70ADEB5254}" sibTransId="{C02A50F2-FEA2-46A7-B375-F6405E67E575}"/>
    <dgm:cxn modelId="{6C6FC389-867B-4E86-A3B1-05298DAC166B}" type="presOf" srcId="{798C2C10-662F-4E75-A5B5-D79146484269}" destId="{4E062ED7-C8B7-4731-A7F1-BE128EC98711}" srcOrd="0" destOrd="2" presId="urn:microsoft.com/office/officeart/2005/8/layout/vList5"/>
    <dgm:cxn modelId="{FA4D4F92-1F0C-4ADA-B59C-2DE097BC5208}" srcId="{8B6C3B02-9B97-4461-849D-8C27B7EC535B}" destId="{736A7D57-B0F2-4BAB-B205-1C2C3B99A6A3}" srcOrd="9" destOrd="0" parTransId="{8713C7AD-357C-4BD1-A70D-C92712260DA4}" sibTransId="{F6AFAD1D-E444-452A-9CDB-622B62E1A36A}"/>
    <dgm:cxn modelId="{BFB34CAA-4FCC-4519-A43A-F733455A217C}" srcId="{8B6C3B02-9B97-4461-849D-8C27B7EC535B}" destId="{B89C6407-2BE2-4480-B463-96750AC78FFE}" srcOrd="1" destOrd="0" parTransId="{67F4B6E3-C4CE-4236-BD5B-9D5CFC58F985}" sibTransId="{25E06677-B8A3-440C-80A8-254EF34CE9DE}"/>
    <dgm:cxn modelId="{D2E888B8-6F96-4038-A5BB-B685E8DB8386}" srcId="{8B6C3B02-9B97-4461-849D-8C27B7EC535B}" destId="{26DA9842-ADC7-46F7-9EE2-32CF7183EBB1}" srcOrd="8" destOrd="0" parTransId="{0C85E99A-CEB6-449F-B829-A56B3491545C}" sibTransId="{5E2DCDC2-3C52-4A98-979C-DFEDC2223258}"/>
    <dgm:cxn modelId="{81F09BB9-F0A8-4D26-9C8C-78D3DDFF58E4}" srcId="{8B6C3B02-9B97-4461-849D-8C27B7EC535B}" destId="{4A8BA3F3-42C0-41EA-917D-9DDF709CADEA}" srcOrd="6" destOrd="0" parTransId="{1E327B02-6FCB-40C3-BF05-CDA992C2D02D}" sibTransId="{E09862E0-6EE9-45CD-BBC4-0365F337E1F9}"/>
    <dgm:cxn modelId="{483BF8C4-DBC4-4E2A-B0F4-02F0FF1B5C8E}" type="presOf" srcId="{4A8BA3F3-42C0-41EA-917D-9DDF709CADEA}" destId="{4E062ED7-C8B7-4731-A7F1-BE128EC98711}" srcOrd="0" destOrd="6" presId="urn:microsoft.com/office/officeart/2005/8/layout/vList5"/>
    <dgm:cxn modelId="{475CEFC9-32E9-401E-815B-DB5B027BFC8C}" srcId="{8B6C3B02-9B97-4461-849D-8C27B7EC535B}" destId="{7B69C202-376B-402A-BE67-3CEC0D34B221}" srcOrd="11" destOrd="0" parTransId="{5C5DC730-FA8C-4D96-A6DA-BD93B211AFCD}" sibTransId="{C1E814EC-51D1-40E5-A36C-D12E45272CF5}"/>
    <dgm:cxn modelId="{420B62D3-FE4F-40A0-B131-C8DF3D0C141F}" srcId="{8B6C3B02-9B97-4461-849D-8C27B7EC535B}" destId="{12639EF0-BB1A-4373-80A6-973906E4B20F}" srcOrd="3" destOrd="0" parTransId="{34C1F691-A67B-43DA-AE71-CA2D5125F70E}" sibTransId="{39822BD4-F533-401C-B29B-EA82A20EF2F0}"/>
    <dgm:cxn modelId="{961737D5-6121-4BE4-BB5F-0CD5CF455CFF}" type="presOf" srcId="{7276CFAD-4AB0-4615-B7B2-34C290675CFD}" destId="{4E062ED7-C8B7-4731-A7F1-BE128EC98711}" srcOrd="0" destOrd="4" presId="urn:microsoft.com/office/officeart/2005/8/layout/vList5"/>
    <dgm:cxn modelId="{F99DEAD6-D354-4C2E-A912-E72BD9E0D9A7}" srcId="{8B6C3B02-9B97-4461-849D-8C27B7EC535B}" destId="{7276CFAD-4AB0-4615-B7B2-34C290675CFD}" srcOrd="4" destOrd="0" parTransId="{0D8CAB63-48AE-4EBF-A04A-A0513444996E}" sibTransId="{2F1A55C3-8659-48CC-8E22-711018F2B25A}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9DDA48DA-3C17-4B15-861D-9FB9429F1310}" type="presOf" srcId="{12639EF0-BB1A-4373-80A6-973906E4B20F}" destId="{4E062ED7-C8B7-4731-A7F1-BE128EC98711}" srcOrd="0" destOrd="3" presId="urn:microsoft.com/office/officeart/2005/8/layout/vList5"/>
    <dgm:cxn modelId="{3CD1C0E7-01F4-4BE9-9ACB-DCCC1007E3E5}" type="presOf" srcId="{B89C6407-2BE2-4480-B463-96750AC78FFE}" destId="{4E062ED7-C8B7-4731-A7F1-BE128EC98711}" srcOrd="0" destOrd="1" presId="urn:microsoft.com/office/officeart/2005/8/layout/vList5"/>
    <dgm:cxn modelId="{F67385E8-F86D-47CC-B9CA-87AC4AF1BF40}" type="presOf" srcId="{0A08F9B5-78CA-4B05-B1C4-3862CF8C5E43}" destId="{4E062ED7-C8B7-4731-A7F1-BE128EC98711}" srcOrd="0" destOrd="10" presId="urn:microsoft.com/office/officeart/2005/8/layout/vList5"/>
    <dgm:cxn modelId="{E1987AED-FAC2-4A88-8949-016BDBE1E577}" type="presOf" srcId="{2F2A67E8-ACD9-4C73-881C-0F727D32AE95}" destId="{20EFAA17-3592-4F78-AEAE-2CD118F957A5}" srcOrd="0" destOrd="0" presId="urn:microsoft.com/office/officeart/2005/8/layout/vList5"/>
    <dgm:cxn modelId="{CB4329F8-377A-4878-B985-8CD9D1BDC248}" type="presOf" srcId="{2F7A7128-86C4-4AA6-BDD2-C0F06335F019}" destId="{4E062ED7-C8B7-4731-A7F1-BE128EC98711}" srcOrd="0" destOrd="7" presId="urn:microsoft.com/office/officeart/2005/8/layout/vList5"/>
    <dgm:cxn modelId="{0898E643-84BC-4444-98F5-10F22C018DA9}" type="presParOf" srcId="{8C50726C-E90C-4FFA-B6A0-2ED37CF63F64}" destId="{796ABD26-0390-4B39-A62D-E35ED7901557}" srcOrd="0" destOrd="0" presId="urn:microsoft.com/office/officeart/2005/8/layout/vList5"/>
    <dgm:cxn modelId="{A671792A-35BA-44B2-8D4C-47463C93833A}" type="presParOf" srcId="{796ABD26-0390-4B39-A62D-E35ED7901557}" destId="{20EFAA17-3592-4F78-AEAE-2CD118F957A5}" srcOrd="0" destOrd="0" presId="urn:microsoft.com/office/officeart/2005/8/layout/vList5"/>
    <dgm:cxn modelId="{A8B88065-7789-42A7-A8DD-C9A8EEC873E4}" type="presParOf" srcId="{796ABD26-0390-4B39-A62D-E35ED7901557}" destId="{EFC1B403-9E6E-4411-9B69-79A1584C7937}" srcOrd="1" destOrd="0" presId="urn:microsoft.com/office/officeart/2005/8/layout/vList5"/>
    <dgm:cxn modelId="{B9547007-A460-4114-B49B-50BE53B726D4}" type="presParOf" srcId="{8C50726C-E90C-4FFA-B6A0-2ED37CF63F64}" destId="{B2A8BB8D-8794-49FC-B132-74637F2E5B23}" srcOrd="1" destOrd="0" presId="urn:microsoft.com/office/officeart/2005/8/layout/vList5"/>
    <dgm:cxn modelId="{7D8A0A3A-AE05-450B-89F7-9193E0C122F5}" type="presParOf" srcId="{8C50726C-E90C-4FFA-B6A0-2ED37CF63F64}" destId="{39BA3085-98BD-4984-9C38-AFDA18857722}" srcOrd="2" destOrd="0" presId="urn:microsoft.com/office/officeart/2005/8/layout/vList5"/>
    <dgm:cxn modelId="{290D0EFF-5378-402A-88A3-27ECFEB8310A}" type="presParOf" srcId="{39BA3085-98BD-4984-9C38-AFDA18857722}" destId="{9E95D006-3A52-4C9F-915C-CE452CD5CD7D}" srcOrd="0" destOrd="0" presId="urn:microsoft.com/office/officeart/2005/8/layout/vList5"/>
    <dgm:cxn modelId="{A2AAB46C-2AF6-40F3-8AF2-8101114694BD}" type="presParOf" srcId="{39BA3085-98BD-4984-9C38-AFDA18857722}" destId="{4E062ED7-C8B7-4731-A7F1-BE128EC98711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One-Hot-Encoding: Completed = 0, Terminated / Withdrawn = 1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Random Under Sample (Imbalance)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Statistical Analysis</a:t>
          </a:r>
          <a:endParaRPr lang="en-GB" sz="1800" dirty="0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Classic Statistic Models</a:t>
          </a:r>
          <a:endParaRPr lang="en-GB" sz="15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(L1), LDA, QDA </a:t>
          </a:r>
          <a:endParaRPr lang="en-GB" sz="15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9B2B852C-EAA3-47DA-A8FA-B03219776D86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GB" sz="1600" dirty="0"/>
            <a:t>Model – Features Evaluation </a:t>
          </a:r>
          <a:r>
            <a:rPr lang="en-US" sz="1600" dirty="0"/>
            <a:t>/ Interpretation</a:t>
          </a:r>
          <a:endParaRPr lang="en-GB" sz="1600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Imbalance Sensitive metrics (MCC)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ML models</a:t>
          </a:r>
          <a:endParaRPr lang="en-GB" sz="15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KNN, SVC</a:t>
          </a:r>
          <a:endParaRPr lang="en-GB" sz="15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775A0E56-45E5-4F2F-8BB2-03888CBCA43E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Model </a:t>
          </a:r>
          <a:br>
            <a:rPr lang="en-US" sz="1800" b="0" dirty="0"/>
          </a:br>
          <a:r>
            <a:rPr lang="en-US" sz="1800" b="0" dirty="0"/>
            <a:t>Pre-Processing</a:t>
          </a:r>
          <a:endParaRPr lang="en-GB" sz="1800" dirty="0"/>
        </a:p>
      </dgm:t>
    </dgm:pt>
    <dgm:pt modelId="{435288A5-F6CE-47E8-951A-05C1FF468197}" type="parTrans" cxnId="{772BDE93-0E67-4E29-9A9E-76D1DE8EBCD3}">
      <dgm:prSet/>
      <dgm:spPr/>
      <dgm:t>
        <a:bodyPr/>
        <a:lstStyle/>
        <a:p>
          <a:endParaRPr lang="en-GB"/>
        </a:p>
      </dgm:t>
    </dgm:pt>
    <dgm:pt modelId="{03F7510F-F2F3-43D0-838E-585D1B2AF568}" type="sibTrans" cxnId="{772BDE93-0E67-4E29-9A9E-76D1DE8EBCD3}">
      <dgm:prSet/>
      <dgm:spPr/>
      <dgm:t>
        <a:bodyPr/>
        <a:lstStyle/>
        <a:p>
          <a:endParaRPr lang="en-GB"/>
        </a:p>
      </dgm:t>
    </dgm:pt>
    <dgm:pt modelId="{BB81C3B5-2314-4785-9328-D1AE6AE2D613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Min-Max Scaler</a:t>
          </a:r>
          <a:endParaRPr lang="en-GB" sz="1500" dirty="0"/>
        </a:p>
      </dgm:t>
    </dgm:pt>
    <dgm:pt modelId="{A050DE7A-6549-4CAE-857C-D90ADECF5A68}" type="parTrans" cxnId="{D1968A85-9847-47EC-AB41-2BD8CA92798B}">
      <dgm:prSet/>
      <dgm:spPr/>
      <dgm:t>
        <a:bodyPr/>
        <a:lstStyle/>
        <a:p>
          <a:endParaRPr lang="en-GB"/>
        </a:p>
      </dgm:t>
    </dgm:pt>
    <dgm:pt modelId="{87F311EB-1BD1-485C-8B14-143C4767ABB4}" type="sibTrans" cxnId="{D1968A85-9847-47EC-AB41-2BD8CA92798B}">
      <dgm:prSet/>
      <dgm:spPr/>
      <dgm:t>
        <a:bodyPr/>
        <a:lstStyle/>
        <a:p>
          <a:endParaRPr lang="en-GB"/>
        </a:p>
      </dgm:t>
    </dgm:pt>
    <dgm:pt modelId="{6EA1BCF4-61C4-4E72-A896-B51A3D88562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Interpret</a:t>
          </a:r>
          <a:endParaRPr lang="en-GB" sz="1500" dirty="0"/>
        </a:p>
      </dgm:t>
    </dgm:pt>
    <dgm:pt modelId="{C075C8BC-49D3-4E0F-BCE0-E27B09F4D2DD}" type="parTrans" cxnId="{F1C4A781-A7DF-4BE7-A119-8E56610EC14D}">
      <dgm:prSet/>
      <dgm:spPr/>
      <dgm:t>
        <a:bodyPr/>
        <a:lstStyle/>
        <a:p>
          <a:endParaRPr lang="en-GB"/>
        </a:p>
      </dgm:t>
    </dgm:pt>
    <dgm:pt modelId="{B709DBDA-4E1E-4B64-9A50-299B1832A414}" type="sibTrans" cxnId="{F1C4A781-A7DF-4BE7-A119-8E56610EC14D}">
      <dgm:prSet/>
      <dgm:spPr/>
      <dgm:t>
        <a:bodyPr/>
        <a:lstStyle/>
        <a:p>
          <a:endParaRPr lang="en-GB"/>
        </a:p>
      </dgm:t>
    </dgm:pt>
    <dgm:pt modelId="{9A89735C-25C3-4963-9F5D-49EA4C388E80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Train-Test Split (80:20) / (80:10)</a:t>
          </a:r>
          <a:endParaRPr lang="en-GB" sz="1500" dirty="0"/>
        </a:p>
      </dgm:t>
    </dgm:pt>
    <dgm:pt modelId="{181AA594-FBA5-4A5C-B9D6-7C0C425394FA}" type="parTrans" cxnId="{F7FB9099-FE00-4964-AE82-A0847C19984B}">
      <dgm:prSet/>
      <dgm:spPr/>
      <dgm:t>
        <a:bodyPr/>
        <a:lstStyle/>
        <a:p>
          <a:endParaRPr lang="en-GB"/>
        </a:p>
      </dgm:t>
    </dgm:pt>
    <dgm:pt modelId="{F6BA1226-4818-4D10-A196-8645C76AA56C}" type="sibTrans" cxnId="{F7FB9099-FE00-4964-AE82-A0847C19984B}">
      <dgm:prSet/>
      <dgm:spPr/>
      <dgm:t>
        <a:bodyPr/>
        <a:lstStyle/>
        <a:p>
          <a:endParaRPr lang="en-GB"/>
        </a:p>
      </dgm:t>
    </dgm:pt>
    <dgm:pt modelId="{1BBAD82F-E545-4BE6-95C6-F132FDABEB24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endParaRPr lang="en-GB" sz="1500" b="0" dirty="0"/>
        </a:p>
      </dgm:t>
    </dgm:pt>
    <dgm:pt modelId="{EFD4F4E6-D13D-43BA-AF12-259D5632F0D4}" type="parTrans" cxnId="{1BBC066B-342E-44D4-ACFA-263F081B632B}">
      <dgm:prSet/>
      <dgm:spPr/>
      <dgm:t>
        <a:bodyPr/>
        <a:lstStyle/>
        <a:p>
          <a:endParaRPr lang="en-GB"/>
        </a:p>
      </dgm:t>
    </dgm:pt>
    <dgm:pt modelId="{D21A4C4E-BAB2-4FBD-80FC-73B9D7B0F150}" type="sibTrans" cxnId="{1BBC066B-342E-44D4-ACFA-263F081B632B}">
      <dgm:prSet/>
      <dgm:spPr/>
      <dgm:t>
        <a:bodyPr/>
        <a:lstStyle/>
        <a:p>
          <a:endParaRPr lang="en-GB"/>
        </a:p>
      </dgm:t>
    </dgm:pt>
    <dgm:pt modelId="{4988BFC7-4B2E-48E4-8725-87E9F1E8960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HPO : </a:t>
          </a:r>
          <a:r>
            <a:rPr lang="en-US" sz="1500" dirty="0"/>
            <a:t>5 K-Fold CV</a:t>
          </a:r>
          <a:endParaRPr lang="en-GB" sz="1500" b="0" dirty="0"/>
        </a:p>
      </dgm:t>
    </dgm:pt>
    <dgm:pt modelId="{1FB050C1-0886-4EAE-8B11-1E72A225309D}" type="parTrans" cxnId="{BCAA90E8-50AA-49FE-9370-4CFFF57C7BCC}">
      <dgm:prSet/>
      <dgm:spPr/>
      <dgm:t>
        <a:bodyPr/>
        <a:lstStyle/>
        <a:p>
          <a:endParaRPr lang="en-GB"/>
        </a:p>
      </dgm:t>
    </dgm:pt>
    <dgm:pt modelId="{1B985C43-8D5A-4F70-BF24-3EDC8D50BA96}" type="sibTrans" cxnId="{BCAA90E8-50AA-49FE-9370-4CFFF57C7BCC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69D6229C-2310-446D-8FD1-0257F136FF2D}" type="pres">
      <dgm:prSet presAssocID="{775A0E56-45E5-4F2F-8BB2-03888CBCA43E}" presName="linNode" presStyleCnt="0"/>
      <dgm:spPr/>
    </dgm:pt>
    <dgm:pt modelId="{EAB654AF-3E2D-4818-B670-E9647EFD3FB1}" type="pres">
      <dgm:prSet presAssocID="{775A0E56-45E5-4F2F-8BB2-03888CBCA43E}" presName="parentText" presStyleLbl="node1" presStyleIdx="0" presStyleCnt="3" custScaleY="148302" custLinFactNeighborX="54" custLinFactNeighborY="-405">
        <dgm:presLayoutVars>
          <dgm:chMax val="1"/>
          <dgm:bulletEnabled val="1"/>
        </dgm:presLayoutVars>
      </dgm:prSet>
      <dgm:spPr/>
    </dgm:pt>
    <dgm:pt modelId="{45F4CA9F-B6AE-440A-846E-C46613653CA3}" type="pres">
      <dgm:prSet presAssocID="{775A0E56-45E5-4F2F-8BB2-03888CBCA43E}" presName="descendantText" presStyleLbl="alignAccFollowNode1" presStyleIdx="0" presStyleCnt="3" custScaleY="188281" custLinFactNeighborY="0">
        <dgm:presLayoutVars>
          <dgm:bulletEnabled val="1"/>
        </dgm:presLayoutVars>
      </dgm:prSet>
      <dgm:spPr/>
    </dgm:pt>
    <dgm:pt modelId="{E079E6E4-62C9-4B40-93DF-896BC543B0E0}" type="pres">
      <dgm:prSet presAssocID="{03F7510F-F2F3-43D0-838E-585D1B2AF568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1" presStyleCnt="3" custScaleY="221116" custLinFactNeighborX="54" custLinFactNeighborY="-405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1" presStyleCnt="3" custScaleY="268696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2" presStyleCnt="3" custScaleY="129988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2" presStyleCnt="3" custScaleY="163458">
        <dgm:presLayoutVars>
          <dgm:bulletEnabled val="1"/>
        </dgm:presLayoutVars>
      </dgm:prSet>
      <dgm:spPr/>
    </dgm:pt>
  </dgm:ptLst>
  <dgm:cxnLst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E4630504-116B-4E77-933F-9C986CDE35BC}" type="presOf" srcId="{BB81C3B5-2314-4785-9328-D1AE6AE2D613}" destId="{45F4CA9F-B6AE-440A-846E-C46613653CA3}" srcOrd="0" destOrd="3" presId="urn:microsoft.com/office/officeart/2005/8/layout/vList5"/>
    <dgm:cxn modelId="{5143750A-2EC9-4478-96E0-656A958AD2FF}" type="presOf" srcId="{1BBAD82F-E545-4BE6-95C6-F132FDABEB24}" destId="{528CCE5E-2722-4EFC-B855-9221185C70A7}" srcOrd="0" destOrd="6" presId="urn:microsoft.com/office/officeart/2005/8/layout/vList5"/>
    <dgm:cxn modelId="{1236DE18-15B4-46B9-9503-1C82E8F35665}" type="presOf" srcId="{9B2B852C-EAA3-47DA-A8FA-B03219776D86}" destId="{931D566F-3CC3-4DF1-B1AF-B7DE9820E2D9}" srcOrd="0" destOrd="0" presId="urn:microsoft.com/office/officeart/2005/8/layout/vList5"/>
    <dgm:cxn modelId="{7E97E324-EC2D-43FD-A738-CBFB8E3DADE6}" srcId="{9B2B852C-EAA3-47DA-A8FA-B03219776D86}" destId="{503EAE3D-96D0-4506-927D-E29AFB79DDB1}" srcOrd="2" destOrd="0" parTransId="{75349F84-9403-4094-9747-DEE4BDD05D01}" sibTransId="{36B9A918-6F76-4E21-9920-310D0C04E18D}"/>
    <dgm:cxn modelId="{438A942B-7775-4C79-B49B-CBD8EA39E6E4}" type="presOf" srcId="{B0600B66-B46F-40B6-8B17-B8524682865A}" destId="{528CCE5E-2722-4EFC-B855-9221185C70A7}" srcOrd="0" destOrd="1" presId="urn:microsoft.com/office/officeart/2005/8/layout/vList5"/>
    <dgm:cxn modelId="{26170C30-A4F0-4603-BB93-72F0639012D3}" srcId="{775A0E56-45E5-4F2F-8BB2-03888CBCA43E}" destId="{6E3DD2CD-012E-43D2-8ACA-3379650B21B2}" srcOrd="2" destOrd="0" parTransId="{E7111990-F433-40A4-9B1C-C207BA8CED28}" sibTransId="{186CD722-9684-40C9-A08C-883561BE0B7B}"/>
    <dgm:cxn modelId="{20960E31-80E4-434C-9833-A98D016620C0}" type="presOf" srcId="{8FEAD5E4-97D6-4CFC-86B6-A26A7F729487}" destId="{7FCCB0FB-B29E-4A63-AD5D-91FA8360F37E}" srcOrd="0" destOrd="0" presId="urn:microsoft.com/office/officeart/2005/8/layout/vList5"/>
    <dgm:cxn modelId="{F99B3135-FACA-4043-872E-5CB3507795FF}" type="presOf" srcId="{503EAE3D-96D0-4506-927D-E29AFB79DDB1}" destId="{7FCCB0FB-B29E-4A63-AD5D-91FA8360F37E}" srcOrd="0" destOrd="2" presId="urn:microsoft.com/office/officeart/2005/8/layout/vList5"/>
    <dgm:cxn modelId="{7788635E-6D07-433D-963A-EB3919C119B1}" srcId="{9B2B852C-EAA3-47DA-A8FA-B03219776D86}" destId="{7A0E02F4-3F9C-4069-925A-EB6E3A3FA1FE}" srcOrd="1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B9244A46-996A-45F8-82BA-8959F7D107E1}" type="presOf" srcId="{6E3DD2CD-012E-43D2-8ACA-3379650B21B2}" destId="{45F4CA9F-B6AE-440A-846E-C46613653CA3}" srcOrd="0" destOrd="2" presId="urn:microsoft.com/office/officeart/2005/8/layout/vList5"/>
    <dgm:cxn modelId="{1BBC066B-342E-44D4-ACFA-263F081B632B}" srcId="{ECAB65BA-2CCB-47FA-90F0-12502F7CD667}" destId="{1BBAD82F-E545-4BE6-95C6-F132FDABEB24}" srcOrd="6" destOrd="0" parTransId="{EFD4F4E6-D13D-43BA-AF12-259D5632F0D4}" sibTransId="{D21A4C4E-BAB2-4FBD-80FC-73B9D7B0F150}"/>
    <dgm:cxn modelId="{466F436D-A639-4506-BE51-411E477419B4}" type="presOf" srcId="{ECAB65BA-2CCB-47FA-90F0-12502F7CD667}" destId="{347B65B5-D951-4BD4-80BE-FAE3D7D0B395}" srcOrd="0" destOrd="0" presId="urn:microsoft.com/office/officeart/2005/8/layout/vList5"/>
    <dgm:cxn modelId="{3333F455-B39D-4AED-821C-4E64F5435C82}" srcId="{775A0E56-45E5-4F2F-8BB2-03888CBCA43E}" destId="{704B54DE-7AF4-4CB4-B608-23986912A49B}" srcOrd="0" destOrd="0" parTransId="{86898E17-3847-4306-AC7A-3CF060EF52D8}" sibTransId="{BB5425DB-06CD-4901-904A-F707F9EF7403}"/>
    <dgm:cxn modelId="{DE59FB78-434B-4C40-AF14-B9A6DE4A9035}" type="presOf" srcId="{6EA1BCF4-61C4-4E72-A896-B51A3D88562E}" destId="{7FCCB0FB-B29E-4A63-AD5D-91FA8360F37E}" srcOrd="0" destOrd="3" presId="urn:microsoft.com/office/officeart/2005/8/layout/vList5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F1C4A781-A7DF-4BE7-A119-8E56610EC14D}" srcId="{9B2B852C-EAA3-47DA-A8FA-B03219776D86}" destId="{6EA1BCF4-61C4-4E72-A896-B51A3D88562E}" srcOrd="3" destOrd="0" parTransId="{C075C8BC-49D3-4E0F-BCE0-E27B09F4D2DD}" sibTransId="{B709DBDA-4E1E-4B64-9A50-299B1832A414}"/>
    <dgm:cxn modelId="{3D820182-4244-41CC-8FEC-209ADEAF685E}" type="presOf" srcId="{7A0E02F4-3F9C-4069-925A-EB6E3A3FA1FE}" destId="{7FCCB0FB-B29E-4A63-AD5D-91FA8360F37E}" srcOrd="0" destOrd="1" presId="urn:microsoft.com/office/officeart/2005/8/layout/vList5"/>
    <dgm:cxn modelId="{07916F84-1F32-401B-9642-EAEB93C77EE7}" type="presOf" srcId="{4988BFC7-4B2E-48E4-8725-87E9F1E8960B}" destId="{528CCE5E-2722-4EFC-B855-9221185C70A7}" srcOrd="0" destOrd="7" presId="urn:microsoft.com/office/officeart/2005/8/layout/vList5"/>
    <dgm:cxn modelId="{D1968A85-9847-47EC-AB41-2BD8CA92798B}" srcId="{775A0E56-45E5-4F2F-8BB2-03888CBCA43E}" destId="{BB81C3B5-2314-4785-9328-D1AE6AE2D613}" srcOrd="3" destOrd="0" parTransId="{A050DE7A-6549-4CAE-857C-D90ADECF5A68}" sibTransId="{87F311EB-1BD1-485C-8B14-143C4767ABB4}"/>
    <dgm:cxn modelId="{23A5AC89-0E3B-4165-8F88-068FF0ED9DFA}" type="presOf" srcId="{C17AEEAA-6BF3-4E08-B01D-1AF2529D908A}" destId="{528CCE5E-2722-4EFC-B855-9221185C70A7}" srcOrd="0" destOrd="5" presId="urn:microsoft.com/office/officeart/2005/8/layout/vList5"/>
    <dgm:cxn modelId="{C96E0A92-DF80-4E06-920B-B7C07A7D6799}" type="presOf" srcId="{E391617A-E7DD-4FDF-991D-6D6E54481043}" destId="{528CCE5E-2722-4EFC-B855-9221185C70A7}" srcOrd="0" destOrd="2" presId="urn:microsoft.com/office/officeart/2005/8/layout/vList5"/>
    <dgm:cxn modelId="{772BDE93-0E67-4E29-9A9E-76D1DE8EBCD3}" srcId="{7622099B-C41C-408D-A09C-4C036F524DB3}" destId="{775A0E56-45E5-4F2F-8BB2-03888CBCA43E}" srcOrd="0" destOrd="0" parTransId="{435288A5-F6CE-47E8-951A-05C1FF468197}" sibTransId="{03F7510F-F2F3-43D0-838E-585D1B2AF568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F7FB9099-FE00-4964-AE82-A0847C19984B}" srcId="{775A0E56-45E5-4F2F-8BB2-03888CBCA43E}" destId="{9A89735C-25C3-4963-9F5D-49EA4C388E80}" srcOrd="1" destOrd="0" parTransId="{181AA594-FBA5-4A5C-B9D6-7C0C425394FA}" sibTransId="{F6BA1226-4818-4D10-A196-8645C76AA56C}"/>
    <dgm:cxn modelId="{1E5BDE99-46DC-4AF5-8736-D0031529D62F}" type="presOf" srcId="{704B54DE-7AF4-4CB4-B608-23986912A49B}" destId="{45F4CA9F-B6AE-440A-846E-C46613653CA3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CB6C10B6-1A65-433E-8634-E3ED426DEB18}" srcId="{7622099B-C41C-408D-A09C-4C036F524DB3}" destId="{9B2B852C-EAA3-47DA-A8FA-B03219776D86}" srcOrd="2" destOrd="0" parTransId="{3946658C-70C2-415C-B4E6-80B0DF88B1D8}" sibTransId="{A162B4E3-799D-41D8-91A4-BDB9FDF5E130}"/>
    <dgm:cxn modelId="{0F0520BA-C7F4-44E5-A8F7-BD02723706EE}" type="presOf" srcId="{775A0E56-45E5-4F2F-8BB2-03888CBCA43E}" destId="{EAB654AF-3E2D-4818-B670-E9647EFD3FB1}" srcOrd="0" destOrd="0" presId="urn:microsoft.com/office/officeart/2005/8/layout/vList5"/>
    <dgm:cxn modelId="{07670CBD-C919-47F9-BEE9-01D002D51B59}" type="presOf" srcId="{7EC0B3D7-4F99-4B43-900F-0EE1BB80704F}" destId="{528CCE5E-2722-4EFC-B855-9221185C70A7}" srcOrd="0" destOrd="3" presId="urn:microsoft.com/office/officeart/2005/8/layout/vList5"/>
    <dgm:cxn modelId="{827309C9-AA24-453C-8DF4-AFEA2991F82B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F80719DF-DE1A-4357-9081-18F73750E092}" type="presOf" srcId="{E255CFCF-58F1-4D1D-9D3C-4D9466A42ED1}" destId="{528CCE5E-2722-4EFC-B855-9221185C70A7}" srcOrd="0" destOrd="0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BCAA90E8-50AA-49FE-9370-4CFFF57C7BCC}" srcId="{ECAB65BA-2CCB-47FA-90F0-12502F7CD667}" destId="{4988BFC7-4B2E-48E4-8725-87E9F1E8960B}" srcOrd="7" destOrd="0" parTransId="{1FB050C1-0886-4EAE-8B11-1E72A225309D}" sibTransId="{1B985C43-8D5A-4F70-BF24-3EDC8D50BA96}"/>
    <dgm:cxn modelId="{C172C7F5-BA9C-4BB9-8259-F4B1498BFE88}" srcId="{7622099B-C41C-408D-A09C-4C036F524DB3}" destId="{ECAB65BA-2CCB-47FA-90F0-12502F7CD667}" srcOrd="1" destOrd="0" parTransId="{2912F7AE-6121-4AE1-8137-BCE86CA0E436}" sibTransId="{913F1ADE-97C3-454B-ACCF-AFAA92708741}"/>
    <dgm:cxn modelId="{D889CFFE-E244-4072-8DFF-DCA9015F0EF8}" type="presOf" srcId="{9A89735C-25C3-4963-9F5D-49EA4C388E80}" destId="{45F4CA9F-B6AE-440A-846E-C46613653CA3}" srcOrd="0" destOrd="1" presId="urn:microsoft.com/office/officeart/2005/8/layout/vList5"/>
    <dgm:cxn modelId="{4E18FD97-DE10-4DE3-9068-7484A33EE58E}" type="presParOf" srcId="{07638703-1C65-454E-AA9A-E84CCA6DD2B5}" destId="{69D6229C-2310-446D-8FD1-0257F136FF2D}" srcOrd="0" destOrd="0" presId="urn:microsoft.com/office/officeart/2005/8/layout/vList5"/>
    <dgm:cxn modelId="{7EB11120-D6D3-4960-8405-AFB836D6F04B}" type="presParOf" srcId="{69D6229C-2310-446D-8FD1-0257F136FF2D}" destId="{EAB654AF-3E2D-4818-B670-E9647EFD3FB1}" srcOrd="0" destOrd="0" presId="urn:microsoft.com/office/officeart/2005/8/layout/vList5"/>
    <dgm:cxn modelId="{6CCC7A6F-9E4E-4043-807C-8EEB9F61E5BC}" type="presParOf" srcId="{69D6229C-2310-446D-8FD1-0257F136FF2D}" destId="{45F4CA9F-B6AE-440A-846E-C46613653CA3}" srcOrd="1" destOrd="0" presId="urn:microsoft.com/office/officeart/2005/8/layout/vList5"/>
    <dgm:cxn modelId="{DEFDF50C-5456-4C04-AC53-DB67EFBCD9F2}" type="presParOf" srcId="{07638703-1C65-454E-AA9A-E84CCA6DD2B5}" destId="{E079E6E4-62C9-4B40-93DF-896BC543B0E0}" srcOrd="1" destOrd="0" presId="urn:microsoft.com/office/officeart/2005/8/layout/vList5"/>
    <dgm:cxn modelId="{2B05407A-4C24-4A61-A380-7FACCA430DC6}" type="presParOf" srcId="{07638703-1C65-454E-AA9A-E84CCA6DD2B5}" destId="{39736F16-8CC0-4F23-BF01-E3FA2D1FD403}" srcOrd="2" destOrd="0" presId="urn:microsoft.com/office/officeart/2005/8/layout/vList5"/>
    <dgm:cxn modelId="{DE83B63E-A37D-40B1-B30B-029A8A461878}" type="presParOf" srcId="{39736F16-8CC0-4F23-BF01-E3FA2D1FD403}" destId="{347B65B5-D951-4BD4-80BE-FAE3D7D0B395}" srcOrd="0" destOrd="0" presId="urn:microsoft.com/office/officeart/2005/8/layout/vList5"/>
    <dgm:cxn modelId="{88D0D930-83B1-4C4E-8996-DE96478FB774}" type="presParOf" srcId="{39736F16-8CC0-4F23-BF01-E3FA2D1FD403}" destId="{528CCE5E-2722-4EFC-B855-9221185C70A7}" srcOrd="1" destOrd="0" presId="urn:microsoft.com/office/officeart/2005/8/layout/vList5"/>
    <dgm:cxn modelId="{F9564ADE-6E3D-4230-A58B-08DFD3168DA5}" type="presParOf" srcId="{07638703-1C65-454E-AA9A-E84CCA6DD2B5}" destId="{39D42361-6CF9-4A53-98C0-776AE63F6E71}" srcOrd="3" destOrd="0" presId="urn:microsoft.com/office/officeart/2005/8/layout/vList5"/>
    <dgm:cxn modelId="{9B3FA81D-F873-425D-BBB5-656CE2A137A1}" type="presParOf" srcId="{07638703-1C65-454E-AA9A-E84CCA6DD2B5}" destId="{1BAEA31F-FB5C-42FB-B4FD-A535E0A8B879}" srcOrd="4" destOrd="0" presId="urn:microsoft.com/office/officeart/2005/8/layout/vList5"/>
    <dgm:cxn modelId="{E67D124E-804F-44D9-9E04-02FA8CD4BB7E}" type="presParOf" srcId="{1BAEA31F-FB5C-42FB-B4FD-A535E0A8B879}" destId="{931D566F-3CC3-4DF1-B1AF-B7DE9820E2D9}" srcOrd="0" destOrd="0" presId="urn:microsoft.com/office/officeart/2005/8/layout/vList5"/>
    <dgm:cxn modelId="{D0D77A68-87AB-45B2-AB2D-06C00BCC91A4}" type="presParOf" srcId="{1BAEA31F-FB5C-42FB-B4FD-A535E0A8B879}" destId="{7FCCB0FB-B29E-4A63-AD5D-91FA8360F37E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5F097C-F6C6-4E8C-9C63-81C3579DED6E}">
      <dsp:nvSpPr>
        <dsp:cNvPr id="0" name=""/>
        <dsp:cNvSpPr/>
      </dsp:nvSpPr>
      <dsp:spPr>
        <a:xfrm>
          <a:off x="12180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B26FC-9C40-4CE1-BE1A-0304970FB05F}">
      <dsp:nvSpPr>
        <dsp:cNvPr id="0" name=""/>
        <dsp:cNvSpPr/>
      </dsp:nvSpPr>
      <dsp:spPr>
        <a:xfrm>
          <a:off x="7621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Safety and Respect of participants</a:t>
          </a:r>
          <a:endParaRPr lang="en-US" sz="1500" kern="1200" dirty="0"/>
        </a:p>
      </dsp:txBody>
      <dsp:txXfrm>
        <a:off x="762191" y="1386618"/>
        <a:ext cx="1657617" cy="1291775"/>
      </dsp:txXfrm>
    </dsp:sp>
    <dsp:sp modelId="{10CD44B8-4BED-46A9-AEC9-C2FFF20B9DB9}">
      <dsp:nvSpPr>
        <dsp:cNvPr id="0" name=""/>
        <dsp:cNvSpPr/>
      </dsp:nvSpPr>
      <dsp:spPr>
        <a:xfrm>
          <a:off x="31657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D5C9E3-7664-4725-B0D3-D184449080D2}">
      <dsp:nvSpPr>
        <dsp:cNvPr id="0" name=""/>
        <dsp:cNvSpPr/>
      </dsp:nvSpPr>
      <dsp:spPr>
        <a:xfrm>
          <a:off x="27098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Minimization of </a:t>
          </a:r>
          <a:r>
            <a:rPr lang="en-GB" sz="1500" kern="1200" dirty="0"/>
            <a:t>Participants’</a:t>
          </a:r>
          <a:r>
            <a:rPr lang="el-GR" sz="1500" kern="1200" dirty="0"/>
            <a:t> </a:t>
          </a:r>
          <a:r>
            <a:rPr lang="en-GB" sz="1500" kern="1200" dirty="0"/>
            <a:t>contribution to scientific progress</a:t>
          </a:r>
          <a:endParaRPr lang="en-US" sz="1500" kern="1200" dirty="0"/>
        </a:p>
      </dsp:txBody>
      <dsp:txXfrm>
        <a:off x="2709891" y="1386618"/>
        <a:ext cx="1657617" cy="1291775"/>
      </dsp:txXfrm>
    </dsp:sp>
    <dsp:sp modelId="{59A2B8B4-6246-41C8-BFEC-BD6C0959915A}">
      <dsp:nvSpPr>
        <dsp:cNvPr id="0" name=""/>
        <dsp:cNvSpPr/>
      </dsp:nvSpPr>
      <dsp:spPr>
        <a:xfrm>
          <a:off x="51134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7C35B-79DC-41F4-A4C9-989CEA0A7D31}">
      <dsp:nvSpPr>
        <dsp:cNvPr id="0" name=""/>
        <dsp:cNvSpPr/>
      </dsp:nvSpPr>
      <dsp:spPr>
        <a:xfrm>
          <a:off x="46575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Loss of funding.  </a:t>
          </a:r>
          <a:br>
            <a:rPr lang="en-GB" sz="1500" kern="1200" dirty="0"/>
          </a:br>
          <a:r>
            <a:rPr lang="en-GB" sz="1500" kern="1200" dirty="0"/>
            <a:t>Especially in scaled advanced phases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Could be utilized elsewhere</a:t>
          </a:r>
          <a:endParaRPr lang="en-US" sz="1500" kern="1200" dirty="0"/>
        </a:p>
      </dsp:txBody>
      <dsp:txXfrm>
        <a:off x="4657591" y="1386618"/>
        <a:ext cx="1657617" cy="1291775"/>
      </dsp:txXfrm>
    </dsp:sp>
    <dsp:sp modelId="{87EA96F7-4609-481C-93ED-651A855409D5}">
      <dsp:nvSpPr>
        <dsp:cNvPr id="0" name=""/>
        <dsp:cNvSpPr/>
      </dsp:nvSpPr>
      <dsp:spPr>
        <a:xfrm>
          <a:off x="70611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68FBD3-FA58-4321-BE70-1730D9AA60CD}">
      <dsp:nvSpPr>
        <dsp:cNvPr id="0" name=""/>
        <dsp:cNvSpPr/>
      </dsp:nvSpPr>
      <dsp:spPr>
        <a:xfrm>
          <a:off x="66052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Inefficient and slow scientific progress </a:t>
          </a:r>
          <a:r>
            <a:rPr lang="en-GB" sz="1500" kern="1200" dirty="0">
              <a:sym typeface="Wingdings" panose="05000000000000000000" pitchFamily="2" charset="2"/>
            </a:rPr>
            <a:t> Clinical practice impact</a:t>
          </a:r>
          <a:endParaRPr lang="en-US" sz="1500" kern="1200" dirty="0"/>
        </a:p>
      </dsp:txBody>
      <dsp:txXfrm>
        <a:off x="6605291" y="1386618"/>
        <a:ext cx="1657617" cy="1291775"/>
      </dsp:txXfrm>
    </dsp:sp>
    <dsp:sp modelId="{63D46D1B-C6EC-4E3F-8AA5-2244F78D2ABD}">
      <dsp:nvSpPr>
        <dsp:cNvPr id="0" name=""/>
        <dsp:cNvSpPr/>
      </dsp:nvSpPr>
      <dsp:spPr>
        <a:xfrm>
          <a:off x="90088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FD85D-2C9A-4362-B00D-B6CE2B2C721C}">
      <dsp:nvSpPr>
        <dsp:cNvPr id="0" name=""/>
        <dsp:cNvSpPr/>
      </dsp:nvSpPr>
      <dsp:spPr>
        <a:xfrm>
          <a:off x="85529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Unreliable scientific information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Researchers, Clinicians and Replicability, Reproducibility</a:t>
          </a:r>
          <a:endParaRPr lang="en-US" sz="1500" kern="1200" dirty="0"/>
        </a:p>
      </dsp:txBody>
      <dsp:txXfrm>
        <a:off x="8552991" y="1386618"/>
        <a:ext cx="1657617" cy="12917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C1B403-9E6E-4411-9B69-79A1584C7937}">
      <dsp:nvSpPr>
        <dsp:cNvPr id="0" name=""/>
        <dsp:cNvSpPr/>
      </dsp:nvSpPr>
      <dsp:spPr>
        <a:xfrm rot="5400000">
          <a:off x="3023645" y="-1338133"/>
          <a:ext cx="1481364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Challenging real world data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Missing: </a:t>
          </a:r>
          <a:r>
            <a:rPr lang="en-US" sz="1500" kern="1200" dirty="0"/>
            <a:t>csv+bd, RegEx, Merge levels, Drop, Imputation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New Features (e.g., Interactions, Formats)</a:t>
          </a:r>
        </a:p>
      </dsp:txBody>
      <dsp:txXfrm rot="-5400000">
        <a:off x="1682348" y="75478"/>
        <a:ext cx="4091645" cy="1336736"/>
      </dsp:txXfrm>
    </dsp:sp>
    <dsp:sp modelId="{20EFAA17-3592-4F78-AEAE-2CD118F957A5}">
      <dsp:nvSpPr>
        <dsp:cNvPr id="0" name=""/>
        <dsp:cNvSpPr/>
      </dsp:nvSpPr>
      <dsp:spPr>
        <a:xfrm>
          <a:off x="837" y="15254"/>
          <a:ext cx="1681510" cy="1457183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71971" y="86388"/>
        <a:ext cx="1539242" cy="1314915"/>
      </dsp:txXfrm>
    </dsp:sp>
    <dsp:sp modelId="{4E062ED7-C8B7-4731-A7F1-BE128EC98711}">
      <dsp:nvSpPr>
        <dsp:cNvPr id="0" name=""/>
        <dsp:cNvSpPr/>
      </dsp:nvSpPr>
      <dsp:spPr>
        <a:xfrm rot="5400000">
          <a:off x="1570914" y="1636105"/>
          <a:ext cx="4386826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br>
            <a:rPr lang="en-US" sz="1500" kern="1200" dirty="0"/>
          </a:b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u="sng" kern="1200" dirty="0">
              <a:sym typeface="Wingdings" panose="05000000000000000000" pitchFamily="2" charset="2"/>
            </a:rPr>
            <a:t>Heatmaps, VIF </a:t>
          </a:r>
          <a:r>
            <a:rPr lang="en-GB" sz="1500" u="sng" kern="1200" dirty="0"/>
            <a:t>≥10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Merge levels </a:t>
          </a:r>
          <a:r>
            <a:rPr lang="en-GB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 </a:t>
          </a:r>
          <a:r>
            <a:rPr lang="en-US" sz="1500" b="0" kern="1200" dirty="0"/>
            <a:t>rows dropped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Real world skewed data 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  <a:sym typeface="Wingdings" panose="05000000000000000000" pitchFamily="2" charset="2"/>
            </a:rPr>
            <a:t>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 Log scale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latin typeface="+mn-lt"/>
            </a:rPr>
            <a:t>F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eature Selection</a:t>
          </a:r>
          <a:endParaRPr lang="en-GB" sz="1500" kern="1200" dirty="0"/>
        </a:p>
      </dsp:txBody>
      <dsp:txXfrm rot="-5400000">
        <a:off x="1682347" y="1727940"/>
        <a:ext cx="3960691" cy="3980290"/>
      </dsp:txXfrm>
    </dsp:sp>
    <dsp:sp modelId="{9E95D006-3A52-4C9F-915C-CE452CD5CD7D}">
      <dsp:nvSpPr>
        <dsp:cNvPr id="0" name=""/>
        <dsp:cNvSpPr/>
      </dsp:nvSpPr>
      <dsp:spPr>
        <a:xfrm>
          <a:off x="837" y="1537408"/>
          <a:ext cx="1681510" cy="43613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Analysis</a:t>
          </a:r>
        </a:p>
      </dsp:txBody>
      <dsp:txXfrm>
        <a:off x="82922" y="1619493"/>
        <a:ext cx="1517340" cy="41971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F4CA9F-B6AE-440A-846E-C46613653CA3}">
      <dsp:nvSpPr>
        <dsp:cNvPr id="0" name=""/>
        <dsp:cNvSpPr/>
      </dsp:nvSpPr>
      <dsp:spPr>
        <a:xfrm rot="5400000">
          <a:off x="3106103" y="-999561"/>
          <a:ext cx="1737854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One-Hot-Encoding: Completed = 0, Terminated / Withdrawn = 1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Train-Test Split (80:20) / (80:10)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Random Under Sample (Imbalance)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Min-Max Scaler</a:t>
          </a:r>
          <a:endParaRPr lang="en-GB" sz="1500" kern="1200" dirty="0"/>
        </a:p>
      </dsp:txBody>
      <dsp:txXfrm rot="-5400000">
        <a:off x="2105772" y="85605"/>
        <a:ext cx="3653683" cy="1568184"/>
      </dsp:txXfrm>
    </dsp:sp>
    <dsp:sp modelId="{EAB654AF-3E2D-4818-B670-E9647EFD3FB1}">
      <dsp:nvSpPr>
        <dsp:cNvPr id="0" name=""/>
        <dsp:cNvSpPr/>
      </dsp:nvSpPr>
      <dsp:spPr>
        <a:xfrm>
          <a:off x="4873" y="9497"/>
          <a:ext cx="2102916" cy="17110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Model </a:t>
          </a:r>
          <a:br>
            <a:rPr lang="en-US" sz="1800" b="0" kern="1200" dirty="0"/>
          </a:br>
          <a:r>
            <a:rPr lang="en-US" sz="1800" b="0" kern="1200" dirty="0"/>
            <a:t>Pre-Processing</a:t>
          </a:r>
          <a:endParaRPr lang="en-GB" sz="1800" kern="1200" dirty="0"/>
        </a:p>
      </dsp:txBody>
      <dsp:txXfrm>
        <a:off x="88400" y="93024"/>
        <a:ext cx="1935862" cy="1544000"/>
      </dsp:txXfrm>
    </dsp:sp>
    <dsp:sp modelId="{528CCE5E-2722-4EFC-B855-9221185C70A7}">
      <dsp:nvSpPr>
        <dsp:cNvPr id="0" name=""/>
        <dsp:cNvSpPr/>
      </dsp:nvSpPr>
      <dsp:spPr>
        <a:xfrm rot="5400000">
          <a:off x="2734984" y="1202631"/>
          <a:ext cx="2480093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Classic Statistic Models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(L1), LDA, QDA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ML models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KNN, SVC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Random Forest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Grad.Boosting, XGBoost, LightBoost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HPO : </a:t>
          </a:r>
          <a:r>
            <a:rPr lang="en-US" sz="1500" kern="1200" dirty="0"/>
            <a:t>5 K-Fold CV</a:t>
          </a:r>
          <a:endParaRPr lang="en-GB" sz="1500" b="0" kern="1200" dirty="0"/>
        </a:p>
      </dsp:txBody>
      <dsp:txXfrm rot="-5400000">
        <a:off x="2105772" y="1952911"/>
        <a:ext cx="3617450" cy="2237957"/>
      </dsp:txXfrm>
    </dsp:sp>
    <dsp:sp modelId="{347B65B5-D951-4BD4-80BE-FAE3D7D0B395}">
      <dsp:nvSpPr>
        <dsp:cNvPr id="0" name=""/>
        <dsp:cNvSpPr/>
      </dsp:nvSpPr>
      <dsp:spPr>
        <a:xfrm>
          <a:off x="4873" y="1791640"/>
          <a:ext cx="2102916" cy="255115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Statistical Analysis</a:t>
          </a:r>
          <a:endParaRPr lang="en-GB" sz="1800" kern="1200" dirty="0"/>
        </a:p>
      </dsp:txBody>
      <dsp:txXfrm>
        <a:off x="107529" y="1894296"/>
        <a:ext cx="1897604" cy="2345843"/>
      </dsp:txXfrm>
    </dsp:sp>
    <dsp:sp modelId="{7FCCB0FB-B29E-4A63-AD5D-91FA8360F37E}">
      <dsp:nvSpPr>
        <dsp:cNvPr id="0" name=""/>
        <dsp:cNvSpPr/>
      </dsp:nvSpPr>
      <dsp:spPr>
        <a:xfrm rot="5400000">
          <a:off x="3220663" y="3290265"/>
          <a:ext cx="1508735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Imbalance Sensitive metrics (MCC)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Interpret</a:t>
          </a:r>
          <a:endParaRPr lang="en-GB" sz="1500" kern="1200" dirty="0"/>
        </a:p>
      </dsp:txBody>
      <dsp:txXfrm rot="-5400000">
        <a:off x="2105772" y="4478806"/>
        <a:ext cx="3664868" cy="1361435"/>
      </dsp:txXfrm>
    </dsp:sp>
    <dsp:sp modelId="{931D566F-3CC3-4DF1-B1AF-B7DE9820E2D9}">
      <dsp:nvSpPr>
        <dsp:cNvPr id="0" name=""/>
        <dsp:cNvSpPr/>
      </dsp:nvSpPr>
      <dsp:spPr>
        <a:xfrm>
          <a:off x="2855" y="4409647"/>
          <a:ext cx="2102916" cy="14997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Model – Features Evaluation </a:t>
          </a:r>
          <a:r>
            <a:rPr lang="en-US" sz="1600" kern="1200" dirty="0"/>
            <a:t>/ Interpretation</a:t>
          </a:r>
          <a:endParaRPr lang="en-GB" sz="1600" kern="1200" dirty="0"/>
        </a:p>
      </dsp:txBody>
      <dsp:txXfrm>
        <a:off x="76067" y="4482859"/>
        <a:ext cx="1956492" cy="1353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39F83A-723A-089B-DABC-C6A8AD936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1090914"/>
            <a:ext cx="4991797" cy="16766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30769"/>
            <a:ext cx="10515600" cy="100217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800" b="1" dirty="0"/>
              <a:t>Φοιτητής/τρια: Ανδρέου Ευγενία</a:t>
            </a:r>
          </a:p>
          <a:p>
            <a:pPr algn="ctr"/>
            <a:r>
              <a:rPr lang="el-GR" sz="1800" b="1" dirty="0"/>
              <a:t>Επιβλέπων Καθηγητής: Δεναξάς Σπύρος</a:t>
            </a:r>
            <a:endParaRPr lang="en-GB" sz="1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609600" y="2674891"/>
            <a:ext cx="10972800" cy="25580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000" b="1" dirty="0"/>
              <a:t>Predicting early termination of clinical trials, with machine learning vs classical regression models, based on analysis of their design characteristics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46DE69-A32F-DC72-8928-3B97AD27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38968"/>
            <a:ext cx="3247663" cy="10908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F59F5FB-A94B-31DE-2AAA-445E59F01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91981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Title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6" y="1922584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E8E1A626-B7C4-9314-0D62-B97468983B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0722021"/>
              </p:ext>
            </p:extLst>
          </p:nvPr>
        </p:nvGraphicFramePr>
        <p:xfrm>
          <a:off x="609600" y="2379784"/>
          <a:ext cx="10972800" cy="2959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5F8027-D067-F729-F98F-5BF830061C66}"/>
              </a:ext>
            </a:extLst>
          </p:cNvPr>
          <p:cNvSpPr txBox="1">
            <a:spLocks/>
          </p:cNvSpPr>
          <p:nvPr/>
        </p:nvSpPr>
        <p:spPr>
          <a:xfrm>
            <a:off x="609600" y="5863058"/>
            <a:ext cx="10972800" cy="5281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>
                <a:sym typeface="Wingdings" panose="05000000000000000000" pitchFamily="2" charset="2"/>
              </a:rPr>
              <a:t>Study CTs’ characteristics regarding early termination.</a:t>
            </a:r>
            <a:endParaRPr lang="en-GB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AD9BB0-1F82-1511-FDEC-D74329C882B9}"/>
              </a:ext>
            </a:extLst>
          </p:cNvPr>
          <p:cNvSpPr txBox="1">
            <a:spLocks/>
          </p:cNvSpPr>
          <p:nvPr/>
        </p:nvSpPr>
        <p:spPr>
          <a:xfrm>
            <a:off x="609600" y="537256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Objective</a:t>
            </a:r>
            <a:endParaRPr lang="en-GB" sz="2500" b="1" dirty="0">
              <a:sym typeface="Wingdings" panose="05000000000000000000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12B7C-A56F-6A62-B5DD-62E3B3441FAC}"/>
              </a:ext>
            </a:extLst>
          </p:cNvPr>
          <p:cNvSpPr txBox="1"/>
          <p:nvPr/>
        </p:nvSpPr>
        <p:spPr>
          <a:xfrm>
            <a:off x="609596" y="965511"/>
            <a:ext cx="10972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2000" dirty="0"/>
              <a:t>Systematic research studies conducted on </a:t>
            </a:r>
            <a:r>
              <a:rPr lang="en-GB" sz="2000" u="sng" dirty="0"/>
              <a:t>human participants</a:t>
            </a:r>
            <a:r>
              <a:rPr lang="en-GB" sz="2000" dirty="0"/>
              <a:t> under controlled interventional conditions, aiming to evaluate the safety, efficacy, and effectiveness of medical interventions.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 txBox="1">
            <a:spLocks/>
          </p:cNvSpPr>
          <p:nvPr/>
        </p:nvSpPr>
        <p:spPr>
          <a:xfrm>
            <a:off x="609596" y="316999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Clinical Trials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1EB9D-753F-B833-FABF-DF0A64325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9D3FD-4075-7801-EEA3-5C627734C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Data Source ClinicalTrials.gov</a:t>
            </a:r>
          </a:p>
        </p:txBody>
      </p:sp>
    </p:spTree>
    <p:extLst>
      <p:ext uri="{BB962C8B-B14F-4D97-AF65-F5344CB8AC3E}">
        <p14:creationId xmlns:p14="http://schemas.microsoft.com/office/powerpoint/2010/main" val="562415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609600" y="827315"/>
            <a:ext cx="10972800" cy="1476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Digital medical records. Complex datasets including large number of entries of any data types (images, text, ICD-10 codes, etc.).</a:t>
            </a:r>
            <a:br>
              <a:rPr lang="en-GB" sz="2200" dirty="0"/>
            </a:br>
            <a:r>
              <a:rPr lang="en-GB" sz="2200" dirty="0"/>
              <a:t>Valuable information but also more challenging for analysis with traditional statistical models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609600" y="2834636"/>
            <a:ext cx="10972800" cy="19727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In 2005, the International Committee of Medical Journal Editors (ICMJE) </a:t>
            </a:r>
            <a:r>
              <a:rPr lang="en-GB" sz="2200" dirty="0">
                <a:sym typeface="Wingdings" panose="05000000000000000000" pitchFamily="2" charset="2"/>
              </a:rPr>
              <a:t></a:t>
            </a:r>
            <a:r>
              <a:rPr lang="en-GB" sz="2200" dirty="0"/>
              <a:t> </a:t>
            </a:r>
          </a:p>
          <a:p>
            <a:pPr algn="ctr"/>
            <a:r>
              <a:rPr lang="en-GB" sz="2200" dirty="0"/>
              <a:t>CTs uploaded on Public Registries </a:t>
            </a:r>
            <a:r>
              <a:rPr lang="en-GB" sz="2200" dirty="0">
                <a:sym typeface="Wingdings" panose="05000000000000000000" pitchFamily="2" charset="2"/>
              </a:rPr>
              <a:t>  </a:t>
            </a:r>
            <a:r>
              <a:rPr lang="en-GB" sz="2200" dirty="0"/>
              <a:t>Design transparency </a:t>
            </a:r>
          </a:p>
          <a:p>
            <a:pPr algn="ctr"/>
            <a:endParaRPr lang="en-GB" sz="2200" dirty="0"/>
          </a:p>
          <a:p>
            <a:pPr algn="ctr"/>
            <a:r>
              <a:rPr lang="en-GB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ClinicalTrials.gov</a:t>
            </a:r>
            <a:r>
              <a:rPr lang="en-GB" sz="2200" dirty="0"/>
              <a:t> registry is a type of EHR data regarding CTs’ information. </a:t>
            </a:r>
          </a:p>
          <a:p>
            <a:pPr algn="ctr"/>
            <a:r>
              <a:rPr lang="en-GB" sz="2200" dirty="0"/>
              <a:t>It was used as data source in current study</a:t>
            </a:r>
            <a:endParaRPr lang="en-US" sz="2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011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Electronic Health Records </a:t>
            </a:r>
            <a:r>
              <a:rPr lang="el-GR" sz="2500" b="1" dirty="0"/>
              <a:t>– </a:t>
            </a:r>
            <a:r>
              <a:rPr lang="en-US" sz="2500" b="1" dirty="0"/>
              <a:t>EHR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DEE60B-D404-7827-DCD6-007CA5735B35}"/>
              </a:ext>
            </a:extLst>
          </p:cNvPr>
          <p:cNvSpPr txBox="1"/>
          <p:nvPr/>
        </p:nvSpPr>
        <p:spPr>
          <a:xfrm>
            <a:off x="609600" y="2331275"/>
            <a:ext cx="10972800" cy="477054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ClinicalTrials.gov Public Registry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9BB61E-EA88-626A-DB6A-1C88B5382EEA}"/>
              </a:ext>
            </a:extLst>
          </p:cNvPr>
          <p:cNvSpPr txBox="1"/>
          <p:nvPr/>
        </p:nvSpPr>
        <p:spPr>
          <a:xfrm>
            <a:off x="609600" y="4807371"/>
            <a:ext cx="10972800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500" b="1" dirty="0"/>
              <a:t>Significance of Accurate Registration</a:t>
            </a:r>
            <a:endParaRPr lang="el-GR" sz="25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DDFCFBD-9E04-ECFB-B1C3-F69CFF2F9ACF}"/>
              </a:ext>
            </a:extLst>
          </p:cNvPr>
          <p:cNvSpPr txBox="1">
            <a:spLocks/>
          </p:cNvSpPr>
          <p:nvPr/>
        </p:nvSpPr>
        <p:spPr>
          <a:xfrm>
            <a:off x="609600" y="5440101"/>
            <a:ext cx="10972800" cy="122691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CTs’ characteristics 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Registries’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r>
              <a:rPr lang="en-GB" sz="2000" dirty="0"/>
              <a:t>Analysis </a:t>
            </a:r>
            <a:r>
              <a:rPr lang="en-GB" sz="2000" dirty="0">
                <a:sym typeface="Wingdings" panose="05000000000000000000" pitchFamily="2" charset="2"/>
              </a:rPr>
              <a:t></a:t>
            </a:r>
            <a:r>
              <a:rPr lang="en-GB" sz="2000" dirty="0"/>
              <a:t> Early termination relations </a:t>
            </a:r>
          </a:p>
          <a:p>
            <a:r>
              <a:rPr lang="en-GB" sz="2000" dirty="0"/>
              <a:t>Inaccurate registry </a:t>
            </a:r>
            <a:r>
              <a:rPr lang="en-GB" sz="2000" dirty="0">
                <a:sym typeface="Wingdings" panose="05000000000000000000" pitchFamily="2" charset="2"/>
              </a:rPr>
              <a:t> Researchers, Clinicians, Unethical 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80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Format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229979"/>
            <a:ext cx="10972800" cy="2349972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Interventional : Randomized, Non-Randomized</a:t>
            </a:r>
          </a:p>
          <a:p>
            <a:r>
              <a:rPr lang="en-US" sz="2000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GB" sz="2000" dirty="0"/>
              <a:t>Phases: 1, 2, 3, 4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dirty="0">
                <a:sym typeface="Wingdings" panose="05000000000000000000" pitchFamily="2" charset="2"/>
              </a:rPr>
              <a:t>67000 records  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Phase 1: (21012, 54) | Phase 2: (19747, 54) | Phase 3: (13317, 54) | Phase 4: (12420, 54)</a:t>
            </a:r>
          </a:p>
          <a:p>
            <a:r>
              <a:rPr lang="en-US" sz="2000" dirty="0">
                <a:sym typeface="Wingdings" panose="05000000000000000000" pitchFamily="2" charset="2"/>
              </a:rPr>
              <a:t>Study Status: Completed, Terminated | Completed, Withdrawn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C8EA0A-F462-758F-BA11-97260070A3A6}"/>
              </a:ext>
            </a:extLst>
          </p:cNvPr>
          <p:cNvSpPr txBox="1">
            <a:spLocks/>
          </p:cNvSpPr>
          <p:nvPr/>
        </p:nvSpPr>
        <p:spPr>
          <a:xfrm>
            <a:off x="609600" y="934543"/>
            <a:ext cx="10972800" cy="7591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Format: 1. AACT </a:t>
            </a:r>
            <a:r>
              <a:rPr lang="en-US" sz="2000" b="1" dirty="0"/>
              <a:t>db</a:t>
            </a:r>
            <a:r>
              <a:rPr lang="en-US" sz="2000" dirty="0"/>
              <a:t> </a:t>
            </a:r>
            <a:r>
              <a:rPr lang="en-US" sz="2000" dirty="0">
                <a:sym typeface="Wingdings" panose="05000000000000000000" pitchFamily="2" charset="2"/>
              </a:rPr>
              <a:t>(Variety, Structured)  |  2. </a:t>
            </a:r>
            <a:r>
              <a:rPr lang="en-US" sz="2000" dirty="0"/>
              <a:t>ClinicalTrials.gov website </a:t>
            </a:r>
            <a:r>
              <a:rPr lang="en-US" sz="2000" b="1" dirty="0">
                <a:sym typeface="Wingdings" panose="05000000000000000000" pitchFamily="2" charset="2"/>
              </a:rPr>
              <a:t>csv</a:t>
            </a:r>
            <a:endParaRPr lang="en-US" sz="2000" dirty="0">
              <a:sym typeface="Wingdings" panose="05000000000000000000" pitchFamily="2" charset="2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CD9B0C-3CE0-400E-CB68-9AF9FB1B59DD}"/>
              </a:ext>
            </a:extLst>
          </p:cNvPr>
          <p:cNvSpPr txBox="1">
            <a:spLocks/>
          </p:cNvSpPr>
          <p:nvPr/>
        </p:nvSpPr>
        <p:spPr>
          <a:xfrm>
            <a:off x="609600" y="1716936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Selected Trials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5A33DB-46F9-29EA-5ED4-6F3291D206A4}"/>
              </a:ext>
            </a:extLst>
          </p:cNvPr>
          <p:cNvSpPr txBox="1">
            <a:spLocks/>
          </p:cNvSpPr>
          <p:nvPr/>
        </p:nvSpPr>
        <p:spPr>
          <a:xfrm>
            <a:off x="609600" y="4755798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Dataset Notes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AC0028-14B1-0B7D-9D13-D0694E0DD6A1}"/>
              </a:ext>
            </a:extLst>
          </p:cNvPr>
          <p:cNvSpPr txBox="1">
            <a:spLocks/>
          </p:cNvSpPr>
          <p:nvPr/>
        </p:nvSpPr>
        <p:spPr>
          <a:xfrm>
            <a:off x="609600" y="5307820"/>
            <a:ext cx="10972800" cy="11925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Imbalanced dataset Completed/Terminated ≈ 85:15</a:t>
            </a:r>
          </a:p>
          <a:p>
            <a:r>
              <a:rPr lang="en-GB" sz="2000" dirty="0"/>
              <a:t>Inaccurate registries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Missing, Optional, False inputs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US" sz="2000" dirty="0">
                <a:sym typeface="Wingdings" panose="05000000000000000000" pitchFamily="2" charset="2"/>
              </a:rPr>
              <a:t>Data processing complication</a:t>
            </a:r>
          </a:p>
          <a:p>
            <a:r>
              <a:rPr lang="en-US" sz="2000" dirty="0"/>
              <a:t>Real world data </a:t>
            </a:r>
            <a:r>
              <a:rPr lang="en-US" sz="2000" dirty="0">
                <a:sym typeface="Wingdings" panose="05000000000000000000" pitchFamily="2" charset="2"/>
              </a:rPr>
              <a:t> Large datasets, </a:t>
            </a:r>
            <a:r>
              <a:rPr lang="en-US" sz="2000" dirty="0"/>
              <a:t>Skewed data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1977896-C24B-9F1A-D777-D502E6AF5937}"/>
              </a:ext>
            </a:extLst>
          </p:cNvPr>
          <p:cNvSpPr txBox="1">
            <a:spLocks/>
          </p:cNvSpPr>
          <p:nvPr/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b="1" dirty="0"/>
              <a:t>Methodology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812568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374657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Collinearity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4412892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Sparsity Risk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8003" y="5447883"/>
            <a:ext cx="1554480" cy="91440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rgbClr val="CCD2D8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 Selection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079632" y="1499997"/>
            <a:ext cx="332243" cy="294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</p:cNvCxnSpPr>
          <p:nvPr/>
        </p:nvCxnSpPr>
        <p:spPr>
          <a:xfrm>
            <a:off x="6189115" y="1962587"/>
            <a:ext cx="0" cy="36963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</p:cNvCxnSpPr>
          <p:nvPr/>
        </p:nvCxnSpPr>
        <p:spPr>
          <a:xfrm flipV="1">
            <a:off x="8847948" y="2198759"/>
            <a:ext cx="1100649" cy="1144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</p:cNvCxnSpPr>
          <p:nvPr/>
        </p:nvCxnSpPr>
        <p:spPr>
          <a:xfrm flipV="1">
            <a:off x="8847948" y="3341759"/>
            <a:ext cx="1100650" cy="1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  <a:stCxn id="30" idx="2"/>
            <a:endCxn id="4" idx="0"/>
          </p:cNvCxnSpPr>
          <p:nvPr/>
        </p:nvCxnSpPr>
        <p:spPr>
          <a:xfrm flipH="1">
            <a:off x="10725837" y="3798959"/>
            <a:ext cx="17661" cy="5199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414179" y="3800686"/>
            <a:ext cx="1656529" cy="201188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966355" y="1502945"/>
            <a:ext cx="348761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22" idx="1"/>
          </p:cNvCxnSpPr>
          <p:nvPr/>
        </p:nvCxnSpPr>
        <p:spPr>
          <a:xfrm flipV="1">
            <a:off x="2172483" y="3353334"/>
            <a:ext cx="1346976" cy="47852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167352" y="3514298"/>
            <a:ext cx="1329416" cy="1355794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2172483" y="3798573"/>
            <a:ext cx="1381960" cy="210651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4302392" y="3798959"/>
            <a:ext cx="5131" cy="54464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189116" y="2918145"/>
            <a:ext cx="1104352" cy="425341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80107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HPO : K-Fold CV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258274"/>
            <a:ext cx="552176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2915450" y="1499997"/>
            <a:ext cx="609702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8003" y="2357381"/>
            <a:ext cx="1549348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Exploratory Analysis 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</p:cNvCxnSpPr>
          <p:nvPr/>
        </p:nvCxnSpPr>
        <p:spPr>
          <a:xfrm>
            <a:off x="2167351" y="2814581"/>
            <a:ext cx="1341284" cy="43676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</p:cNvCxnSpPr>
          <p:nvPr/>
        </p:nvCxnSpPr>
        <p:spPr>
          <a:xfrm flipH="1">
            <a:off x="5084763" y="2900470"/>
            <a:ext cx="1104352" cy="44128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stCxn id="24" idx="2"/>
            <a:endCxn id="94" idx="0"/>
          </p:cNvCxnSpPr>
          <p:nvPr/>
        </p:nvCxnSpPr>
        <p:spPr>
          <a:xfrm>
            <a:off x="4302392" y="5258008"/>
            <a:ext cx="5131" cy="54306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609600" y="229156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Schema per Phase</a:t>
            </a:r>
            <a:endParaRPr lang="en-GB" sz="30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A1202A3-1C81-7F2E-C455-6765BD42D175}"/>
              </a:ext>
            </a:extLst>
          </p:cNvPr>
          <p:cNvSpPr/>
          <p:nvPr/>
        </p:nvSpPr>
        <p:spPr>
          <a:xfrm>
            <a:off x="1360970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AACT db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136405-1727-36E6-CA35-BB9A033D83BF}"/>
              </a:ext>
            </a:extLst>
          </p:cNvPr>
          <p:cNvSpPr/>
          <p:nvPr/>
        </p:nvSpPr>
        <p:spPr>
          <a:xfrm>
            <a:off x="3525152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CSV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3BA573A-42F1-DA45-C0FD-BC1655434B77}"/>
              </a:ext>
            </a:extLst>
          </p:cNvPr>
          <p:cNvSpPr/>
          <p:nvPr/>
        </p:nvSpPr>
        <p:spPr>
          <a:xfrm>
            <a:off x="5411875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Structured Data (Phases 1-4)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3AFC2A-4C62-4A4D-AEB3-32D858308FD1}"/>
              </a:ext>
            </a:extLst>
          </p:cNvPr>
          <p:cNvSpPr/>
          <p:nvPr/>
        </p:nvSpPr>
        <p:spPr>
          <a:xfrm>
            <a:off x="7315116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Exploratory Analysis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E293953-6562-5BA0-E21F-F083B2846EC4}"/>
              </a:ext>
            </a:extLst>
          </p:cNvPr>
          <p:cNvSpPr/>
          <p:nvPr/>
        </p:nvSpPr>
        <p:spPr>
          <a:xfrm>
            <a:off x="3519459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C46B7F-8DBD-208B-12A2-4C85460F75A9}"/>
              </a:ext>
            </a:extLst>
          </p:cNvPr>
          <p:cNvSpPr/>
          <p:nvPr/>
        </p:nvSpPr>
        <p:spPr>
          <a:xfrm>
            <a:off x="7315116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Test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FABA48-E7BA-FC06-2FF3-7550185F508C}"/>
              </a:ext>
            </a:extLst>
          </p:cNvPr>
          <p:cNvSpPr/>
          <p:nvPr/>
        </p:nvSpPr>
        <p:spPr>
          <a:xfrm>
            <a:off x="3525152" y="4343608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Random Under Sample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9E1510-0A85-CC61-2F3A-2965E5E741DD}"/>
              </a:ext>
            </a:extLst>
          </p:cNvPr>
          <p:cNvSpPr/>
          <p:nvPr/>
        </p:nvSpPr>
        <p:spPr>
          <a:xfrm>
            <a:off x="5565989" y="2349898"/>
            <a:ext cx="1246254" cy="568247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One Hot Encoding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3EC8373-4835-1D54-AC63-3CAC68B40C09}"/>
              </a:ext>
            </a:extLst>
          </p:cNvPr>
          <p:cNvSpPr/>
          <p:nvPr/>
        </p:nvSpPr>
        <p:spPr>
          <a:xfrm>
            <a:off x="9905302" y="1741559"/>
            <a:ext cx="1676391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Imbalance Sensitive Metrics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089C5E8-5913-03D2-C089-2339D56123FD}"/>
              </a:ext>
            </a:extLst>
          </p:cNvPr>
          <p:cNvSpPr/>
          <p:nvPr/>
        </p:nvSpPr>
        <p:spPr>
          <a:xfrm>
            <a:off x="9905303" y="288455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Roc/PR Curves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4151066-3F48-9700-D69C-E46E31D40C83}"/>
              </a:ext>
            </a:extLst>
          </p:cNvPr>
          <p:cNvSpPr/>
          <p:nvPr/>
        </p:nvSpPr>
        <p:spPr>
          <a:xfrm>
            <a:off x="9887642" y="5683911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SHAP plots/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Logistic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FCAC43-C708-DC96-979E-E018B10CB4C5}"/>
              </a:ext>
            </a:extLst>
          </p:cNvPr>
          <p:cNvSpPr/>
          <p:nvPr/>
        </p:nvSpPr>
        <p:spPr>
          <a:xfrm>
            <a:off x="9948597" y="4318879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Best Model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90C4B18-1583-B250-C3AE-EE36D3B5F407}"/>
              </a:ext>
            </a:extLst>
          </p:cNvPr>
          <p:cNvCxnSpPr>
            <a:cxnSpLocks/>
            <a:stCxn id="4" idx="2"/>
            <a:endCxn id="31" idx="0"/>
          </p:cNvCxnSpPr>
          <p:nvPr/>
        </p:nvCxnSpPr>
        <p:spPr>
          <a:xfrm>
            <a:off x="10725837" y="5210291"/>
            <a:ext cx="0" cy="4736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89701670"/>
              </p:ext>
            </p:extLst>
          </p:nvPr>
        </p:nvGraphicFramePr>
        <p:xfrm>
          <a:off x="170725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076705623"/>
              </p:ext>
            </p:extLst>
          </p:nvPr>
        </p:nvGraphicFramePr>
        <p:xfrm>
          <a:off x="6174130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609600" y="168625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in Detail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2" y="1558875"/>
            <a:ext cx="10972800" cy="487999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dirty="0"/>
              <a:t>Distribution plots: Skewed real world data</a:t>
            </a:r>
          </a:p>
          <a:p>
            <a:pPr lvl="1"/>
            <a:r>
              <a:rPr lang="en-GB" sz="2000" dirty="0"/>
              <a:t>Distance based Models : KNN, SVC</a:t>
            </a:r>
          </a:p>
          <a:p>
            <a:pPr marL="0" indent="0">
              <a:buNone/>
            </a:pPr>
            <a:r>
              <a:rPr lang="en-GB" sz="2000" b="1" dirty="0"/>
              <a:t>Sparsity </a:t>
            </a:r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/>
              <a:t>Merge levels</a:t>
            </a:r>
          </a:p>
          <a:p>
            <a:pPr lvl="1"/>
            <a:r>
              <a:rPr lang="en-US" sz="2000" dirty="0"/>
              <a:t>On Train-Resampled set</a:t>
            </a:r>
            <a:endParaRPr lang="en-GB" sz="2000" dirty="0"/>
          </a:p>
          <a:p>
            <a:pPr lvl="1"/>
            <a:r>
              <a:rPr lang="en-GB" sz="2000" dirty="0"/>
              <a:t>Levels of categorical features with too small sample size in minority class</a:t>
            </a:r>
          </a:p>
          <a:p>
            <a:pPr lvl="1"/>
            <a:r>
              <a:rPr lang="en-GB" sz="2000" dirty="0"/>
              <a:t>EPV : ≥25</a:t>
            </a:r>
          </a:p>
          <a:p>
            <a:pPr marL="0" indent="0">
              <a:buNone/>
            </a:pPr>
            <a:r>
              <a:rPr lang="en-GB" sz="2000" b="1" dirty="0"/>
              <a:t>Correlation Heatmaps</a:t>
            </a:r>
          </a:p>
          <a:p>
            <a:pPr lvl="1"/>
            <a:r>
              <a:rPr lang="en-GB" sz="2000" dirty="0"/>
              <a:t>Spearman </a:t>
            </a:r>
          </a:p>
          <a:p>
            <a:pPr lvl="1"/>
            <a:r>
              <a:rPr lang="en-US" sz="2000" dirty="0"/>
              <a:t>Chi2 (</a:t>
            </a:r>
            <a:r>
              <a:rPr lang="en-GB" sz="2000" dirty="0"/>
              <a:t>Cramer-V - Phi)</a:t>
            </a:r>
          </a:p>
          <a:p>
            <a:pPr lvl="1"/>
            <a:r>
              <a:rPr lang="en-GB" sz="2000" dirty="0"/>
              <a:t>1-way-Anova (</a:t>
            </a:r>
            <a:r>
              <a:rPr lang="el-GR" sz="2000" dirty="0"/>
              <a:t>η</a:t>
            </a:r>
            <a:r>
              <a:rPr lang="el-GR" sz="2000" baseline="30000" dirty="0"/>
              <a:t>2</a:t>
            </a:r>
            <a:r>
              <a:rPr lang="el-GR" sz="2000" dirty="0"/>
              <a:t>)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AIC 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Mutual Information features  (e.g., # facilities per Continents, Countries, Cities)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813489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on Train 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b="1" dirty="0"/>
              <a:t>X</a:t>
            </a:r>
            <a:r>
              <a:rPr lang="en-US" sz="2000" dirty="0"/>
              <a:t>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685802" y="32861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30020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27038" y="1189127"/>
            <a:ext cx="4455362" cy="2876028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≥25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609600" y="1189558"/>
            <a:ext cx="6210782" cy="288088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0041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91745"/>
            <a:ext cx="6312061" cy="3283589"/>
          </a:xfrm>
          <a:noFill/>
          <a:ln>
            <a:solidFill>
              <a:schemeClr val="tx1"/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Merge levels with relative others 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Feature selection for similar information predictors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75377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7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889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3D4F5F-5BE2-95A5-1B45-EBA09F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705" y="4286909"/>
            <a:ext cx="4264608" cy="7134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69C1-F747-F6ED-0E60-1F80B0DD4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8B98B-948F-1006-86BA-3DFAC22F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408775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8214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Models’ Evaluation Metrics 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2323308"/>
            <a:ext cx="10972798" cy="347060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500" b="1" dirty="0"/>
              <a:t>Classification Report - Confusion Matrix</a:t>
            </a:r>
          </a:p>
          <a:p>
            <a:r>
              <a:rPr lang="en-US" sz="2500" b="1" dirty="0"/>
              <a:t>MCC, Bacc, F1</a:t>
            </a:r>
            <a:r>
              <a:rPr lang="en-GB" sz="2500" b="1" dirty="0"/>
              <a:t>: </a:t>
            </a:r>
            <a:r>
              <a:rPr lang="en-US" sz="2500" b="1" dirty="0"/>
              <a:t>✓ </a:t>
            </a:r>
            <a:r>
              <a:rPr lang="en-US" sz="2500" dirty="0"/>
              <a:t>Imbalanced Dataset</a:t>
            </a:r>
          </a:p>
          <a:p>
            <a:endParaRPr lang="en-US" sz="2500" b="1" dirty="0"/>
          </a:p>
          <a:p>
            <a:r>
              <a:rPr lang="en-US" sz="2500" b="1" dirty="0"/>
              <a:t>ROC AUC: </a:t>
            </a:r>
            <a:r>
              <a:rPr lang="en-US" sz="2500" dirty="0"/>
              <a:t>Unaffected</a:t>
            </a:r>
            <a:r>
              <a:rPr lang="en-US" sz="2500" b="1" dirty="0"/>
              <a:t> </a:t>
            </a:r>
            <a:r>
              <a:rPr lang="en-US" sz="2500" dirty="0"/>
              <a:t>by class balance changes</a:t>
            </a:r>
            <a:endParaRPr lang="en-US" sz="2500" dirty="0">
              <a:sym typeface="Wingdings" panose="05000000000000000000" pitchFamily="2" charset="2"/>
            </a:endParaRPr>
          </a:p>
          <a:p>
            <a:r>
              <a:rPr lang="en-US" sz="2500" b="1" dirty="0"/>
              <a:t>PR AUC : ✓ </a:t>
            </a:r>
            <a:r>
              <a:rPr lang="en-US" sz="2500" dirty="0"/>
              <a:t>Imbalanced Dataset &amp; Minority class events </a:t>
            </a:r>
            <a:r>
              <a:rPr lang="en-US" sz="2500" dirty="0">
                <a:sym typeface="Wingdings" panose="05000000000000000000" pitchFamily="2" charset="2"/>
              </a:rPr>
              <a:t> </a:t>
            </a:r>
            <a:r>
              <a:rPr lang="en-US" sz="2500" dirty="0"/>
              <a:t>Decreased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F1454-93C9-84FC-C387-A62EDE27D4BC}"/>
              </a:ext>
            </a:extLst>
          </p:cNvPr>
          <p:cNvSpPr txBox="1"/>
          <p:nvPr/>
        </p:nvSpPr>
        <p:spPr>
          <a:xfrm>
            <a:off x="609600" y="1366973"/>
            <a:ext cx="1097279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Imbalance Dataset </a:t>
            </a:r>
            <a:r>
              <a:rPr lang="en-US" sz="2500" dirty="0">
                <a:sym typeface="Wingdings" panose="05000000000000000000" pitchFamily="2" charset="2"/>
              </a:rPr>
              <a:t> Completed : Terminated ≈ 85:15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5308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DA6A5A-7725-B1F0-134E-0173B6564A6F}"/>
              </a:ext>
            </a:extLst>
          </p:cNvPr>
          <p:cNvGrpSpPr/>
          <p:nvPr/>
        </p:nvGrpSpPr>
        <p:grpSpPr>
          <a:xfrm>
            <a:off x="609600" y="891252"/>
            <a:ext cx="10972799" cy="5749315"/>
            <a:chOff x="903141" y="1034408"/>
            <a:chExt cx="10385717" cy="555099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6A154A8-F09D-B696-5854-6A2A6B3F7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3142" y="1034408"/>
              <a:ext cx="5192858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6DEAD2-832A-A984-36BA-12DB48E8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1" y="1034408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8F1152-8CB3-CBE7-36DA-47565F0050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3141" y="3864209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088072D-F3D7-458A-C1F7-966B50499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0" y="3866923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3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Metrics</a:t>
            </a:r>
            <a:endParaRPr lang="en-GB" sz="3000" b="1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46AAF6-E98E-7729-EA74-A8B8F228C3C6}"/>
              </a:ext>
            </a:extLst>
          </p:cNvPr>
          <p:cNvGrpSpPr/>
          <p:nvPr/>
        </p:nvGrpSpPr>
        <p:grpSpPr>
          <a:xfrm>
            <a:off x="609600" y="1234690"/>
            <a:ext cx="10972800" cy="5456205"/>
            <a:chOff x="609600" y="1234690"/>
            <a:chExt cx="10972800" cy="545620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F0AC793-C44A-7E13-0626-EC68CE352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234690"/>
              <a:ext cx="5277587" cy="262926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F0D2BD4-36D9-2A89-A21F-CE9F7C8DAB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38129" y="1234690"/>
              <a:ext cx="5344271" cy="264832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5A8B557-4FC9-1FDB-8CD5-080B95C8D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" y="4033049"/>
              <a:ext cx="5277587" cy="265784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35DCF66-D4C2-8A23-E855-7C5B6D1C9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38129" y="4033049"/>
              <a:ext cx="5344271" cy="2648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971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Models’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4431"/>
            <a:ext cx="10972800" cy="4677628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Boosting Models </a:t>
            </a:r>
            <a:r>
              <a:rPr lang="en-US" sz="1800" b="1" dirty="0">
                <a:sym typeface="Wingdings" panose="05000000000000000000" pitchFamily="2" charset="2"/>
              </a:rPr>
              <a:t> </a:t>
            </a:r>
            <a:r>
              <a:rPr lang="en-US" sz="1800" dirty="0"/>
              <a:t>XGBoost, LightBoost outperformed</a:t>
            </a:r>
          </a:p>
          <a:p>
            <a:pPr marL="0" indent="0">
              <a:buNone/>
            </a:pPr>
            <a:r>
              <a:rPr lang="en-US" sz="1800" b="1" dirty="0"/>
              <a:t>Stable Results in different </a:t>
            </a:r>
          </a:p>
          <a:p>
            <a:pPr lvl="1"/>
            <a:r>
              <a:rPr lang="en-US" sz="1800" dirty="0"/>
              <a:t>Methods</a:t>
            </a:r>
          </a:p>
          <a:p>
            <a:pPr lvl="1"/>
            <a:r>
              <a:rPr lang="en-US" sz="1800" dirty="0"/>
              <a:t>Dimensions</a:t>
            </a:r>
          </a:p>
          <a:p>
            <a:pPr lvl="1"/>
            <a:r>
              <a:rPr lang="en-US" sz="1800" dirty="0"/>
              <a:t>Features </a:t>
            </a:r>
          </a:p>
          <a:p>
            <a:pPr lvl="1"/>
            <a:r>
              <a:rPr lang="en-US" sz="1800" dirty="0"/>
              <a:t>Metrics: ROC PR, MCC, BA, F1</a:t>
            </a:r>
          </a:p>
          <a:p>
            <a:pPr marL="0" indent="0">
              <a:buNone/>
            </a:pPr>
            <a:r>
              <a:rPr lang="en-US" sz="1800" b="1" dirty="0"/>
              <a:t>Benefits</a:t>
            </a:r>
          </a:p>
          <a:p>
            <a:pPr lvl="1"/>
            <a:r>
              <a:rPr lang="en-US" sz="1800" dirty="0"/>
              <a:t>Residuals based (no distance based, nonparametric etc.)</a:t>
            </a:r>
          </a:p>
          <a:p>
            <a:pPr lvl="1"/>
            <a:r>
              <a:rPr lang="en-US" sz="1800" dirty="0"/>
              <a:t>Real world data (Unscaled, Skewed, Missing etc.)</a:t>
            </a:r>
          </a:p>
          <a:p>
            <a:pPr lvl="1"/>
            <a:r>
              <a:rPr lang="en-US" sz="1800" dirty="0"/>
              <a:t>Faster - Large – Imbalanced Datasets</a:t>
            </a:r>
          </a:p>
          <a:p>
            <a:pPr lvl="1"/>
            <a:r>
              <a:rPr lang="en-US" sz="1800" dirty="0"/>
              <a:t>Scalable 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DB7BB-6B63-9805-5112-B71254956724}"/>
              </a:ext>
            </a:extLst>
          </p:cNvPr>
          <p:cNvSpPr txBox="1"/>
          <p:nvPr/>
        </p:nvSpPr>
        <p:spPr>
          <a:xfrm>
            <a:off x="609600" y="5569518"/>
            <a:ext cx="1097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buFont typeface="Wingdings" panose="05000000000000000000" pitchFamily="2" charset="2"/>
              <a:buChar char="ü"/>
            </a:pPr>
            <a:r>
              <a:rPr lang="en-US" sz="2000" b="1" dirty="0">
                <a:sym typeface="Wingdings" panose="05000000000000000000" pitchFamily="2" charset="2"/>
              </a:rPr>
              <a:t>Clinical practice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6255C-EA62-FEF1-9694-58748D2C0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ED583-2CAB-0ED2-E987-A4E0E320A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Predictors</a:t>
            </a:r>
          </a:p>
        </p:txBody>
      </p:sp>
    </p:spTree>
    <p:extLst>
      <p:ext uri="{BB962C8B-B14F-4D97-AF65-F5344CB8AC3E}">
        <p14:creationId xmlns:p14="http://schemas.microsoft.com/office/powerpoint/2010/main" val="7300925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23769"/>
            <a:ext cx="10972800" cy="457200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3000" b="1" dirty="0"/>
              <a:t>Features ~ Termination ~ 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4" y="1620456"/>
            <a:ext cx="5372583" cy="4780343"/>
          </a:xfrm>
          <a:noFill/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2000" b="1" dirty="0"/>
              <a:t>Phase 1:  </a:t>
            </a:r>
            <a:r>
              <a:rPr lang="en-GB" sz="2000" b="1" dirty="0"/>
              <a:t>Dose-Escalation | Pharmacology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Escalating dose ~ Adverse Events (e.g,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dirty="0"/>
          </a:p>
          <a:p>
            <a:pPr algn="l"/>
            <a:r>
              <a:rPr lang="en-GB" sz="2000" b="1" dirty="0"/>
              <a:t>Phase 2:  Therapeutic Exploratory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Safety, Pharmaco-dynamics-kinetics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Early</a:t>
            </a:r>
            <a:r>
              <a:rPr lang="el-GR" sz="2000" dirty="0"/>
              <a:t> </a:t>
            </a:r>
            <a:r>
              <a:rPr lang="en-US" sz="2000" dirty="0"/>
              <a:t>efficacy data</a:t>
            </a:r>
            <a:r>
              <a:rPr lang="el-GR" sz="2000" dirty="0"/>
              <a:t> </a:t>
            </a:r>
            <a:r>
              <a:rPr lang="en-GB" sz="2000" dirty="0"/>
              <a:t>(transitional to phase 3)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1</a:t>
            </a:r>
            <a:r>
              <a:rPr lang="en-US" sz="2000" baseline="30000" dirty="0"/>
              <a:t>st</a:t>
            </a:r>
            <a:r>
              <a:rPr lang="en-US" sz="2000" dirty="0"/>
              <a:t> scaled phase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219465" y="1620456"/>
            <a:ext cx="5362935" cy="47803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3:</a:t>
            </a:r>
            <a:r>
              <a:rPr kumimoji="0" lang="el-G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Confirmatory | Comparative Efficacy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Treatments vs placebo/standard/active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Frequent Adverse Events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Study Design highly important </a:t>
            </a:r>
            <a:r>
              <a:rPr lang="en-GB" sz="2000" dirty="0">
                <a:solidFill>
                  <a:prstClr val="black"/>
                </a:solidFill>
                <a:latin typeface="Aptos" panose="02110004020202020204"/>
              </a:rPr>
              <a:t>-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Scaled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4: Therapeutic Use | Post-Marketing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Rare Adverse Events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Differences in dose-efficiency in population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After drug approval - Cost Estimation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6101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09601" y="1817225"/>
            <a:ext cx="6913943" cy="421318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000" b="1" dirty="0"/>
              <a:t>SHAP plots</a:t>
            </a:r>
          </a:p>
          <a:p>
            <a:r>
              <a:rPr lang="en-GB" sz="2000" dirty="0"/>
              <a:t>ML interpretability</a:t>
            </a:r>
          </a:p>
          <a:p>
            <a:r>
              <a:rPr lang="en-GB" sz="2000" dirty="0"/>
              <a:t>Data Points: </a:t>
            </a:r>
            <a:r>
              <a:rPr lang="el-GR" sz="2000" dirty="0"/>
              <a:t>φ</a:t>
            </a:r>
            <a:r>
              <a:rPr lang="en-US" sz="2000" dirty="0"/>
              <a:t> values</a:t>
            </a:r>
            <a:endParaRPr lang="en-GB" sz="2000" dirty="0"/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accent5"/>
                </a:solidFill>
              </a:rPr>
              <a:t>Pink</a:t>
            </a:r>
            <a:r>
              <a:rPr lang="en-GB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 High feature’s values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sz="2000" dirty="0">
                <a:sym typeface="Wingdings" panose="05000000000000000000" pitchFamily="2" charset="2"/>
              </a:rPr>
              <a:t>  Low feature’s values</a:t>
            </a:r>
          </a:p>
          <a:p>
            <a:r>
              <a:rPr lang="en-GB" sz="2000" dirty="0">
                <a:sym typeface="Wingdings" panose="05000000000000000000" pitchFamily="2" charset="2"/>
              </a:rPr>
              <a:t>X-axis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Left  Negative contribution to termination log-Odds</a:t>
            </a:r>
            <a:endParaRPr lang="en-GB" sz="20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9B178F-70A2-E2FE-5F28-1D58CF945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61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Features’ Evaluation Metrics </a:t>
            </a:r>
            <a:endParaRPr lang="en-GB" sz="3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1F51DB-A1C3-E7AE-73E7-24425577E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8501" y="1724738"/>
            <a:ext cx="3703898" cy="4396132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19405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8004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Features ~ Termination ~ Phases</a:t>
            </a:r>
            <a:endParaRPr lang="en-GB" sz="2500" b="1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5C83E6-6CA1-EDD4-B08C-006113AE0A92}"/>
              </a:ext>
            </a:extLst>
          </p:cNvPr>
          <p:cNvGrpSpPr/>
          <p:nvPr/>
        </p:nvGrpSpPr>
        <p:grpSpPr>
          <a:xfrm>
            <a:off x="609584" y="1372515"/>
            <a:ext cx="10972809" cy="5493080"/>
            <a:chOff x="-1216942" y="-167604"/>
            <a:chExt cx="13772730" cy="7308093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5ECBC4A-2B11-4B08-C8A3-6AFC40E86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216942" y="-106705"/>
              <a:ext cx="6009820" cy="307667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40838F-7595-383B-355B-AEE11B633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45968" y="-167604"/>
              <a:ext cx="6009820" cy="318311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D899AEF-0831-6AD2-3F78-AF8C38DC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216937" y="4083595"/>
              <a:ext cx="6009818" cy="305689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2F43B33-35A2-AA1D-7450-44DF1C046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45971" y="4083592"/>
              <a:ext cx="6009817" cy="305689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157105E-7036-C9DB-AF3D-6B1F8BACAAB8}"/>
              </a:ext>
            </a:extLst>
          </p:cNvPr>
          <p:cNvSpPr txBox="1"/>
          <p:nvPr/>
        </p:nvSpPr>
        <p:spPr>
          <a:xfrm>
            <a:off x="609585" y="586338"/>
            <a:ext cx="54864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Phase 1:  </a:t>
            </a:r>
            <a:r>
              <a:rPr lang="en-GB" sz="1400" b="1" dirty="0"/>
              <a:t>Dose-Escalation | Pharmacology</a:t>
            </a:r>
            <a:endParaRPr lang="en-US" sz="1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Escalating dose ~ Adverse Events (e.g, MTD)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New treatment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13CD2D-5BC6-5FE6-BAF8-EE6413BD5ECA}"/>
              </a:ext>
            </a:extLst>
          </p:cNvPr>
          <p:cNvSpPr txBox="1"/>
          <p:nvPr/>
        </p:nvSpPr>
        <p:spPr>
          <a:xfrm>
            <a:off x="6794350" y="586338"/>
            <a:ext cx="47880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Phase 2:  Therapeutic Exploratory</a:t>
            </a:r>
            <a:endParaRPr lang="en-US" sz="1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Safety, Pharmaco-dynamics-kinetics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Early</a:t>
            </a:r>
            <a:r>
              <a:rPr lang="el-GR" sz="1400" dirty="0"/>
              <a:t> </a:t>
            </a:r>
            <a:r>
              <a:rPr lang="en-US" sz="1400" dirty="0"/>
              <a:t>efficacy data</a:t>
            </a:r>
            <a:r>
              <a:rPr lang="el-GR" sz="1400" dirty="0"/>
              <a:t> </a:t>
            </a:r>
            <a:r>
              <a:rPr lang="en-GB" sz="1400" dirty="0"/>
              <a:t>(transitional to phase 3)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1</a:t>
            </a:r>
            <a:r>
              <a:rPr lang="en-US" sz="1400" baseline="30000" dirty="0"/>
              <a:t>st</a:t>
            </a:r>
            <a:r>
              <a:rPr lang="en-US" sz="1400" dirty="0"/>
              <a:t> scaled phase </a:t>
            </a:r>
            <a:r>
              <a:rPr lang="en-US" sz="1400" dirty="0">
                <a:sym typeface="Wingdings" panose="05000000000000000000" pitchFamily="2" charset="2"/>
              </a:rPr>
              <a:t> Study Design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A98218-EA23-4A6D-9448-7DE23C28E4B4}"/>
              </a:ext>
            </a:extLst>
          </p:cNvPr>
          <p:cNvSpPr txBox="1"/>
          <p:nvPr/>
        </p:nvSpPr>
        <p:spPr>
          <a:xfrm>
            <a:off x="609584" y="3730356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Bef>
                <a:spcPts val="1000"/>
              </a:spcBef>
              <a:defRPr/>
            </a:pPr>
            <a:r>
              <a:rPr lang="en-GB" sz="1400" b="1" dirty="0">
                <a:solidFill>
                  <a:prstClr val="black"/>
                </a:solidFill>
              </a:rPr>
              <a:t>Phase 3:</a:t>
            </a:r>
            <a:r>
              <a:rPr lang="el-GR" sz="1400" b="1" dirty="0">
                <a:solidFill>
                  <a:prstClr val="black"/>
                </a:solidFill>
              </a:rPr>
              <a:t> </a:t>
            </a:r>
            <a:r>
              <a:rPr lang="en-GB" sz="1400" b="1" dirty="0">
                <a:solidFill>
                  <a:prstClr val="black"/>
                </a:solidFill>
              </a:rPr>
              <a:t>Therapeutic Confirmatory | Comparative Efficacy</a:t>
            </a:r>
            <a:endParaRPr lang="en-US" sz="1400" b="1" dirty="0">
              <a:solidFill>
                <a:prstClr val="black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/>
              <a:t>Treatments vs placebo/standard/active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/>
              <a:t>Frequent Adverse Events</a:t>
            </a:r>
            <a:endParaRPr lang="en-GB" sz="1400" dirty="0"/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GB" sz="1400" dirty="0"/>
              <a:t>Study Design highly important - Scaled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9E670E-5B45-0FA6-9975-323AFAF49A6A}"/>
              </a:ext>
            </a:extLst>
          </p:cNvPr>
          <p:cNvSpPr txBox="1"/>
          <p:nvPr/>
        </p:nvSpPr>
        <p:spPr>
          <a:xfrm>
            <a:off x="6794325" y="3730356"/>
            <a:ext cx="47880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400" b="1" dirty="0">
                <a:solidFill>
                  <a:prstClr val="black"/>
                </a:solidFill>
              </a:rPr>
              <a:t>Phase 4: Therapeutic Use | Post-Marketing</a:t>
            </a:r>
          </a:p>
          <a:p>
            <a:pPr marL="34290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After drug approval - Cost Estimation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Rare Adverse Events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Differences in dose-efficiency in population</a:t>
            </a:r>
          </a:p>
        </p:txBody>
      </p:sp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A267CFC-FE1A-6148-04CC-A306D34EA55F}"/>
              </a:ext>
            </a:extLst>
          </p:cNvPr>
          <p:cNvSpPr txBox="1">
            <a:spLocks/>
          </p:cNvSpPr>
          <p:nvPr/>
        </p:nvSpPr>
        <p:spPr>
          <a:xfrm>
            <a:off x="609599" y="18257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Logistic Interpretation</a:t>
            </a:r>
            <a:endParaRPr lang="en-GB" sz="3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3BBFA7-4629-E836-75B9-68C844D60F68}"/>
              </a:ext>
            </a:extLst>
          </p:cNvPr>
          <p:cNvSpPr txBox="1"/>
          <p:nvPr/>
        </p:nvSpPr>
        <p:spPr>
          <a:xfrm>
            <a:off x="609599" y="692211"/>
            <a:ext cx="10972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Top model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SHAP </a:t>
            </a:r>
            <a:r>
              <a:rPr lang="en-US" dirty="0">
                <a:sym typeface="Wingdings" panose="05000000000000000000" pitchFamily="2" charset="2"/>
              </a:rPr>
              <a:t> 8 top features (Dimension/Noise ~ Logistic &amp; Pattern)</a:t>
            </a:r>
            <a:endParaRPr lang="en-US" dirty="0"/>
          </a:p>
          <a:p>
            <a:pPr algn="ctr"/>
            <a:endParaRPr lang="en-US" dirty="0"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ym typeface="Wingdings" panose="05000000000000000000" pitchFamily="2" charset="2"/>
              </a:rPr>
              <a:t>SHAP ≠ Logistic Interpretation  Significance, Direction </a:t>
            </a:r>
          </a:p>
          <a:p>
            <a:pPr algn="ctr"/>
            <a:endParaRPr lang="en-US" dirty="0">
              <a:sym typeface="Wingdings" panose="05000000000000000000" pitchFamily="2" charset="2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Enrollment </a:t>
            </a:r>
            <a:r>
              <a:rPr lang="en-US" dirty="0">
                <a:sym typeface="Wingdings" panose="05000000000000000000" pitchFamily="2" charset="2"/>
              </a:rPr>
              <a:t> Sparse effect  coeff towards inf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Adverse  Non-sig.  Non-linear relationship (SHAP overlap)</a:t>
            </a:r>
            <a:endParaRPr lang="en-GB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4DE4CD8-CDD8-E203-2B16-4FACB812C622}"/>
              </a:ext>
            </a:extLst>
          </p:cNvPr>
          <p:cNvGrpSpPr/>
          <p:nvPr/>
        </p:nvGrpSpPr>
        <p:grpSpPr>
          <a:xfrm>
            <a:off x="609599" y="2556760"/>
            <a:ext cx="10972800" cy="4301240"/>
            <a:chOff x="609599" y="2556760"/>
            <a:chExt cx="10972800" cy="430124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E7AD118-D083-DDEE-7178-E43F222AB673}"/>
                </a:ext>
              </a:extLst>
            </p:cNvPr>
            <p:cNvGrpSpPr/>
            <p:nvPr/>
          </p:nvGrpSpPr>
          <p:grpSpPr>
            <a:xfrm>
              <a:off x="609599" y="2556760"/>
              <a:ext cx="10972800" cy="4301240"/>
              <a:chOff x="985519" y="2414090"/>
              <a:chExt cx="10220961" cy="393512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1A46AA44-BBA8-2CE7-94B5-D18DA91BEFE0}"/>
                  </a:ext>
                </a:extLst>
              </p:cNvPr>
              <p:cNvGrpSpPr/>
              <p:nvPr/>
            </p:nvGrpSpPr>
            <p:grpSpPr>
              <a:xfrm>
                <a:off x="985519" y="2414093"/>
                <a:ext cx="10220961" cy="3935120"/>
                <a:chOff x="609599" y="2464893"/>
                <a:chExt cx="10220961" cy="3935120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9EDA3562-9FB6-36FB-68CB-62B11B520B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09600" y="2464893"/>
                  <a:ext cx="5033176" cy="1917139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10" name="Picture 9">
                  <a:extLst>
                    <a:ext uri="{FF2B5EF4-FFF2-40B4-BE49-F238E27FC236}">
                      <a16:creationId xmlns:a16="http://schemas.microsoft.com/office/drawing/2014/main" id="{79234098-89AC-01BC-B93C-378EFF65637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09599" y="4482875"/>
                  <a:ext cx="5033177" cy="1917138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0ED05DC4-10F4-02E4-D5C3-814C3B09C2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97383" y="4482875"/>
                  <a:ext cx="5033177" cy="1917138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</p:grp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3ABFA820-5483-9521-8C6E-915EE34A5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73303" y="2414090"/>
                <a:ext cx="5033176" cy="1917139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7354A09-3670-2A84-AE1A-8F1DBAA5939A}"/>
                </a:ext>
              </a:extLst>
            </p:cNvPr>
            <p:cNvCxnSpPr/>
            <p:nvPr/>
          </p:nvCxnSpPr>
          <p:spPr>
            <a:xfrm>
              <a:off x="2389015" y="3286129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D3CAE37-E11C-EC06-E5DD-09A661000FF9}"/>
                </a:ext>
              </a:extLst>
            </p:cNvPr>
            <p:cNvCxnSpPr/>
            <p:nvPr/>
          </p:nvCxnSpPr>
          <p:spPr>
            <a:xfrm>
              <a:off x="8563645" y="3818334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C1DC3F0-9B34-D374-BE71-99BCAC8E9ADA}"/>
                </a:ext>
              </a:extLst>
            </p:cNvPr>
            <p:cNvCxnSpPr/>
            <p:nvPr/>
          </p:nvCxnSpPr>
          <p:spPr>
            <a:xfrm>
              <a:off x="10026685" y="3818334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021753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197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</a:t>
            </a:r>
            <a:r>
              <a:rPr lang="en-US" sz="3000" b="1"/>
              <a:t>Evaluation Summary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23856"/>
            <a:ext cx="5364480" cy="4903748"/>
          </a:xfrm>
          <a:ln>
            <a:solidFill>
              <a:schemeClr val="tx1"/>
            </a:solidFill>
          </a:ln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u="sng" dirty="0"/>
              <a:t>Best Predictors</a:t>
            </a:r>
            <a:endParaRPr lang="en-US" b="1" dirty="0"/>
          </a:p>
          <a:p>
            <a:r>
              <a:rPr lang="en-US" sz="2400" dirty="0"/>
              <a:t>Enrollment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</a:p>
          <a:p>
            <a:r>
              <a:rPr lang="en-US" sz="2400" dirty="0"/>
              <a:t># Facilities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US" sz="2400" dirty="0"/>
          </a:p>
          <a:p>
            <a:r>
              <a:rPr lang="en-US" sz="2400" dirty="0"/>
              <a:t>Conditions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Healthy Volunteers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</a:p>
          <a:p>
            <a:r>
              <a:rPr lang="en-US" sz="2400" dirty="0"/>
              <a:t># Arms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  <a:endParaRPr lang="en-US" sz="2400" dirty="0"/>
          </a:p>
          <a:p>
            <a:r>
              <a:rPr lang="en-GB" sz="2400" dirty="0"/>
              <a:t>Older age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# Adverse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  <a:endParaRPr lang="en-GB" sz="2400" dirty="0"/>
          </a:p>
          <a:p>
            <a:r>
              <a:rPr lang="en-US" sz="2400" dirty="0"/>
              <a:t>Interv. Model: Parallel </a:t>
            </a:r>
            <a:r>
              <a:rPr lang="en-US" sz="2400" dirty="0">
                <a:solidFill>
                  <a:schemeClr val="accent5"/>
                </a:solidFill>
              </a:rPr>
              <a:t>+ </a:t>
            </a:r>
            <a:r>
              <a:rPr lang="en-US" sz="2400" dirty="0"/>
              <a:t>,  Crossover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  <a:endParaRPr lang="en-US" sz="2400" dirty="0"/>
          </a:p>
          <a:p>
            <a:r>
              <a:rPr lang="en-GB" sz="2400" dirty="0"/>
              <a:t>Allocation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Placebo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Funder Industry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GB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720641"/>
            <a:ext cx="5364480" cy="4903748"/>
          </a:xfrm>
          <a:ln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sz="2600" b="1" u="sng" dirty="0"/>
          </a:p>
          <a:p>
            <a:pPr lvl="0"/>
            <a:r>
              <a:rPr lang="en-GB" sz="2400" dirty="0"/>
              <a:t>Phase 1: New treatment ~ Health status </a:t>
            </a:r>
          </a:p>
          <a:p>
            <a:pPr lvl="0"/>
            <a:r>
              <a:rPr lang="en-GB" sz="2400" dirty="0"/>
              <a:t>Phase 2: Safety, Pharmacokinetics ~ Adverse, Therapeutic, Sponsor</a:t>
            </a:r>
          </a:p>
          <a:p>
            <a:pPr lvl="0"/>
            <a:r>
              <a:rPr lang="en-GB" sz="2400" dirty="0"/>
              <a:t>Phase 3: Design, Treatment comp. ~ Design, Treatment characteristics</a:t>
            </a:r>
          </a:p>
          <a:p>
            <a:pPr lvl="0"/>
            <a:r>
              <a:rPr lang="en-GB" sz="2400" dirty="0"/>
              <a:t>Phase 4: Approved Treatment ~ Intervention characteristics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sz="2400" dirty="0">
                <a:sym typeface="Wingdings" panose="05000000000000000000" pitchFamily="2" charset="2"/>
              </a:rPr>
              <a:t>Enrollment &amp; City Counts  Strongest predictors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2800C-A200-F692-1890-42672D83430D}"/>
              </a:ext>
            </a:extLst>
          </p:cNvPr>
          <p:cNvSpPr txBox="1"/>
          <p:nvPr/>
        </p:nvSpPr>
        <p:spPr>
          <a:xfrm>
            <a:off x="609600" y="92456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+ : 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Terminated</a:t>
            </a:r>
          </a:p>
          <a:p>
            <a:pPr algn="ctr"/>
            <a:r>
              <a:rPr lang="en-US" b="1" dirty="0">
                <a:solidFill>
                  <a:schemeClr val="accent5"/>
                </a:solidFill>
              </a:rPr>
              <a:t>-  :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Completed</a:t>
            </a:r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19BEF67-252A-CEAE-43ED-F027351B4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7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Withdrawn Analysis</a:t>
            </a:r>
            <a:endParaRPr lang="en-GB" sz="3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D6BE7-05AE-64F8-4DB8-D2CE59F9D843}"/>
              </a:ext>
            </a:extLst>
          </p:cNvPr>
          <p:cNvSpPr txBox="1"/>
          <p:nvPr/>
        </p:nvSpPr>
        <p:spPr>
          <a:xfrm>
            <a:off x="6289860" y="4483942"/>
            <a:ext cx="529253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Facilities</a:t>
            </a:r>
            <a:r>
              <a:rPr lang="en-US" dirty="0">
                <a:solidFill>
                  <a:schemeClr val="accent5"/>
                </a:solidFill>
              </a:rPr>
              <a:t> –  </a:t>
            </a:r>
            <a:r>
              <a:rPr lang="en-US" dirty="0"/>
              <a:t>: Opposite sign</a:t>
            </a:r>
            <a:endParaRPr lang="en-US" dirty="0">
              <a:solidFill>
                <a:schemeClr val="accent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Funder </a:t>
            </a:r>
            <a:r>
              <a:rPr lang="en-US" dirty="0">
                <a:solidFill>
                  <a:schemeClr val="accent5"/>
                </a:solidFill>
              </a:rPr>
              <a:t>–  </a:t>
            </a:r>
            <a:r>
              <a:rPr lang="en-US" dirty="0"/>
              <a:t>: Opposite 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Healthy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Arms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Condition </a:t>
            </a:r>
            <a:r>
              <a:rPr lang="en-US" dirty="0">
                <a:solidFill>
                  <a:schemeClr val="accent5"/>
                </a:solidFill>
              </a:rPr>
              <a:t>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Placebo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DC2C3-357E-2FCF-83FD-9EEBB4031356}"/>
              </a:ext>
            </a:extLst>
          </p:cNvPr>
          <p:cNvSpPr txBox="1"/>
          <p:nvPr/>
        </p:nvSpPr>
        <p:spPr>
          <a:xfrm>
            <a:off x="609600" y="906508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| Adverse events </a:t>
            </a:r>
            <a:r>
              <a:rPr lang="en-US" dirty="0">
                <a:sym typeface="Wingdings" panose="05000000000000000000" pitchFamily="2" charset="2"/>
              </a:rPr>
              <a:t> Removed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Withdrawn vs Terminated  Direction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01FBF-FCA8-A5E3-357F-3BAF58495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675048"/>
            <a:ext cx="529253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9FF48F-CED8-DBEB-9B3C-AE89FB7B2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02" y="4483942"/>
            <a:ext cx="4214457" cy="20313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F6916B7-18EC-378D-B63E-A62C2B29B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599" y="1675048"/>
            <a:ext cx="522479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342624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4078580"/>
            <a:ext cx="10972800" cy="2657890"/>
          </a:xfrm>
          <a:ln>
            <a:noFill/>
          </a:ln>
        </p:spPr>
        <p:txBody>
          <a:bodyPr anchor="ctr">
            <a:noAutofit/>
          </a:bodyPr>
          <a:lstStyle/>
          <a:p>
            <a:pPr marL="3206750"/>
            <a:r>
              <a:rPr lang="en-GB" sz="1800" dirty="0"/>
              <a:t>Enrollment</a:t>
            </a:r>
          </a:p>
          <a:p>
            <a:pPr marL="3206750"/>
            <a:r>
              <a:rPr lang="en-GB" sz="1800" dirty="0"/>
              <a:t>Disease category (e.g., neoplasms) </a:t>
            </a:r>
            <a:r>
              <a:rPr lang="en-GB" sz="1800" dirty="0">
                <a:sym typeface="Wingdings" panose="05000000000000000000" pitchFamily="2" charset="2"/>
              </a:rPr>
              <a:t> Affects enrollment</a:t>
            </a:r>
            <a:endParaRPr lang="en-GB" sz="1800" dirty="0"/>
          </a:p>
          <a:p>
            <a:pPr marL="3206750"/>
            <a:r>
              <a:rPr lang="en-GB" sz="1800" dirty="0"/>
              <a:t>Number of facilities </a:t>
            </a:r>
            <a:r>
              <a:rPr lang="en-GB" sz="1800" dirty="0">
                <a:sym typeface="Wingdings" panose="05000000000000000000" pitchFamily="2" charset="2"/>
              </a:rPr>
              <a:t> Also, affects enrollment</a:t>
            </a:r>
            <a:endParaRPr lang="en-GB" sz="1800" dirty="0"/>
          </a:p>
          <a:p>
            <a:pPr marL="3206750"/>
            <a:r>
              <a:rPr lang="en-GB" sz="1800" dirty="0"/>
              <a:t>Healthy Volunteers</a:t>
            </a:r>
          </a:p>
          <a:p>
            <a:pPr marL="3206750"/>
            <a:r>
              <a:rPr lang="en-GB" sz="1800" dirty="0"/>
              <a:t>Number of Adverse Events</a:t>
            </a:r>
          </a:p>
          <a:p>
            <a:pPr marL="3206750"/>
            <a:r>
              <a:rPr lang="en-GB" sz="1800" dirty="0"/>
              <a:t>Funder type (e.g., non-Industry)</a:t>
            </a:r>
          </a:p>
          <a:p>
            <a:pPr marL="3206750"/>
            <a:r>
              <a:rPr lang="en-GB" sz="18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226916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Termination &amp; Withdrawn Descriptives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8B01A7-91F3-6875-4CD6-3BD2CA6131EB}"/>
              </a:ext>
            </a:extLst>
          </p:cNvPr>
          <p:cNvSpPr txBox="1"/>
          <p:nvPr/>
        </p:nvSpPr>
        <p:spPr>
          <a:xfrm>
            <a:off x="609600" y="241776"/>
            <a:ext cx="1097280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Current – Background Research Alignment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C81A22-9F3E-3963-5EB9-300275B01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047" y="1999948"/>
            <a:ext cx="8535906" cy="116306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50E4AEB-EFCC-184B-E286-4074CCA76B6D}"/>
              </a:ext>
            </a:extLst>
          </p:cNvPr>
          <p:cNvSpPr txBox="1">
            <a:spLocks/>
          </p:cNvSpPr>
          <p:nvPr/>
        </p:nvSpPr>
        <p:spPr>
          <a:xfrm>
            <a:off x="609600" y="3478840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200" b="1" dirty="0"/>
              <a:t>Background Research</a:t>
            </a:r>
          </a:p>
        </p:txBody>
      </p:sp>
    </p:spTree>
    <p:extLst>
      <p:ext uri="{BB962C8B-B14F-4D97-AF65-F5344CB8AC3E}">
        <p14:creationId xmlns:p14="http://schemas.microsoft.com/office/powerpoint/2010/main" val="3796561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Discussion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09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225850"/>
            <a:ext cx="5305064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000" b="1" dirty="0"/>
              <a:t>Per Phases (1-4)</a:t>
            </a:r>
            <a:r>
              <a:rPr lang="el-GR" sz="2000" b="1" dirty="0"/>
              <a:t> ~ </a:t>
            </a:r>
            <a:r>
              <a:rPr lang="en-US" sz="2000" b="1"/>
              <a:t>Feature</a:t>
            </a:r>
            <a:endParaRPr lang="en-GB" sz="2000" b="1" dirty="0"/>
          </a:p>
          <a:p>
            <a:r>
              <a:rPr lang="en-GB" sz="2000" b="1" dirty="0"/>
              <a:t>More features</a:t>
            </a:r>
            <a:br>
              <a:rPr lang="en-GB" sz="2000" b="1" dirty="0"/>
            </a:br>
            <a:r>
              <a:rPr lang="en-GB" sz="2000" dirty="0"/>
              <a:t>Interactions, New, scales etc.</a:t>
            </a:r>
          </a:p>
          <a:p>
            <a:r>
              <a:rPr lang="en-GB" sz="2000" b="1" dirty="0"/>
              <a:t>More models </a:t>
            </a:r>
            <a:br>
              <a:rPr lang="en-GB" sz="2000" b="1" dirty="0"/>
            </a:br>
            <a:r>
              <a:rPr lang="en-GB" sz="2000" dirty="0">
                <a:sym typeface="Wingdings" panose="05000000000000000000" pitchFamily="2" charset="2"/>
              </a:rPr>
              <a:t>LightBoost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Clinical practice impact 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Imbalance sensitive metrics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MCC, BA, F1, PR Curves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Interpretability of ML 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SHAP plots, Logistic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Sample Size</a:t>
            </a:r>
          </a:p>
          <a:p>
            <a:pPr marL="233363" lvl="1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Efficiently large: 2011-2024 , EPV</a:t>
            </a:r>
            <a:endParaRPr lang="en-GB" sz="2000" b="1" dirty="0">
              <a:sym typeface="Wingdings" panose="05000000000000000000" pitchFamily="2" charset="2"/>
            </a:endParaRPr>
          </a:p>
          <a:p>
            <a:r>
              <a:rPr lang="en-GB" sz="2000" b="1" dirty="0">
                <a:sym typeface="Wingdings" panose="05000000000000000000" pitchFamily="2" charset="2"/>
              </a:rPr>
              <a:t>Avoid Missing data drop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br>
              <a:rPr lang="en-GB" sz="2000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No</a:t>
            </a:r>
            <a:r>
              <a:rPr lang="en-GB" sz="2000" b="1" dirty="0">
                <a:sym typeface="Wingdings" panose="05000000000000000000" pitchFamily="2" charset="2"/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Information loss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7334" y="1225850"/>
            <a:ext cx="5305065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Missing data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RegEx  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b="1" dirty="0"/>
              <a:t>Random Under Sample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Information loss</a:t>
            </a:r>
          </a:p>
          <a:p>
            <a:r>
              <a:rPr lang="en-US" sz="2000" b="1" dirty="0"/>
              <a:t>EPV &gt;25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Inefficient for ML</a:t>
            </a:r>
          </a:p>
          <a:p>
            <a:r>
              <a:rPr lang="en-US" sz="2000" b="1" dirty="0"/>
              <a:t>No alternative classic statistics models</a:t>
            </a:r>
          </a:p>
          <a:p>
            <a:r>
              <a:rPr lang="en-US" sz="2000" b="1" dirty="0"/>
              <a:t>No field specific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>
                <a:sym typeface="Wingdings" panose="05000000000000000000" pitchFamily="2" charset="2"/>
              </a:rPr>
              <a:t>High dimension</a:t>
            </a:r>
            <a:endParaRPr lang="en-US" sz="2000" dirty="0"/>
          </a:p>
          <a:p>
            <a:r>
              <a:rPr lang="en-US" sz="2000" b="1" dirty="0"/>
              <a:t>Phases excluded: </a:t>
            </a:r>
            <a:r>
              <a:rPr lang="en-US" sz="2000" dirty="0"/>
              <a:t>0, 1|2, 2|3, NA </a:t>
            </a:r>
          </a:p>
          <a:p>
            <a:r>
              <a:rPr lang="en-US" sz="2000" b="1" dirty="0"/>
              <a:t>Study status excluded: </a:t>
            </a:r>
            <a:r>
              <a:rPr lang="en-US" sz="2000" dirty="0"/>
              <a:t>Suspended etc.</a:t>
            </a:r>
          </a:p>
          <a:p>
            <a:r>
              <a:rPr lang="en-US" sz="2000" b="1" dirty="0"/>
              <a:t>Inaccurate dataset registries  </a:t>
            </a:r>
            <a:br>
              <a:rPr lang="en-US" sz="2000" b="1" dirty="0"/>
            </a:br>
            <a:r>
              <a:rPr lang="en-US" sz="2000" dirty="0"/>
              <a:t>Wrongly, optimal, Null, Sparse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458E01-EEDC-C559-906A-803FD00F9A27}"/>
              </a:ext>
            </a:extLst>
          </p:cNvPr>
          <p:cNvSpPr txBox="1"/>
          <p:nvPr/>
        </p:nvSpPr>
        <p:spPr>
          <a:xfrm>
            <a:off x="609599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Strengths</a:t>
            </a: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2D915-7AF7-0AF9-12A6-E25870A2516B}"/>
              </a:ext>
            </a:extLst>
          </p:cNvPr>
          <p:cNvSpPr txBox="1"/>
          <p:nvPr/>
        </p:nvSpPr>
        <p:spPr>
          <a:xfrm>
            <a:off x="6096000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88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995424"/>
            <a:ext cx="10972799" cy="4502552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sz="2000" b="1" dirty="0"/>
              <a:t>Underlying factors </a:t>
            </a:r>
            <a:r>
              <a:rPr lang="en-US" sz="2000" b="1" dirty="0">
                <a:sym typeface="Wingdings" panose="05000000000000000000" pitchFamily="2" charset="2"/>
              </a:rPr>
              <a:t> E</a:t>
            </a:r>
            <a:r>
              <a:rPr lang="en-US" sz="2000" b="1" dirty="0"/>
              <a:t>arly termination</a:t>
            </a:r>
          </a:p>
          <a:p>
            <a:pPr lvl="1"/>
            <a:r>
              <a:rPr lang="en-US" sz="2000" dirty="0"/>
              <a:t>Interactions (Enrollment x Other Features, Funder x Intervention etc.) </a:t>
            </a:r>
          </a:p>
          <a:p>
            <a:pPr lvl="1"/>
            <a:r>
              <a:rPr lang="en-US" sz="2000" dirty="0"/>
              <a:t>Enrollment, Conditions</a:t>
            </a:r>
          </a:p>
          <a:p>
            <a:pPr lvl="1"/>
            <a:r>
              <a:rPr lang="en-US" sz="2000" dirty="0"/>
              <a:t>Phase ~ Features </a:t>
            </a:r>
          </a:p>
          <a:p>
            <a:pPr lvl="1"/>
            <a:r>
              <a:rPr lang="en-US" sz="2000" dirty="0"/>
              <a:t>Study Status: Withdrawn, Terminated, Suspended etc. </a:t>
            </a:r>
            <a:r>
              <a:rPr lang="en-US" sz="2000" dirty="0">
                <a:sym typeface="Wingdings" panose="05000000000000000000" pitchFamily="2" charset="2"/>
              </a:rPr>
              <a:t> S</a:t>
            </a:r>
            <a:r>
              <a:rPr lang="en-US" sz="2000" dirty="0"/>
              <a:t>eparately | Combined</a:t>
            </a:r>
          </a:p>
          <a:p>
            <a:pPr lvl="1"/>
            <a:r>
              <a:rPr lang="en-US" sz="2000" dirty="0"/>
              <a:t>Phases: 1|2, 2|3</a:t>
            </a:r>
          </a:p>
          <a:p>
            <a:pPr marL="0" indent="0">
              <a:buNone/>
            </a:pPr>
            <a:r>
              <a:rPr lang="en-US" sz="2000" b="1" dirty="0"/>
              <a:t>Alternative Models of best performing Boosting method’s</a:t>
            </a:r>
          </a:p>
          <a:p>
            <a:pPr lvl="1"/>
            <a:r>
              <a:rPr lang="en-US" sz="2000" dirty="0"/>
              <a:t>Interpretability</a:t>
            </a:r>
            <a:r>
              <a:rPr lang="en-US" sz="2000" b="1" dirty="0"/>
              <a:t> </a:t>
            </a:r>
          </a:p>
          <a:p>
            <a:pPr marL="0" indent="0">
              <a:buNone/>
            </a:pPr>
            <a:r>
              <a:rPr lang="en-US" sz="2000" b="1" dirty="0"/>
              <a:t>Later years trials registrations</a:t>
            </a:r>
            <a:r>
              <a:rPr lang="en-US" sz="2000" dirty="0"/>
              <a:t> : Less optional field completion </a:t>
            </a:r>
            <a:r>
              <a:rPr lang="en-US" sz="2000" dirty="0">
                <a:sym typeface="Wingdings" panose="05000000000000000000" pitchFamily="2" charset="2"/>
              </a:rPr>
              <a:t> Accuracy</a:t>
            </a: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Mapping Key findings</a:t>
            </a:r>
          </a:p>
          <a:p>
            <a:pPr lvl="1"/>
            <a:r>
              <a:rPr lang="en-US" sz="2000" dirty="0"/>
              <a:t>Literature alignment, Registries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D7F9C-8C80-0702-9D66-F91BA0E31612}"/>
              </a:ext>
            </a:extLst>
          </p:cNvPr>
          <p:cNvSpPr txBox="1"/>
          <p:nvPr/>
        </p:nvSpPr>
        <p:spPr>
          <a:xfrm>
            <a:off x="609598" y="5797889"/>
            <a:ext cx="1097279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Establish well performed models/methods for real world health data</a:t>
            </a:r>
          </a:p>
          <a:p>
            <a:pPr algn="ctr"/>
            <a:r>
              <a:rPr lang="en-US" sz="2000" dirty="0"/>
              <a:t>and analysis of corresponding problems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A49731-B402-B077-FC6B-D2B661F7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The End</a:t>
            </a:r>
            <a:r>
              <a:rPr lang="el-GR" sz="5000" b="1" dirty="0"/>
              <a:t>…</a:t>
            </a:r>
            <a:endParaRPr lang="en-GB" sz="5000" b="1" dirty="0"/>
          </a:p>
        </p:txBody>
      </p:sp>
      <p:pic>
        <p:nvPicPr>
          <p:cNvPr id="11" name="Graphic 10" descr="Video camera outline">
            <a:extLst>
              <a:ext uri="{FF2B5EF4-FFF2-40B4-BE49-F238E27FC236}">
                <a16:creationId xmlns:a16="http://schemas.microsoft.com/office/drawing/2014/main" id="{91CD17B4-6875-F425-0782-42205BDD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9705" y="4472650"/>
            <a:ext cx="1537505" cy="1537505"/>
          </a:xfrm>
          <a:prstGeom prst="rect">
            <a:avLst/>
          </a:prstGeom>
        </p:spPr>
      </p:pic>
      <p:pic>
        <p:nvPicPr>
          <p:cNvPr id="13" name="Graphic 12" descr="Clapper board outline">
            <a:extLst>
              <a:ext uri="{FF2B5EF4-FFF2-40B4-BE49-F238E27FC236}">
                <a16:creationId xmlns:a16="http://schemas.microsoft.com/office/drawing/2014/main" id="{14234742-40E1-70A1-3E10-B0701DAED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19550" y="838201"/>
            <a:ext cx="1074516" cy="107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8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51600</TotalTime>
  <Words>1616</Words>
  <Application>Microsoft Office PowerPoint</Application>
  <PresentationFormat>Widescreen</PresentationFormat>
  <Paragraphs>287</Paragraphs>
  <Slides>31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Courier New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</vt:lpstr>
      <vt:lpstr>Title</vt:lpstr>
      <vt:lpstr>Introduction</vt:lpstr>
      <vt:lpstr>Problem</vt:lpstr>
      <vt:lpstr>Data Source ClinicalTrials.gov</vt:lpstr>
      <vt:lpstr>Electronic Health Records – EHR</vt:lpstr>
      <vt:lpstr>Data Format</vt:lpstr>
      <vt:lpstr>PowerPoint Presentation</vt:lpstr>
      <vt:lpstr>PowerPoint Presentation</vt:lpstr>
      <vt:lpstr>PowerPoint Presentation</vt:lpstr>
      <vt:lpstr>PowerPoint Presentation</vt:lpstr>
      <vt:lpstr>Sparsity Risk</vt:lpstr>
      <vt:lpstr>Correlation</vt:lpstr>
      <vt:lpstr>Results</vt:lpstr>
      <vt:lpstr>Models</vt:lpstr>
      <vt:lpstr>Models’ Evaluation Metrics </vt:lpstr>
      <vt:lpstr>Model per Phase</vt:lpstr>
      <vt:lpstr>Metrics</vt:lpstr>
      <vt:lpstr>Models’ Performance</vt:lpstr>
      <vt:lpstr>Predictors</vt:lpstr>
      <vt:lpstr>Features ~ Termination ~ Phases</vt:lpstr>
      <vt:lpstr>Features’ Evaluation Metrics </vt:lpstr>
      <vt:lpstr>Features ~ Termination ~ Phases</vt:lpstr>
      <vt:lpstr>PowerPoint Presentation</vt:lpstr>
      <vt:lpstr>Features Evaluation Summary</vt:lpstr>
      <vt:lpstr>Withdrawn Analysis</vt:lpstr>
      <vt:lpstr>Termination &amp; Withdrawn Descriptives</vt:lpstr>
      <vt:lpstr>Discussion</vt:lpstr>
      <vt:lpstr>Strengths &amp; Limitations</vt:lpstr>
      <vt:lpstr>Future Research</vt:lpstr>
      <vt:lpstr>The End…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2026-01-18T22:04:55Z</dcterms:modified>
</cp:coreProperties>
</file>