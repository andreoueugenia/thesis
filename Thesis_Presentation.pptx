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59" r:id="rId5"/>
    <p:sldId id="264" r:id="rId6"/>
    <p:sldId id="260" r:id="rId7"/>
    <p:sldId id="280" r:id="rId8"/>
    <p:sldId id="263" r:id="rId9"/>
    <p:sldId id="270" r:id="rId10"/>
    <p:sldId id="281" r:id="rId11"/>
    <p:sldId id="262" r:id="rId12"/>
    <p:sldId id="266" r:id="rId13"/>
    <p:sldId id="269" r:id="rId14"/>
    <p:sldId id="275" r:id="rId15"/>
    <p:sldId id="274" r:id="rId16"/>
    <p:sldId id="273" r:id="rId17"/>
    <p:sldId id="290" r:id="rId18"/>
    <p:sldId id="268" r:id="rId19"/>
    <p:sldId id="279" r:id="rId20"/>
    <p:sldId id="267" r:id="rId21"/>
    <p:sldId id="276" r:id="rId22"/>
    <p:sldId id="284" r:id="rId23"/>
    <p:sldId id="285" r:id="rId24"/>
    <p:sldId id="288" r:id="rId25"/>
    <p:sldId id="277" r:id="rId26"/>
    <p:sldId id="27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59"/>
            <p14:sldId id="264"/>
            <p14:sldId id="260"/>
            <p14:sldId id="280"/>
            <p14:sldId id="263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76"/>
            <p14:sldId id="284"/>
            <p14:sldId id="285"/>
            <p14:sldId id="288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411" dt="2025-10-28T01:51:00.9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0-28T02:18:39.407" v="33670" actId="20577"/>
      <pc:docMkLst>
        <pc:docMk/>
      </pc:docMkLst>
      <pc:sldChg chg="addSp delSp modSp new mod setBg">
        <pc:chgData name="Evgenia Andreou" userId="8e89e74f621e7047" providerId="LiveId" clId="{EF53017E-E624-4052-9F70-6403551E244D}" dt="2025-10-28T00:49:10.689" v="33145" actId="20577"/>
        <pc:sldMkLst>
          <pc:docMk/>
          <pc:sldMk cId="568867521" sldId="257"/>
        </pc:sldMkLst>
        <pc:spChg chg="add del mod">
          <ac:chgData name="Evgenia Andreou" userId="8e89e74f621e7047" providerId="LiveId" clId="{EF53017E-E624-4052-9F70-6403551E244D}" dt="2025-10-27T22:48:16.903" v="30482" actId="207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0-28T00:49:10.689" v="33145" actId="20577"/>
          <ac:spMkLst>
            <pc:docMk/>
            <pc:sldMk cId="568867521" sldId="257"/>
            <ac:spMk id="4" creationId="{DA253F5B-969C-ED7C-E6DD-0409268E6EFB}"/>
          </ac:spMkLst>
        </pc:spChg>
        <pc:spChg chg="add del mod">
          <ac:chgData name="Evgenia Andreou" userId="8e89e74f621e7047" providerId="LiveId" clId="{EF53017E-E624-4052-9F70-6403551E244D}" dt="2025-10-27T22:48:35.322" v="30484" actId="478"/>
          <ac:spMkLst>
            <pc:docMk/>
            <pc:sldMk cId="568867521" sldId="257"/>
            <ac:spMk id="6" creationId="{66E63F8F-7CDD-502D-6F0E-38DE324CE4D2}"/>
          </ac:spMkLst>
        </pc:spChg>
        <pc:picChg chg="add mod">
          <ac:chgData name="Evgenia Andreou" userId="8e89e74f621e7047" providerId="LiveId" clId="{EF53017E-E624-4052-9F70-6403551E244D}" dt="2025-10-27T21:30:05.678" v="28787" actId="14100"/>
          <ac:picMkLst>
            <pc:docMk/>
            <pc:sldMk cId="568867521" sldId="257"/>
            <ac:picMk id="2" creationId="{5D46DE69-A32F-DC72-8928-3B97AD27BEA8}"/>
          </ac:picMkLst>
        </pc:picChg>
        <pc:picChg chg="add del mod">
          <ac:chgData name="Evgenia Andreou" userId="8e89e74f621e7047" providerId="LiveId" clId="{EF53017E-E624-4052-9F70-6403551E244D}" dt="2025-10-27T21:29:55.760" v="28782" actId="478"/>
          <ac:picMkLst>
            <pc:docMk/>
            <pc:sldMk cId="568867521" sldId="257"/>
            <ac:picMk id="5" creationId="{640D1803-8150-CAD8-031A-2FBAFFCD8E65}"/>
          </ac:picMkLst>
        </pc:picChg>
      </pc:sldChg>
      <pc:sldChg chg="addSp delSp modSp new mod ord setBg">
        <pc:chgData name="Evgenia Andreou" userId="8e89e74f621e7047" providerId="LiveId" clId="{EF53017E-E624-4052-9F70-6403551E244D}" dt="2025-10-27T22:48:10.519" v="30481" actId="207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27T22:48:10.519" v="30481" actId="207"/>
          <ac:spMkLst>
            <pc:docMk/>
            <pc:sldMk cId="1223022622" sldId="258"/>
            <ac:spMk id="2" creationId="{68F7CEDF-EFB3-C401-7155-FB36C7BDA927}"/>
          </ac:spMkLst>
        </pc:spChg>
        <pc:spChg chg="add del">
          <ac:chgData name="Evgenia Andreou" userId="8e89e74f621e7047" providerId="LiveId" clId="{EF53017E-E624-4052-9F70-6403551E244D}" dt="2025-10-27T21:27:57.385" v="28760" actId="26606"/>
          <ac:spMkLst>
            <pc:docMk/>
            <pc:sldMk cId="1223022622" sldId="258"/>
            <ac:spMk id="10" creationId="{50D1D739-EDC4-4BE6-A073-9B157E1F9069}"/>
          </ac:spMkLst>
        </pc:spChg>
        <pc:spChg chg="add del">
          <ac:chgData name="Evgenia Andreou" userId="8e89e74f621e7047" providerId="LiveId" clId="{EF53017E-E624-4052-9F70-6403551E244D}" dt="2025-10-27T21:27:57.385" v="28760" actId="26606"/>
          <ac:spMkLst>
            <pc:docMk/>
            <pc:sldMk cId="1223022622" sldId="258"/>
            <ac:spMk id="12" creationId="{6CDD35A4-E546-4AF3-A8B9-AC24C5C9FA70}"/>
          </ac:spMkLst>
        </pc:spChg>
        <pc:picChg chg="add del mod modCrop">
          <ac:chgData name="Evgenia Andreou" userId="8e89e74f621e7047" providerId="LiveId" clId="{EF53017E-E624-4052-9F70-6403551E244D}" dt="2025-10-27T21:27:27.905" v="28756" actId="478"/>
          <ac:picMkLst>
            <pc:docMk/>
            <pc:sldMk cId="1223022622" sldId="258"/>
            <ac:picMk id="3" creationId="{57CAA8E1-B682-7871-AB00-72A2D1931990}"/>
          </ac:picMkLst>
        </pc:picChg>
        <pc:picChg chg="add mod">
          <ac:chgData name="Evgenia Andreou" userId="8e89e74f621e7047" providerId="LiveId" clId="{EF53017E-E624-4052-9F70-6403551E244D}" dt="2025-10-27T22:32:06.554" v="29331" actId="1076"/>
          <ac:picMkLst>
            <pc:docMk/>
            <pc:sldMk cId="1223022622" sldId="258"/>
            <ac:picMk id="5" creationId="{2939F83A-723A-089B-DABC-C6A8AD936F95}"/>
          </ac:picMkLst>
        </pc:picChg>
      </pc:sldChg>
      <pc:sldChg chg="addSp delSp modSp new mod setBg">
        <pc:chgData name="Evgenia Andreou" userId="8e89e74f621e7047" providerId="LiveId" clId="{EF53017E-E624-4052-9F70-6403551E244D}" dt="2025-10-28T00:55:40.113" v="33159" actId="20577"/>
        <pc:sldMkLst>
          <pc:docMk/>
          <pc:sldMk cId="660911001" sldId="259"/>
        </pc:sldMkLst>
        <pc:spChg chg="add mod">
          <ac:chgData name="Evgenia Andreou" userId="8e89e74f621e7047" providerId="LiveId" clId="{EF53017E-E624-4052-9F70-6403551E244D}" dt="2025-10-28T00:55:40.113" v="33159" actId="20577"/>
          <ac:spMkLst>
            <pc:docMk/>
            <pc:sldMk cId="660911001" sldId="259"/>
            <ac:spMk id="2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0-27T22:59:55.558" v="30706" actId="1076"/>
          <ac:spMkLst>
            <pc:docMk/>
            <pc:sldMk cId="660911001" sldId="259"/>
            <ac:spMk id="4" creationId="{2222F026-5A5E-1709-C1FE-1CF7F1927D19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7T22:58:06.727" v="30654" actId="14100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0-27T22:58:06.727" v="30654" actId="14100"/>
          <ac:spMkLst>
            <pc:docMk/>
            <pc:sldMk cId="3253723412" sldId="260"/>
            <ac:spMk id="2" creationId="{8ED081B3-55DA-8B56-A28C-A5E0E86DDBDA}"/>
          </ac:spMkLst>
        </pc:spChg>
        <pc:spChg chg="add mod">
          <ac:chgData name="Evgenia Andreou" userId="8e89e74f621e7047" providerId="LiveId" clId="{EF53017E-E624-4052-9F70-6403551E244D}" dt="2025-10-27T22:57:33.810" v="30632" actId="1076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27T22:57:36.596" v="30633" actId="1076"/>
          <ac:spMkLst>
            <pc:docMk/>
            <pc:sldMk cId="3253723412" sldId="260"/>
            <ac:spMk id="4" creationId="{8E7D1FB3-01A9-C464-C45A-EB8E9A04BC4D}"/>
          </ac:spMkLst>
        </pc:spChg>
        <pc:spChg chg="add mod">
          <ac:chgData name="Evgenia Andreou" userId="8e89e74f621e7047" providerId="LiveId" clId="{EF53017E-E624-4052-9F70-6403551E244D}" dt="2025-10-27T22:58:06.727" v="30654" actId="14100"/>
          <ac:spMkLst>
            <pc:docMk/>
            <pc:sldMk cId="3253723412" sldId="260"/>
            <ac:spMk id="5" creationId="{E7DEE60B-D404-7827-DCD6-007CA5735B35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8T01:11:50.569" v="33200" actId="1076"/>
        <pc:sldMkLst>
          <pc:docMk/>
          <pc:sldMk cId="1363710211" sldId="262"/>
        </pc:sldMkLst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18" creationId="{DA1202A3-1C81-7F2E-C455-6765BD42D175}"/>
          </ac:spMkLst>
        </pc:spChg>
        <pc:spChg chg="add del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19" creationId="{B6136405-1727-36E6-CA35-BB9A033D83BF}"/>
          </ac:spMkLst>
        </pc:spChg>
        <pc:spChg chg="add del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0" creationId="{D3BA573A-42F1-DA45-C0FD-BC1655434B77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1" creationId="{423AFC2A-4C62-4A4D-AEB3-32D858308FD1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2" creationId="{EE293953-6562-5BA0-E21F-F083B2846EC4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3" creationId="{03C46B7F-8DBD-208B-12A2-4C85460F75A9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4" creationId="{E1FABA48-E7BA-FC06-2FF3-7550185F508C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5" creationId="{3C9E1510-0A85-CC61-2F3A-2965E5E741DD}"/>
          </ac:spMkLst>
        </pc:spChg>
        <pc:spChg chg="add del mod">
          <ac:chgData name="Evgenia Andreou" userId="8e89e74f621e7047" providerId="LiveId" clId="{EF53017E-E624-4052-9F70-6403551E244D}" dt="2025-10-27T23:05:47.080" v="30766" actId="207"/>
          <ac:spMkLst>
            <pc:docMk/>
            <pc:sldMk cId="1363710211" sldId="262"/>
            <ac:spMk id="29" creationId="{23EC8373-4835-1D54-AC63-3CAC68B40C09}"/>
          </ac:spMkLst>
        </pc:spChg>
        <pc:spChg chg="add mod">
          <ac:chgData name="Evgenia Andreou" userId="8e89e74f621e7047" providerId="LiveId" clId="{EF53017E-E624-4052-9F70-6403551E244D}" dt="2025-10-27T23:05:47.080" v="30766" actId="207"/>
          <ac:spMkLst>
            <pc:docMk/>
            <pc:sldMk cId="1363710211" sldId="262"/>
            <ac:spMk id="30" creationId="{B089C5E8-5913-03D2-C089-2339D56123FD}"/>
          </ac:spMkLst>
        </pc:spChg>
        <pc:spChg chg="add mod">
          <ac:chgData name="Evgenia Andreou" userId="8e89e74f621e7047" providerId="LiveId" clId="{EF53017E-E624-4052-9F70-6403551E244D}" dt="2025-10-27T22:12:55.935" v="29248" actId="207"/>
          <ac:spMkLst>
            <pc:docMk/>
            <pc:sldMk cId="1363710211" sldId="262"/>
            <ac:spMk id="31" creationId="{E4151066-3F48-9700-D69C-E46E31D40C83}"/>
          </ac:spMkLst>
        </pc:spChg>
        <pc:spChg chg="del mod">
          <ac:chgData name="Evgenia Andreou" userId="8e89e74f621e7047" providerId="LiveId" clId="{EF53017E-E624-4052-9F70-6403551E244D}" dt="2025-10-27T22:05:25.327" v="29151" actId="478"/>
          <ac:spMkLst>
            <pc:docMk/>
            <pc:sldMk cId="1363710211" sldId="262"/>
            <ac:spMk id="48" creationId="{59307BED-4FA4-9677-7182-9759FCDD1FAC}"/>
          </ac:spMkLst>
        </pc:spChg>
        <pc:spChg chg="del mod">
          <ac:chgData name="Evgenia Andreou" userId="8e89e74f621e7047" providerId="LiveId" clId="{EF53017E-E624-4052-9F70-6403551E244D}" dt="2025-10-27T22:09:12.469" v="29203" actId="478"/>
          <ac:spMkLst>
            <pc:docMk/>
            <pc:sldMk cId="1363710211" sldId="262"/>
            <ac:spMk id="49" creationId="{40B10CA0-1D8F-03C6-6C82-0C2AF266E014}"/>
          </ac:spMkLst>
        </pc:spChg>
        <pc:spChg chg="del mod">
          <ac:chgData name="Evgenia Andreou" userId="8e89e74f621e7047" providerId="LiveId" clId="{EF53017E-E624-4052-9F70-6403551E244D}" dt="2025-10-27T22:08:18.775" v="29187" actId="478"/>
          <ac:spMkLst>
            <pc:docMk/>
            <pc:sldMk cId="1363710211" sldId="262"/>
            <ac:spMk id="50" creationId="{10E261A7-102E-0102-FCCE-3EEC34CF7775}"/>
          </ac:spMkLst>
        </pc:spChg>
        <pc:spChg chg="add del mod">
          <ac:chgData name="Evgenia Andreou" userId="8e89e74f621e7047" providerId="LiveId" clId="{EF53017E-E624-4052-9F70-6403551E244D}" dt="2025-10-27T22:08:04.108" v="29176" actId="478"/>
          <ac:spMkLst>
            <pc:docMk/>
            <pc:sldMk cId="1363710211" sldId="262"/>
            <ac:spMk id="55" creationId="{081AC4B7-598C-2F88-A032-2294E11EBD73}"/>
          </ac:spMkLst>
        </pc:spChg>
        <pc:spChg chg="add del mod">
          <ac:chgData name="Evgenia Andreou" userId="8e89e74f621e7047" providerId="LiveId" clId="{EF53017E-E624-4052-9F70-6403551E244D}" dt="2025-10-27T22:10:17.640" v="29222" actId="478"/>
          <ac:spMkLst>
            <pc:docMk/>
            <pc:sldMk cId="1363710211" sldId="262"/>
            <ac:spMk id="56" creationId="{F38E0F4D-3906-4595-112D-2B289BE983BA}"/>
          </ac:spMkLst>
        </pc:spChg>
        <pc:spChg chg="del mod">
          <ac:chgData name="Evgenia Andreou" userId="8e89e74f621e7047" providerId="LiveId" clId="{EF53017E-E624-4052-9F70-6403551E244D}" dt="2025-10-27T22:07:30.909" v="29169" actId="478"/>
          <ac:spMkLst>
            <pc:docMk/>
            <pc:sldMk cId="1363710211" sldId="262"/>
            <ac:spMk id="57" creationId="{2C62390F-44DD-BBB5-91FD-0CB05D102B80}"/>
          </ac:spMkLst>
        </pc:spChg>
        <pc:spChg chg="del mod">
          <ac:chgData name="Evgenia Andreou" userId="8e89e74f621e7047" providerId="LiveId" clId="{EF53017E-E624-4052-9F70-6403551E244D}" dt="2025-10-27T22:05:33.944" v="29153" actId="478"/>
          <ac:spMkLst>
            <pc:docMk/>
            <pc:sldMk cId="1363710211" sldId="262"/>
            <ac:spMk id="58" creationId="{1AE321AC-F7DE-7AA1-AE9D-9F27C85FBEBF}"/>
          </ac:spMkLst>
        </pc:spChg>
        <pc:spChg chg="del mod">
          <ac:chgData name="Evgenia Andreou" userId="8e89e74f621e7047" providerId="LiveId" clId="{EF53017E-E624-4052-9F70-6403551E244D}" dt="2025-10-27T22:08:02.016" v="29175" actId="478"/>
          <ac:spMkLst>
            <pc:docMk/>
            <pc:sldMk cId="1363710211" sldId="262"/>
            <ac:spMk id="59" creationId="{ABD9FE42-4E36-8E07-F6E6-77DF311CE98A}"/>
          </ac:spMkLst>
        </pc:spChg>
        <pc:spChg chg="add del mod">
          <ac:chgData name="Evgenia Andreou" userId="8e89e74f621e7047" providerId="LiveId" clId="{EF53017E-E624-4052-9F70-6403551E244D}" dt="2025-10-27T22:07:46.026" v="29172" actId="478"/>
          <ac:spMkLst>
            <pc:docMk/>
            <pc:sldMk cId="1363710211" sldId="262"/>
            <ac:spMk id="60" creationId="{8B89AC4E-F7F8-2B91-208F-81BBB9E91841}"/>
          </ac:spMkLst>
        </pc:spChg>
        <pc:spChg chg="add del mod">
          <ac:chgData name="Evgenia Andreou" userId="8e89e74f621e7047" providerId="LiveId" clId="{EF53017E-E624-4052-9F70-6403551E244D}" dt="2025-10-27T22:07:43.378" v="29171" actId="478"/>
          <ac:spMkLst>
            <pc:docMk/>
            <pc:sldMk cId="1363710211" sldId="262"/>
            <ac:spMk id="61" creationId="{79F4F368-F421-D566-55EC-19445D0F38B6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62" creationId="{276814B7-E327-3B1E-F177-5D0C4F86C148}"/>
          </ac:spMkLst>
        </pc:spChg>
        <pc:spChg chg="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3" creationId="{685977E3-BE66-C325-7617-8006ED1FCC83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4" creationId="{96375C8D-75B6-B300-A413-940AA01BDE3E}"/>
          </ac:spMkLst>
        </pc:spChg>
        <pc:spChg chg="mod">
          <ac:chgData name="Evgenia Andreou" userId="8e89e74f621e7047" providerId="LiveId" clId="{EF53017E-E624-4052-9F70-6403551E244D}" dt="2025-10-28T01:11:50.569" v="33200" actId="1076"/>
          <ac:spMkLst>
            <pc:docMk/>
            <pc:sldMk cId="1363710211" sldId="262"/>
            <ac:spMk id="65" creationId="{BC395692-D7A5-4CC4-921A-B43C008650B1}"/>
          </ac:spMkLst>
        </pc:spChg>
        <pc:spChg chg="add del mod">
          <ac:chgData name="Evgenia Andreou" userId="8e89e74f621e7047" providerId="LiveId" clId="{EF53017E-E624-4052-9F70-6403551E244D}" dt="2025-10-27T22:10:33.056" v="29228" actId="478"/>
          <ac:spMkLst>
            <pc:docMk/>
            <pc:sldMk cId="1363710211" sldId="262"/>
            <ac:spMk id="86" creationId="{F81FE769-DE8F-1B11-F876-C5419C6A0A11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94" creationId="{28E262A4-85BC-A987-DFF2-C03B2E4F7690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582" creationId="{8AD59409-A14C-E64D-73A3-2C4EE7BB5E73}"/>
          </ac:spMkLst>
        </pc:spChg>
        <pc:spChg chg="add mod">
          <ac:chgData name="Evgenia Andreou" userId="8e89e74f621e7047" providerId="LiveId" clId="{EF53017E-E624-4052-9F70-6403551E244D}" dt="2025-10-27T23:06:21.401" v="30786" actId="242"/>
          <ac:spMkLst>
            <pc:docMk/>
            <pc:sldMk cId="1363710211" sldId="262"/>
            <ac:spMk id="677" creationId="{1263351C-9AB9-9F3E-1A06-CBF996165FBC}"/>
          </ac:spMkLst>
        </pc:spChg>
        <pc:cxnChg chg="mod">
          <ac:chgData name="Evgenia Andreou" userId="8e89e74f621e7047" providerId="LiveId" clId="{EF53017E-E624-4052-9F70-6403551E244D}" dt="2025-10-27T22:09:51.292" v="29209" actId="1076"/>
          <ac:cxnSpMkLst>
            <pc:docMk/>
            <pc:sldMk cId="1363710211" sldId="262"/>
            <ac:cxnSpMk id="68" creationId="{5E0EECE8-AB14-663A-F02F-8B737CA2E325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0" creationId="{53232069-8A2F-8848-7025-41FE72768F8C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3" creationId="{194E404E-5C6E-E5EE-A78B-BA3B2B61EEB2}"/>
          </ac:cxnSpMkLst>
        </pc:cxnChg>
        <pc:cxnChg chg="mod">
          <ac:chgData name="Evgenia Andreou" userId="8e89e74f621e7047" providerId="LiveId" clId="{EF53017E-E624-4052-9F70-6403551E244D}" dt="2025-10-27T22:07:46.026" v="29172" actId="478"/>
          <ac:cxnSpMkLst>
            <pc:docMk/>
            <pc:sldMk cId="1363710211" sldId="262"/>
            <ac:cxnSpMk id="74" creationId="{F00E1C02-3F02-6CE1-AA6B-17A0488972D1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5" creationId="{4CC1E783-18E4-8F6D-ECF6-34DDBB6B81E0}"/>
          </ac:cxnSpMkLst>
        </pc:cxnChg>
        <pc:cxnChg chg="mod">
          <ac:chgData name="Evgenia Andreou" userId="8e89e74f621e7047" providerId="LiveId" clId="{EF53017E-E624-4052-9F70-6403551E244D}" dt="2025-10-27T22:07:30.909" v="29169" actId="478"/>
          <ac:cxnSpMkLst>
            <pc:docMk/>
            <pc:sldMk cId="1363710211" sldId="262"/>
            <ac:cxnSpMk id="77" creationId="{4464893D-F15C-B75F-4AAC-E1B5E329FBDD}"/>
          </ac:cxnSpMkLst>
        </pc:cxnChg>
        <pc:cxnChg chg="mod">
          <ac:chgData name="Evgenia Andreou" userId="8e89e74f621e7047" providerId="LiveId" clId="{EF53017E-E624-4052-9F70-6403551E244D}" dt="2025-10-27T22:09:40.200" v="29208" actId="1076"/>
          <ac:cxnSpMkLst>
            <pc:docMk/>
            <pc:sldMk cId="1363710211" sldId="262"/>
            <ac:cxnSpMk id="78" creationId="{233F2D15-C7AE-A91A-DC48-28D5E93B476C}"/>
          </ac:cxnSpMkLst>
        </pc:cxnChg>
        <pc:cxnChg chg="mod">
          <ac:chgData name="Evgenia Andreou" userId="8e89e74f621e7047" providerId="LiveId" clId="{EF53017E-E624-4052-9F70-6403551E244D}" dt="2025-10-28T01:09:46.992" v="33181" actId="14100"/>
          <ac:cxnSpMkLst>
            <pc:docMk/>
            <pc:sldMk cId="1363710211" sldId="262"/>
            <ac:cxnSpMk id="81" creationId="{05344E2E-FFEC-B46E-FB1C-FBAC268A6731}"/>
          </ac:cxnSpMkLst>
        </pc:cxnChg>
        <pc:cxnChg chg="mod">
          <ac:chgData name="Evgenia Andreou" userId="8e89e74f621e7047" providerId="LiveId" clId="{EF53017E-E624-4052-9F70-6403551E244D}" dt="2025-10-28T01:09:55.023" v="33183" actId="14100"/>
          <ac:cxnSpMkLst>
            <pc:docMk/>
            <pc:sldMk cId="1363710211" sldId="262"/>
            <ac:cxnSpMk id="83" creationId="{5156EED3-9E21-BC6B-951D-F2914FC68A98}"/>
          </ac:cxnSpMkLst>
        </pc:cxnChg>
        <pc:cxnChg chg="mod">
          <ac:chgData name="Evgenia Andreou" userId="8e89e74f621e7047" providerId="LiveId" clId="{EF53017E-E624-4052-9F70-6403551E244D}" dt="2025-10-28T01:11:50.569" v="33200" actId="1076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0-27T22:10:52.388" v="29233" actId="1076"/>
          <ac:cxnSpMkLst>
            <pc:docMk/>
            <pc:sldMk cId="1363710211" sldId="262"/>
            <ac:cxnSpMk id="91" creationId="{D878F7C9-712D-5126-FCE4-342FE5DE8A81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267" creationId="{C3CC4946-4231-BDC9-1298-AA44DA81682E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509" creationId="{175509C9-F69A-1947-F16B-D0374B7D2F77}"/>
          </ac:cxnSpMkLst>
        </pc:cxnChg>
        <pc:cxnChg chg="add mod">
          <ac:chgData name="Evgenia Andreou" userId="8e89e74f621e7047" providerId="LiveId" clId="{EF53017E-E624-4052-9F70-6403551E244D}" dt="2025-10-28T01:09:49.689" v="33182" actId="14100"/>
          <ac:cxnSpMkLst>
            <pc:docMk/>
            <pc:sldMk cId="1363710211" sldId="262"/>
            <ac:cxnSpMk id="583" creationId="{B799BC5B-8485-A3BC-50A1-D4C731EE3820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591" creationId="{D3B9B5F9-8660-70D3-44AA-D8E39564648C}"/>
          </ac:cxnSpMkLst>
        </pc:cxnChg>
        <pc:cxnChg chg="add mod">
          <ac:chgData name="Evgenia Andreou" userId="8e89e74f621e7047" providerId="LiveId" clId="{EF53017E-E624-4052-9F70-6403551E244D}" dt="2025-10-27T22:05:33.944" v="29153" actId="478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delSp modSp new mod setBg modClrScheme chgLayout">
        <pc:chgData name="Evgenia Andreou" userId="8e89e74f621e7047" providerId="LiveId" clId="{EF53017E-E624-4052-9F70-6403551E244D}" dt="2025-10-27T23:00:50.194" v="30715" actId="207"/>
        <pc:sldMkLst>
          <pc:docMk/>
          <pc:sldMk cId="2711995207" sldId="263"/>
        </pc:sldMkLst>
        <pc:spChg chg="add mod">
          <ac:chgData name="Evgenia Andreou" userId="8e89e74f621e7047" providerId="LiveId" clId="{EF53017E-E624-4052-9F70-6403551E244D}" dt="2025-10-27T23:00:45.693" v="30714" actId="207"/>
          <ac:spMkLst>
            <pc:docMk/>
            <pc:sldMk cId="2711995207" sldId="263"/>
            <ac:spMk id="3" creationId="{79AA6C9D-2E20-3FDC-E624-B09367AC8F9F}"/>
          </ac:spMkLst>
        </pc:spChg>
        <pc:spChg chg="add mod ord">
          <ac:chgData name="Evgenia Andreou" userId="8e89e74f621e7047" providerId="LiveId" clId="{EF53017E-E624-4052-9F70-6403551E244D}" dt="2025-10-27T23:00:50.194" v="30715" actId="207"/>
          <ac:spMkLst>
            <pc:docMk/>
            <pc:sldMk cId="2711995207" sldId="263"/>
            <ac:spMk id="7" creationId="{7379714B-1FF3-323E-6749-EA95E8C454B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7T22:58:38.547" v="30665" actId="14100"/>
        <pc:sldMkLst>
          <pc:docMk/>
          <pc:sldMk cId="872456864" sldId="264"/>
        </pc:sldMkLst>
        <pc:spChg chg="add mod">
          <ac:chgData name="Evgenia Andreou" userId="8e89e74f621e7047" providerId="LiveId" clId="{EF53017E-E624-4052-9F70-6403551E244D}" dt="2025-10-27T22:58:38.547" v="30665" actId="14100"/>
          <ac:spMkLst>
            <pc:docMk/>
            <pc:sldMk cId="872456864" sldId="264"/>
            <ac:spMk id="2" creationId="{86DB2BA2-C66A-5EC1-F184-C2C46DC0A30F}"/>
          </ac:spMkLst>
        </pc:spChg>
        <pc:spChg chg="add mod ord">
          <ac:chgData name="Evgenia Andreou" userId="8e89e74f621e7047" providerId="LiveId" clId="{EF53017E-E624-4052-9F70-6403551E244D}" dt="2025-10-27T22:58:35.109" v="30664" actId="14100"/>
          <ac:spMkLst>
            <pc:docMk/>
            <pc:sldMk cId="872456864" sldId="264"/>
            <ac:spMk id="6" creationId="{281D5DE3-2913-0700-B818-661824D303F3}"/>
          </ac:spMkLst>
        </pc:spChg>
        <pc:spChg chg="add mod ord">
          <ac:chgData name="Evgenia Andreou" userId="8e89e74f621e7047" providerId="LiveId" clId="{EF53017E-E624-4052-9F70-6403551E244D}" dt="2025-10-27T22:58:22.543" v="30661" actId="1076"/>
          <ac:spMkLst>
            <pc:docMk/>
            <pc:sldMk cId="872456864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8T01:29:13.790" v="33517" actId="20577"/>
        <pc:sldMkLst>
          <pc:docMk/>
          <pc:sldMk cId="1969514135" sldId="266"/>
        </pc:sldMkLst>
        <pc:spChg chg="add mod">
          <ac:chgData name="Evgenia Andreou" userId="8e89e74f621e7047" providerId="LiveId" clId="{EF53017E-E624-4052-9F70-6403551E244D}" dt="2025-10-27T23:06:59.978" v="30798" actId="692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0-28T01:29:13.790" v="33517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0-28T01:27:12.545" v="33460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  <pc:cxnChg chg="add del mod">
          <ac:chgData name="Evgenia Andreou" userId="8e89e74f621e7047" providerId="LiveId" clId="{EF53017E-E624-4052-9F70-6403551E244D}" dt="2025-10-27T23:08:53.124" v="30800" actId="478"/>
          <ac:cxnSpMkLst>
            <pc:docMk/>
            <pc:sldMk cId="1969514135" sldId="266"/>
            <ac:cxnSpMk id="23" creationId="{42E6D7F1-480D-196A-1DF3-C90C8D4F1BF7}"/>
          </ac:cxnSpMkLst>
        </pc:cxnChg>
      </pc:sldChg>
      <pc:sldChg chg="addSp delSp modSp new mod ord setBg">
        <pc:chgData name="Evgenia Andreou" userId="8e89e74f621e7047" providerId="LiveId" clId="{EF53017E-E624-4052-9F70-6403551E244D}" dt="2025-10-28T02:18:39.407" v="33670" actId="20577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0-28T00:08:51.305" v="32251" actId="107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0-28T02:18:39.407" v="33670" actId="20577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0-28T00:12:59.733" v="32298" actId="255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0-28T00:23:04.211" v="32450" actId="1440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0-28T00:07:13.404" v="32225" actId="1035"/>
          <ac:spMkLst>
            <pc:docMk/>
            <pc:sldMk cId="3208481001" sldId="268"/>
            <ac:spMk id="2" creationId="{CD8A3B03-5129-00F7-346A-0DAC09CCDBDF}"/>
          </ac:spMkLst>
        </pc:spChg>
        <pc:picChg chg="add mod">
          <ac:chgData name="Evgenia Andreou" userId="8e89e74f621e7047" providerId="LiveId" clId="{EF53017E-E624-4052-9F70-6403551E244D}" dt="2025-10-28T00:23:04.211" v="32450" actId="1440"/>
          <ac:picMkLst>
            <pc:docMk/>
            <pc:sldMk cId="3208481001" sldId="268"/>
            <ac:picMk id="24" creationId="{9854B908-6F9F-29E0-02F3-7D5EAFFABB87}"/>
          </ac:picMkLst>
        </pc:picChg>
        <pc:picChg chg="add mod">
          <ac:chgData name="Evgenia Andreou" userId="8e89e74f621e7047" providerId="LiveId" clId="{EF53017E-E624-4052-9F70-6403551E244D}" dt="2025-10-28T00:23:04.211" v="32450" actId="1440"/>
          <ac:picMkLst>
            <pc:docMk/>
            <pc:sldMk cId="3208481001" sldId="268"/>
            <ac:picMk id="26" creationId="{4A7AAAC0-FD89-913F-200E-40FA13D59F3B}"/>
          </ac:picMkLst>
        </pc:picChg>
        <pc:picChg chg="add mod">
          <ac:chgData name="Evgenia Andreou" userId="8e89e74f621e7047" providerId="LiveId" clId="{EF53017E-E624-4052-9F70-6403551E244D}" dt="2025-10-28T00:23:04.211" v="32450" actId="1440"/>
          <ac:picMkLst>
            <pc:docMk/>
            <pc:sldMk cId="3208481001" sldId="268"/>
            <ac:picMk id="28" creationId="{8842E45A-587F-2D1A-551B-04AAC398F866}"/>
          </ac:picMkLst>
        </pc:picChg>
        <pc:picChg chg="add mod">
          <ac:chgData name="Evgenia Andreou" userId="8e89e74f621e7047" providerId="LiveId" clId="{EF53017E-E624-4052-9F70-6403551E244D}" dt="2025-10-28T00:23:04.211" v="32450" actId="1440"/>
          <ac:picMkLst>
            <pc:docMk/>
            <pc:sldMk cId="3208481001" sldId="268"/>
            <ac:picMk id="30" creationId="{85817C5D-A64B-A831-0BB4-FCCD10935BCC}"/>
          </ac:picMkLst>
        </pc:picChg>
      </pc:sldChg>
      <pc:sldChg chg="addSp delSp modSp new add del mod setBg modShow">
        <pc:chgData name="Evgenia Andreou" userId="8e89e74f621e7047" providerId="LiveId" clId="{EF53017E-E624-4052-9F70-6403551E244D}" dt="2025-10-27T23:53:29.449" v="31729" actId="20577"/>
        <pc:sldMkLst>
          <pc:docMk/>
          <pc:sldMk cId="2732646992" sldId="269"/>
        </pc:sldMkLst>
        <pc:spChg chg="del mod">
          <ac:chgData name="Evgenia Andreou" userId="8e89e74f621e7047" providerId="LiveId" clId="{EF53017E-E624-4052-9F70-6403551E244D}" dt="2025-10-27T23:52:06.836" v="31704" actId="478"/>
          <ac:spMkLst>
            <pc:docMk/>
            <pc:sldMk cId="2732646992" sldId="269"/>
            <ac:spMk id="3" creationId="{6F632D25-C12C-AD1F-8350-99DDF3642E48}"/>
          </ac:spMkLst>
        </pc:spChg>
        <pc:spChg chg="mod">
          <ac:chgData name="Evgenia Andreou" userId="8e89e74f621e7047" providerId="LiveId" clId="{EF53017E-E624-4052-9F70-6403551E244D}" dt="2025-10-27T23:53:29.449" v="31729" actId="20577"/>
          <ac:spMkLst>
            <pc:docMk/>
            <pc:sldMk cId="2732646992" sldId="269"/>
            <ac:spMk id="4" creationId="{AAF344B0-E792-5660-B4CD-3CA83C53A45C}"/>
          </ac:spMkLst>
        </pc:spChg>
        <pc:spChg chg="add mod">
          <ac:chgData name="Evgenia Andreou" userId="8e89e74f621e7047" providerId="LiveId" clId="{EF53017E-E624-4052-9F70-6403551E244D}" dt="2025-10-27T23:40:36.036" v="31382" actId="1076"/>
          <ac:spMkLst>
            <pc:docMk/>
            <pc:sldMk cId="2732646992" sldId="269"/>
            <ac:spMk id="6" creationId="{D452C38D-9B6D-A352-EA5B-4C5BF5BB4E9C}"/>
          </ac:spMkLst>
        </pc:spChg>
        <pc:spChg chg="add mod">
          <ac:chgData name="Evgenia Andreou" userId="8e89e74f621e7047" providerId="LiveId" clId="{EF53017E-E624-4052-9F70-6403551E244D}" dt="2025-10-27T23:40:31.740" v="31381" actId="1076"/>
          <ac:spMkLst>
            <pc:docMk/>
            <pc:sldMk cId="2732646992" sldId="269"/>
            <ac:spMk id="8" creationId="{18713944-C6CC-5B4C-56CF-DD77419EEBEF}"/>
          </ac:spMkLst>
        </pc:spChg>
      </pc:sldChg>
      <pc:sldChg chg="addSp delSp modSp new mod ord setBg">
        <pc:chgData name="Evgenia Andreou" userId="8e89e74f621e7047" providerId="LiveId" clId="{EF53017E-E624-4052-9F70-6403551E244D}" dt="2025-10-27T23:01:26.506" v="30723" actId="207"/>
        <pc:sldMkLst>
          <pc:docMk/>
          <pc:sldMk cId="2295317214" sldId="270"/>
        </pc:sldMkLst>
        <pc:spChg chg="del mod">
          <ac:chgData name="Evgenia Andreou" userId="8e89e74f621e7047" providerId="LiveId" clId="{EF53017E-E624-4052-9F70-6403551E244D}" dt="2025-10-27T21:54:00.683" v="29064" actId="478"/>
          <ac:spMkLst>
            <pc:docMk/>
            <pc:sldMk cId="2295317214" sldId="270"/>
            <ac:spMk id="2" creationId="{309DCB67-04C1-40E3-1963-550929F13B21}"/>
          </ac:spMkLst>
        </pc:spChg>
        <pc:spChg chg="add mod">
          <ac:chgData name="Evgenia Andreou" userId="8e89e74f621e7047" providerId="LiveId" clId="{EF53017E-E624-4052-9F70-6403551E244D}" dt="2025-10-27T23:01:26.506" v="30723" actId="207"/>
          <ac:spMkLst>
            <pc:docMk/>
            <pc:sldMk cId="2295317214" sldId="270"/>
            <ac:spMk id="3" creationId="{E1977896-C24B-9F1A-D777-D502E6AF5937}"/>
          </ac:spMkLst>
        </pc:spChg>
      </pc:sldChg>
      <pc:sldChg chg="modSp new mod setBg">
        <pc:chgData name="Evgenia Andreou" userId="8e89e74f621e7047" providerId="LiveId" clId="{EF53017E-E624-4052-9F70-6403551E244D}" dt="2025-10-27T22:59:19.991" v="30690"/>
        <pc:sldMkLst>
          <pc:docMk/>
          <pc:sldMk cId="2301623070" sldId="271"/>
        </pc:sldMkLst>
        <pc:spChg chg="mod">
          <ac:chgData name="Evgenia Andreou" userId="8e89e74f621e7047" providerId="LiveId" clId="{EF53017E-E624-4052-9F70-6403551E244D}" dt="2025-10-27T22:59:19.991" v="30690"/>
          <ac:spMkLst>
            <pc:docMk/>
            <pc:sldMk cId="2301623070" sldId="271"/>
            <ac:spMk id="2" creationId="{CDD171AF-4846-67D2-CC20-E35F25A49F78}"/>
          </ac:spMkLst>
        </pc:spChg>
      </pc:sldChg>
      <pc:sldChg chg="delSp modSp new mod">
        <pc:chgData name="Evgenia Andreou" userId="8e89e74f621e7047" providerId="LiveId" clId="{EF53017E-E624-4052-9F70-6403551E244D}" dt="2025-10-27T23:53:56.349" v="31734" actId="1076"/>
        <pc:sldMkLst>
          <pc:docMk/>
          <pc:sldMk cId="322220874" sldId="273"/>
        </pc:sldMkLst>
        <pc:spChg chg="mod">
          <ac:chgData name="Evgenia Andreou" userId="8e89e74f621e7047" providerId="LiveId" clId="{EF53017E-E624-4052-9F70-6403551E244D}" dt="2025-10-27T23:53:56.349" v="31734" actId="1076"/>
          <ac:spMkLst>
            <pc:docMk/>
            <pc:sldMk cId="322220874" sldId="273"/>
            <ac:spMk id="2" creationId="{C1372E30-38DD-5181-224E-44A7786493A0}"/>
          </ac:spMkLst>
        </pc:spChg>
      </pc:sldChg>
      <pc:sldChg chg="addSp delSp modSp new mod modShow">
        <pc:chgData name="Evgenia Andreou" userId="8e89e74f621e7047" providerId="LiveId" clId="{EF53017E-E624-4052-9F70-6403551E244D}" dt="2025-10-27T23:53:37.235" v="31730" actId="729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0-27T23:48:27.695" v="31570" actId="692"/>
          <ac:spMkLst>
            <pc:docMk/>
            <pc:sldMk cId="201207592" sldId="274"/>
            <ac:spMk id="2" creationId="{F110A5BB-543A-E6BC-B214-DAC764A85F60}"/>
          </ac:spMkLst>
        </pc:spChg>
        <pc:spChg chg="mod">
          <ac:chgData name="Evgenia Andreou" userId="8e89e74f621e7047" providerId="LiveId" clId="{EF53017E-E624-4052-9F70-6403551E244D}" dt="2025-10-27T23:49:03.314" v="31595" actId="255"/>
          <ac:spMkLst>
            <pc:docMk/>
            <pc:sldMk cId="201207592" sldId="274"/>
            <ac:spMk id="3" creationId="{A3AF1BF4-48AB-F18F-B99C-6D42C28D6198}"/>
          </ac:spMkLst>
        </pc:spChg>
        <pc:picChg chg="add mod or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6" creationId="{443DDD4E-E012-875F-8BEF-2790662F02DE}"/>
          </ac:picMkLst>
        </pc:picChg>
        <pc:picChg chg="add mo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ord modShow">
        <pc:chgData name="Evgenia Andreou" userId="8e89e74f621e7047" providerId="LiveId" clId="{EF53017E-E624-4052-9F70-6403551E244D}" dt="2025-10-27T23:48:06.554" v="31559" actId="1076"/>
        <pc:sldMkLst>
          <pc:docMk/>
          <pc:sldMk cId="311389722" sldId="275"/>
        </pc:sldMkLst>
        <pc:spChg chg="mod">
          <ac:chgData name="Evgenia Andreou" userId="8e89e74f621e7047" providerId="LiveId" clId="{EF53017E-E624-4052-9F70-6403551E244D}" dt="2025-10-27T23:48:06.554" v="31559" actId="1076"/>
          <ac:spMkLst>
            <pc:docMk/>
            <pc:sldMk cId="311389722" sldId="275"/>
            <ac:spMk id="2" creationId="{6E8EBE9B-3914-EB9A-7C62-D2B996F953D9}"/>
          </ac:spMkLst>
        </pc:spChg>
        <pc:spChg chg="mod">
          <ac:chgData name="Evgenia Andreou" userId="8e89e74f621e7047" providerId="LiveId" clId="{EF53017E-E624-4052-9F70-6403551E244D}" dt="2025-10-27T23:48:04.351" v="31558" actId="1076"/>
          <ac:spMkLst>
            <pc:docMk/>
            <pc:sldMk cId="311389722" sldId="275"/>
            <ac:spMk id="3" creationId="{C743E199-295C-C3F2-FEEF-357550E7830B}"/>
          </ac:spMkLst>
        </pc:spChg>
        <pc:spChg chg="add mod">
          <ac:chgData name="Evgenia Andreou" userId="8e89e74f621e7047" providerId="LiveId" clId="{EF53017E-E624-4052-9F70-6403551E244D}" dt="2025-10-11T22:03:12.777" v="18159" actId="1035"/>
          <ac:spMkLst>
            <pc:docMk/>
            <pc:sldMk cId="311389722" sldId="275"/>
            <ac:spMk id="7" creationId="{D2272408-34BE-0155-1CC7-F6316558B794}"/>
          </ac:spMkLst>
        </pc:spChg>
        <pc:spChg chg="add mod">
          <ac:chgData name="Evgenia Andreou" userId="8e89e74f621e7047" providerId="LiveId" clId="{EF53017E-E624-4052-9F70-6403551E244D}" dt="2025-10-19T20:27:58.185" v="25004" actId="1037"/>
          <ac:spMkLst>
            <pc:docMk/>
            <pc:sldMk cId="311389722" sldId="275"/>
            <ac:spMk id="8" creationId="{C88040E1-943C-D2F8-3E4A-337C2357B34F}"/>
          </ac:spMkLst>
        </pc:spChg>
        <pc:spChg chg="add mod">
          <ac:chgData name="Evgenia Andreou" userId="8e89e74f621e7047" providerId="LiveId" clId="{EF53017E-E624-4052-9F70-6403551E244D}" dt="2025-10-20T02:02:06.518" v="26175" actId="20577"/>
          <ac:spMkLst>
            <pc:docMk/>
            <pc:sldMk cId="311389722" sldId="275"/>
            <ac:spMk id="18" creationId="{7F0E8D2E-2823-1F9A-3CE5-98B44B588B13}"/>
          </ac:spMkLst>
        </pc:spChg>
        <pc:spChg chg="add mod">
          <ac:chgData name="Evgenia Andreou" userId="8e89e74f621e7047" providerId="LiveId" clId="{EF53017E-E624-4052-9F70-6403551E244D}" dt="2025-10-11T22:03:12.777" v="18159" actId="1035"/>
          <ac:spMkLst>
            <pc:docMk/>
            <pc:sldMk cId="311389722" sldId="275"/>
            <ac:spMk id="19" creationId="{5B7AD27B-FE4D-3C6A-6819-327D0F4DF8B4}"/>
          </ac:spMkLst>
        </pc:spChg>
        <pc:spChg chg="add mod">
          <ac:chgData name="Evgenia Andreou" userId="8e89e74f621e7047" providerId="LiveId" clId="{EF53017E-E624-4052-9F70-6403551E244D}" dt="2025-10-27T23:48:04.351" v="31558" actId="1076"/>
          <ac:spMkLst>
            <pc:docMk/>
            <pc:sldMk cId="311389722" sldId="275"/>
            <ac:spMk id="32" creationId="{8EB9DB21-5C07-5D50-4678-27F3C1770CEB}"/>
          </ac:spMkLst>
        </pc:spChg>
        <pc:grpChg chg="add mod ord">
          <ac:chgData name="Evgenia Andreou" userId="8e89e74f621e7047" providerId="LiveId" clId="{EF53017E-E624-4052-9F70-6403551E244D}" dt="2025-10-10T23:21:14.127" v="14731" actId="164"/>
          <ac:grpSpMkLst>
            <pc:docMk/>
            <pc:sldMk cId="311389722" sldId="275"/>
            <ac:grpSpMk id="26" creationId="{6330883D-514A-8A33-E65E-2EA0F3DC69D2}"/>
          </ac:grpSpMkLst>
        </pc:grpChg>
        <pc:grpChg chg="add mod">
          <ac:chgData name="Evgenia Andreou" userId="8e89e74f621e7047" providerId="LiveId" clId="{EF53017E-E624-4052-9F70-6403551E244D}" dt="2025-10-20T23:01:21.839" v="26890" actId="1076"/>
          <ac:grpSpMkLst>
            <pc:docMk/>
            <pc:sldMk cId="311389722" sldId="275"/>
            <ac:grpSpMk id="31" creationId="{02973CF0-ED55-864F-16C6-7E0268AD3B31}"/>
          </ac:grpSpMkLst>
        </pc:grpChg>
        <pc:picChg chg="add mod modCrop">
          <ac:chgData name="Evgenia Andreou" userId="8e89e74f621e7047" providerId="LiveId" clId="{EF53017E-E624-4052-9F70-6403551E244D}" dt="2025-10-20T23:00:10.634" v="26873" actId="732"/>
          <ac:picMkLst>
            <pc:docMk/>
            <pc:sldMk cId="311389722" sldId="275"/>
            <ac:picMk id="28" creationId="{B39FFB14-6ED5-EFD8-FF35-BC179B296738}"/>
          </ac:picMkLst>
        </pc:picChg>
        <pc:cxnChg chg="add mod">
          <ac:chgData name="Evgenia Andreou" userId="8e89e74f621e7047" providerId="LiveId" clId="{EF53017E-E624-4052-9F70-6403551E244D}" dt="2025-10-19T20:27:58.185" v="25004" actId="1037"/>
          <ac:cxnSpMkLst>
            <pc:docMk/>
            <pc:sldMk cId="311389722" sldId="275"/>
            <ac:cxnSpMk id="10" creationId="{2110992D-FB03-67BB-0BBE-6BDD716730E9}"/>
          </ac:cxnSpMkLst>
        </pc:cxnChg>
        <pc:cxnChg chg="add mod">
          <ac:chgData name="Evgenia Andreou" userId="8e89e74f621e7047" providerId="LiveId" clId="{EF53017E-E624-4052-9F70-6403551E244D}" dt="2025-10-11T22:03:12.777" v="18159" actId="1035"/>
          <ac:cxnSpMkLst>
            <pc:docMk/>
            <pc:sldMk cId="311389722" sldId="275"/>
            <ac:cxnSpMk id="15" creationId="{93134625-F132-7B71-B743-4C0A5922D35A}"/>
          </ac:cxnSpMkLst>
        </pc:cxnChg>
      </pc:sldChg>
      <pc:sldChg chg="addSp delSp modSp new mod setBg">
        <pc:chgData name="Evgenia Andreou" userId="8e89e74f621e7047" providerId="LiveId" clId="{EF53017E-E624-4052-9F70-6403551E244D}" dt="2025-10-28T00:23:35.857" v="32453" actId="1440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0-28T00:14:38.484" v="32334" actId="20577"/>
          <ac:spMkLst>
            <pc:docMk/>
            <pc:sldMk cId="1839987358" sldId="276"/>
            <ac:spMk id="2" creationId="{2266DF65-6188-8376-76BA-FBFCD6D58A83}"/>
          </ac:spMkLst>
        </pc:spChg>
        <pc:picChg chg="add mod">
          <ac:chgData name="Evgenia Andreou" userId="8e89e74f621e7047" providerId="LiveId" clId="{EF53017E-E624-4052-9F70-6403551E244D}" dt="2025-10-28T00:23:35.857" v="32453" actId="1440"/>
          <ac:picMkLst>
            <pc:docMk/>
            <pc:sldMk cId="1839987358" sldId="276"/>
            <ac:picMk id="20" creationId="{57DAF09B-1794-2935-A36D-C6D4470E3D9D}"/>
          </ac:picMkLst>
        </pc:picChg>
        <pc:picChg chg="add mod">
          <ac:chgData name="Evgenia Andreou" userId="8e89e74f621e7047" providerId="LiveId" clId="{EF53017E-E624-4052-9F70-6403551E244D}" dt="2025-10-28T00:23:35.857" v="32453" actId="1440"/>
          <ac:picMkLst>
            <pc:docMk/>
            <pc:sldMk cId="1839987358" sldId="276"/>
            <ac:picMk id="22" creationId="{20519679-5CE8-BE87-CE6A-DD2A5E0D6081}"/>
          </ac:picMkLst>
        </pc:picChg>
        <pc:picChg chg="add mod">
          <ac:chgData name="Evgenia Andreou" userId="8e89e74f621e7047" providerId="LiveId" clId="{EF53017E-E624-4052-9F70-6403551E244D}" dt="2025-10-28T00:23:35.857" v="32453" actId="1440"/>
          <ac:picMkLst>
            <pc:docMk/>
            <pc:sldMk cId="1839987358" sldId="276"/>
            <ac:picMk id="26" creationId="{D449E891-34CC-EF80-D7DB-A9A76841ABBC}"/>
          </ac:picMkLst>
        </pc:picChg>
        <pc:picChg chg="add mod">
          <ac:chgData name="Evgenia Andreou" userId="8e89e74f621e7047" providerId="LiveId" clId="{EF53017E-E624-4052-9F70-6403551E244D}" dt="2025-10-28T00:23:35.857" v="32453" actId="1440"/>
          <ac:picMkLst>
            <pc:docMk/>
            <pc:sldMk cId="1839987358" sldId="276"/>
            <ac:picMk id="30" creationId="{9E62DD2C-5727-886B-18CA-BD00A70CD234}"/>
          </ac:picMkLst>
        </pc:picChg>
      </pc:sldChg>
      <pc:sldChg chg="addSp delSp modSp new mod">
        <pc:chgData name="Evgenia Andreou" userId="8e89e74f621e7047" providerId="LiveId" clId="{EF53017E-E624-4052-9F70-6403551E244D}" dt="2025-10-28T00:37:44.092" v="32974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0-28T00:22:20.334" v="32448" actId="692"/>
          <ac:spMkLst>
            <pc:docMk/>
            <pc:sldMk cId="2946716891" sldId="277"/>
            <ac:spMk id="2" creationId="{FB03F8E8-2E98-47AD-EA90-7034E59DE430}"/>
          </ac:spMkLst>
        </pc:spChg>
        <pc:spChg chg="mod">
          <ac:chgData name="Evgenia Andreou" userId="8e89e74f621e7047" providerId="LiveId" clId="{EF53017E-E624-4052-9F70-6403551E244D}" dt="2025-10-28T00:37:19.747" v="32946" actId="6549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0-28T00:37:44.092" v="32974" actId="20577"/>
          <ac:spMkLst>
            <pc:docMk/>
            <pc:sldMk cId="2946716891" sldId="277"/>
            <ac:spMk id="4" creationId="{401DE421-F807-3BEB-AAE2-D3F1FCDFEE89}"/>
          </ac:spMkLst>
        </pc:spChg>
        <pc:spChg chg="add del mod">
          <ac:chgData name="Evgenia Andreou" userId="8e89e74f621e7047" providerId="LiveId" clId="{EF53017E-E624-4052-9F70-6403551E244D}" dt="2025-10-28T00:35:09.532" v="32874"/>
          <ac:spMkLst>
            <pc:docMk/>
            <pc:sldMk cId="2946716891" sldId="277"/>
            <ac:spMk id="5" creationId="{5F366FE4-96F8-6E1E-493C-17CAEA87D97F}"/>
          </ac:spMkLst>
        </pc:spChg>
        <pc:spChg chg="add del">
          <ac:chgData name="Evgenia Andreou" userId="8e89e74f621e7047" providerId="LiveId" clId="{EF53017E-E624-4052-9F70-6403551E244D}" dt="2025-10-28T00:35:12.006" v="32876" actId="22"/>
          <ac:spMkLst>
            <pc:docMk/>
            <pc:sldMk cId="2946716891" sldId="277"/>
            <ac:spMk id="7" creationId="{550098B6-970C-F3F0-28D0-75BD222ECE72}"/>
          </ac:spMkLst>
        </pc:spChg>
        <pc:spChg chg="add mod">
          <ac:chgData name="Evgenia Andreou" userId="8e89e74f621e7047" providerId="LiveId" clId="{EF53017E-E624-4052-9F70-6403551E244D}" dt="2025-10-28T00:36:10.672" v="32893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0-28T00:36:13.127" v="32894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0-28T02:02:46.423" v="33595" actId="255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0-28T00:38:05.658" v="32980" actId="1076"/>
          <ac:spMkLst>
            <pc:docMk/>
            <pc:sldMk cId="1725771169" sldId="278"/>
            <ac:spMk id="2" creationId="{691FB1F2-9B2C-952D-6552-CDCF58BA3473}"/>
          </ac:spMkLst>
        </pc:spChg>
        <pc:spChg chg="mod">
          <ac:chgData name="Evgenia Andreou" userId="8e89e74f621e7047" providerId="LiveId" clId="{EF53017E-E624-4052-9F70-6403551E244D}" dt="2025-10-28T02:02:46.423" v="33595" actId="255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0-28T00:38:31.376" v="32989" actId="113"/>
          <ac:spMkLst>
            <pc:docMk/>
            <pc:sldMk cId="1725771169" sldId="278"/>
            <ac:spMk id="4" creationId="{1EB667A5-2A96-D1BF-EB2C-352938518F72}"/>
          </ac:spMkLst>
        </pc:spChg>
        <pc:spChg chg="add mod">
          <ac:chgData name="Evgenia Andreou" userId="8e89e74f621e7047" providerId="LiveId" clId="{EF53017E-E624-4052-9F70-6403551E244D}" dt="2025-10-28T00:48:40.558" v="33144" actId="20577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0-28T00:23:17.499" v="32451" actId="1440"/>
        <pc:sldMkLst>
          <pc:docMk/>
          <pc:sldMk cId="1267936960" sldId="279"/>
        </pc:sldMkLst>
        <pc:spChg chg="mod">
          <ac:chgData name="Evgenia Andreou" userId="8e89e74f621e7047" providerId="LiveId" clId="{EF53017E-E624-4052-9F70-6403551E244D}" dt="2025-10-28T00:08:13.671" v="32241" actId="1076"/>
          <ac:spMkLst>
            <pc:docMk/>
            <pc:sldMk cId="1267936960" sldId="279"/>
            <ac:spMk id="2" creationId="{0C918C95-FA1E-7B34-5FD5-342E1E438703}"/>
          </ac:spMkLst>
        </pc:spChg>
        <pc:picChg chg="add mod">
          <ac:chgData name="Evgenia Andreou" userId="8e89e74f621e7047" providerId="LiveId" clId="{EF53017E-E624-4052-9F70-6403551E244D}" dt="2025-10-28T00:23:17.499" v="32451" actId="1440"/>
          <ac:picMkLst>
            <pc:docMk/>
            <pc:sldMk cId="1267936960" sldId="279"/>
            <ac:picMk id="4" creationId="{7C69F802-5ADC-F468-F10C-589DFF6C604F}"/>
          </ac:picMkLst>
        </pc:picChg>
        <pc:picChg chg="add mod">
          <ac:chgData name="Evgenia Andreou" userId="8e89e74f621e7047" providerId="LiveId" clId="{EF53017E-E624-4052-9F70-6403551E244D}" dt="2025-10-28T00:23:17.499" v="32451" actId="1440"/>
          <ac:picMkLst>
            <pc:docMk/>
            <pc:sldMk cId="1267936960" sldId="279"/>
            <ac:picMk id="6" creationId="{49594D5C-6603-AEB9-D0CB-E578622701D1}"/>
          </ac:picMkLst>
        </pc:picChg>
        <pc:picChg chg="add mod">
          <ac:chgData name="Evgenia Andreou" userId="8e89e74f621e7047" providerId="LiveId" clId="{EF53017E-E624-4052-9F70-6403551E244D}" dt="2025-10-28T00:23:17.499" v="32451" actId="1440"/>
          <ac:picMkLst>
            <pc:docMk/>
            <pc:sldMk cId="1267936960" sldId="279"/>
            <ac:picMk id="22" creationId="{6F175C6F-61CC-06A2-A4BC-6ECC39FBD98A}"/>
          </ac:picMkLst>
        </pc:picChg>
        <pc:picChg chg="add del mod">
          <ac:chgData name="Evgenia Andreou" userId="8e89e74f621e7047" providerId="LiveId" clId="{EF53017E-E624-4052-9F70-6403551E244D}" dt="2025-10-28T00:15:56.398" v="32335" actId="478"/>
          <ac:picMkLst>
            <pc:docMk/>
            <pc:sldMk cId="1267936960" sldId="279"/>
            <ac:picMk id="28" creationId="{6AAC3F08-54F2-62EA-DACA-DC6E55DC9F00}"/>
          </ac:picMkLst>
        </pc:picChg>
        <pc:picChg chg="add del mod">
          <ac:chgData name="Evgenia Andreou" userId="8e89e74f621e7047" providerId="LiveId" clId="{EF53017E-E624-4052-9F70-6403551E244D}" dt="2025-10-28T00:16:25.044" v="32343" actId="478"/>
          <ac:picMkLst>
            <pc:docMk/>
            <pc:sldMk cId="1267936960" sldId="279"/>
            <ac:picMk id="29" creationId="{D0986D5D-A04A-94E2-B442-4349224E9AF7}"/>
          </ac:picMkLst>
        </pc:picChg>
        <pc:picChg chg="add mod">
          <ac:chgData name="Evgenia Andreou" userId="8e89e74f621e7047" providerId="LiveId" clId="{EF53017E-E624-4052-9F70-6403551E244D}" dt="2025-10-28T00:23:17.499" v="32451" actId="1440"/>
          <ac:picMkLst>
            <pc:docMk/>
            <pc:sldMk cId="1267936960" sldId="279"/>
            <ac:picMk id="33" creationId="{EA81A4BA-4D0B-B320-8454-370B8AED4EB4}"/>
          </ac:picMkLst>
        </pc:picChg>
      </pc:sldChg>
      <pc:sldChg chg="addSp modSp new mod setBg modClrScheme chgLayout">
        <pc:chgData name="Evgenia Andreou" userId="8e89e74f621e7047" providerId="LiveId" clId="{EF53017E-E624-4052-9F70-6403551E244D}" dt="2025-10-27T22:57:57.142" v="30649" actId="27636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0-27T22:57:57.141" v="30648" actId="14100"/>
          <ac:spMkLst>
            <pc:docMk/>
            <pc:sldMk cId="2646428108" sldId="280"/>
            <ac:spMk id="2" creationId="{CF22C3FE-4952-8B04-EE9E-11D16A30959E}"/>
          </ac:spMkLst>
        </pc:spChg>
        <pc:spChg chg="add mod ord">
          <ac:chgData name="Evgenia Andreou" userId="8e89e74f621e7047" providerId="LiveId" clId="{EF53017E-E624-4052-9F70-6403551E244D}" dt="2025-10-27T22:57:10.510" v="30628" actId="1076"/>
          <ac:spMkLst>
            <pc:docMk/>
            <pc:sldMk cId="2646428108" sldId="280"/>
            <ac:spMk id="3" creationId="{B0C37985-7345-9CF5-2D16-CDB3C376723F}"/>
          </ac:spMkLst>
        </pc:spChg>
        <pc:spChg chg="add mod">
          <ac:chgData name="Evgenia Andreou" userId="8e89e74f621e7047" providerId="LiveId" clId="{EF53017E-E624-4052-9F70-6403551E244D}" dt="2025-10-27T22:57:01.566" v="30627" actId="1076"/>
          <ac:spMkLst>
            <pc:docMk/>
            <pc:sldMk cId="2646428108" sldId="280"/>
            <ac:spMk id="4" creationId="{CDDFCFBD-9E04-ECFB-B1C3-F69CFF2F9ACF}"/>
          </ac:spMkLst>
        </pc:spChg>
        <pc:spChg chg="add mod">
          <ac:chgData name="Evgenia Andreou" userId="8e89e74f621e7047" providerId="LiveId" clId="{EF53017E-E624-4052-9F70-6403551E244D}" dt="2025-10-27T22:57:57.141" v="30648" actId="14100"/>
          <ac:spMkLst>
            <pc:docMk/>
            <pc:sldMk cId="2646428108" sldId="280"/>
            <ac:spMk id="5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0-27T22:57:01.566" v="30627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0-27T22:57:57.142" v="30649" actId="27636"/>
          <ac:spMkLst>
            <pc:docMk/>
            <pc:sldMk cId="2646428108" sldId="280"/>
            <ac:spMk id="7" creationId="{4CAD9BB0-1F82-1511-FDEC-D74329C882B9}"/>
          </ac:spMkLst>
        </pc:spChg>
      </pc:sldChg>
      <pc:sldChg chg="addSp delSp modSp new mod setBg">
        <pc:chgData name="Evgenia Andreou" userId="8e89e74f621e7047" providerId="LiveId" clId="{EF53017E-E624-4052-9F70-6403551E244D}" dt="2025-10-28T01:19:26.643" v="33374" actId="20577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0-27T23:02:08.235" v="30731" actId="207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0-28T01:16:03.013" v="33234" actId="14100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0-27T21:54:31.995" v="29071"/>
          <ac:spMkLst>
            <pc:docMk/>
            <pc:sldMk cId="2935283230" sldId="281"/>
            <ac:spMk id="4" creationId="{4AF33C83-AA3B-05A3-31E0-EE04F88C5A58}"/>
          </ac:spMkLst>
        </pc:spChg>
        <pc:spChg chg="add mod">
          <ac:chgData name="Evgenia Andreou" userId="8e89e74f621e7047" providerId="LiveId" clId="{EF53017E-E624-4052-9F70-6403551E244D}" dt="2025-10-28T01:15:44.415" v="33229" actId="14100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0-28T01:15:47.026" v="33230" actId="107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0-28T01:17:38.177" v="33373" actId="107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0-28T01:19:26.643" v="33374" actId="20577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0-28T01:51:02.384" v="33549" actId="27636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0-28T00:19:04.723" v="32386" actId="1076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0-28T01:51:02.384" v="33549" actId="27636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0-28T01:51:02.381" v="33548" actId="27636"/>
          <ac:spMkLst>
            <pc:docMk/>
            <pc:sldMk cId="1583996442" sldId="284"/>
            <ac:spMk id="8" creationId="{AAFD135F-78E3-632E-FA22-F645956311C7}"/>
          </ac:spMkLst>
        </pc:spChg>
      </pc:sldChg>
      <pc:sldChg chg="delSp modSp new mod">
        <pc:chgData name="Evgenia Andreou" userId="8e89e74f621e7047" providerId="LiveId" clId="{EF53017E-E624-4052-9F70-6403551E244D}" dt="2025-10-28T00:20:46.356" v="32418" actId="1076"/>
        <pc:sldMkLst>
          <pc:docMk/>
          <pc:sldMk cId="1947621257" sldId="285"/>
        </pc:sldMkLst>
        <pc:spChg chg="mod">
          <ac:chgData name="Evgenia Andreou" userId="8e89e74f621e7047" providerId="LiveId" clId="{EF53017E-E624-4052-9F70-6403551E244D}" dt="2025-10-28T00:20:46.356" v="32418" actId="1076"/>
          <ac:spMkLst>
            <pc:docMk/>
            <pc:sldMk cId="1947621257" sldId="285"/>
            <ac:spMk id="2" creationId="{24E1F17E-F8F5-06F4-FC0D-300EA7F02B3E}"/>
          </ac:spMkLst>
        </pc:spChg>
      </pc:sldChg>
      <pc:sldChg chg="delSp modSp new mod">
        <pc:chgData name="Evgenia Andreou" userId="8e89e74f621e7047" providerId="LiveId" clId="{EF53017E-E624-4052-9F70-6403551E244D}" dt="2025-10-28T00:22:00.130" v="32443" actId="242"/>
        <pc:sldMkLst>
          <pc:docMk/>
          <pc:sldMk cId="949992360" sldId="288"/>
        </pc:sldMkLst>
        <pc:spChg chg="mod">
          <ac:chgData name="Evgenia Andreou" userId="8e89e74f621e7047" providerId="LiveId" clId="{EF53017E-E624-4052-9F70-6403551E244D}" dt="2025-10-28T00:21:04.554" v="32424" actId="1076"/>
          <ac:spMkLst>
            <pc:docMk/>
            <pc:sldMk cId="949992360" sldId="288"/>
            <ac:spMk id="2" creationId="{BCDD52F8-754B-3D68-571B-AC8DA7898223}"/>
          </ac:spMkLst>
        </pc:spChg>
        <pc:spChg chg="mod">
          <ac:chgData name="Evgenia Andreou" userId="8e89e74f621e7047" providerId="LiveId" clId="{EF53017E-E624-4052-9F70-6403551E244D}" dt="2025-10-28T00:22:00.130" v="32443" actId="242"/>
          <ac:spMkLst>
            <pc:docMk/>
            <pc:sldMk cId="949992360" sldId="288"/>
            <ac:spMk id="3" creationId="{E2AD935D-B379-9015-F001-5112F9711EE0}"/>
          </ac:spMkLst>
        </pc:spChg>
      </pc:sldChg>
      <pc:sldChg chg="addSp delSp modSp new del mod ord setBg">
        <pc:chgData name="Evgenia Andreou" userId="8e89e74f621e7047" providerId="LiveId" clId="{EF53017E-E624-4052-9F70-6403551E244D}" dt="2025-10-27T23:33:56.386" v="31282" actId="2696"/>
        <pc:sldMkLst>
          <pc:docMk/>
          <pc:sldMk cId="3830437061" sldId="289"/>
        </pc:sldMkLst>
        <pc:spChg chg="mod">
          <ac:chgData name="Evgenia Andreou" userId="8e89e74f621e7047" providerId="LiveId" clId="{EF53017E-E624-4052-9F70-6403551E244D}" dt="2025-10-27T23:18:10.790" v="30940" actId="692"/>
          <ac:spMkLst>
            <pc:docMk/>
            <pc:sldMk cId="3830437061" sldId="289"/>
            <ac:spMk id="2" creationId="{25AFCAEF-3E01-ECE0-5645-11458B460E0B}"/>
          </ac:spMkLst>
        </pc:spChg>
        <pc:spChg chg="del mod">
          <ac:chgData name="Evgenia Andreou" userId="8e89e74f621e7047" providerId="LiveId" clId="{EF53017E-E624-4052-9F70-6403551E244D}" dt="2025-10-27T23:33:29.926" v="31278" actId="478"/>
          <ac:spMkLst>
            <pc:docMk/>
            <pc:sldMk cId="3830437061" sldId="289"/>
            <ac:spMk id="4" creationId="{56CF2FDF-502C-5D01-C3E4-63B727FB7DD5}"/>
          </ac:spMkLst>
        </pc:spChg>
        <pc:spChg chg="add del mod">
          <ac:chgData name="Evgenia Andreou" userId="8e89e74f621e7047" providerId="LiveId" clId="{EF53017E-E624-4052-9F70-6403551E244D}" dt="2025-10-27T23:33:32.235" v="31279" actId="478"/>
          <ac:spMkLst>
            <pc:docMk/>
            <pc:sldMk cId="3830437061" sldId="289"/>
            <ac:spMk id="5" creationId="{41D1185D-EE31-27AA-E67B-68027FAD5218}"/>
          </ac:spMkLst>
        </pc:spChg>
        <pc:picChg chg="add mod ord">
          <ac:chgData name="Evgenia Andreou" userId="8e89e74f621e7047" providerId="LiveId" clId="{EF53017E-E624-4052-9F70-6403551E244D}" dt="2025-10-27T23:33:50.401" v="31281" actId="14100"/>
          <ac:picMkLst>
            <pc:docMk/>
            <pc:sldMk cId="3830437061" sldId="289"/>
            <ac:picMk id="6" creationId="{E8F25B79-77F5-B9FD-F3BD-ABC1CCD2EDBE}"/>
          </ac:picMkLst>
        </pc:picChg>
        <pc:picChg chg="add mod">
          <ac:chgData name="Evgenia Andreou" userId="8e89e74f621e7047" providerId="LiveId" clId="{EF53017E-E624-4052-9F70-6403551E244D}" dt="2025-10-27T23:33:50.401" v="31281" actId="14100"/>
          <ac:picMkLst>
            <pc:docMk/>
            <pc:sldMk cId="3830437061" sldId="289"/>
            <ac:picMk id="8" creationId="{D3F433D3-5CFA-6940-7A2C-756A58B933D6}"/>
          </ac:picMkLst>
        </pc:picChg>
        <pc:picChg chg="add mod">
          <ac:chgData name="Evgenia Andreou" userId="8e89e74f621e7047" providerId="LiveId" clId="{EF53017E-E624-4052-9F70-6403551E244D}" dt="2025-10-27T23:33:50.401" v="31281" actId="14100"/>
          <ac:picMkLst>
            <pc:docMk/>
            <pc:sldMk cId="3830437061" sldId="289"/>
            <ac:picMk id="10" creationId="{0A77FD6E-1028-9A63-0F5F-FAB76B243B2C}"/>
          </ac:picMkLst>
        </pc:picChg>
        <pc:picChg chg="add mod">
          <ac:chgData name="Evgenia Andreou" userId="8e89e74f621e7047" providerId="LiveId" clId="{EF53017E-E624-4052-9F70-6403551E244D}" dt="2025-10-27T23:33:50.401" v="31281" actId="14100"/>
          <ac:picMkLst>
            <pc:docMk/>
            <pc:sldMk cId="3830437061" sldId="289"/>
            <ac:picMk id="11" creationId="{93469FEA-F210-45B3-92A9-EEAE481DBC6C}"/>
          </ac:picMkLst>
        </pc:picChg>
        <pc:picChg chg="add mod">
          <ac:chgData name="Evgenia Andreou" userId="8e89e74f621e7047" providerId="LiveId" clId="{EF53017E-E624-4052-9F70-6403551E244D}" dt="2025-10-27T23:33:50.401" v="31281" actId="14100"/>
          <ac:picMkLst>
            <pc:docMk/>
            <pc:sldMk cId="3830437061" sldId="289"/>
            <ac:picMk id="12" creationId="{15F988DF-C682-B2A4-1312-FDC9AADA5309}"/>
          </ac:picMkLst>
        </pc:picChg>
      </pc:sldChg>
      <pc:sldChg chg="addSp delSp modSp new mod">
        <pc:chgData name="Evgenia Andreou" userId="8e89e74f621e7047" providerId="LiveId" clId="{EF53017E-E624-4052-9F70-6403551E244D}" dt="2025-10-28T01:38:33.975" v="33537" actId="14100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0-27T23:54:25.560" v="31740" actId="692"/>
          <ac:spMkLst>
            <pc:docMk/>
            <pc:sldMk cId="1568349809" sldId="290"/>
            <ac:spMk id="2" creationId="{D6E992A4-3342-4D17-D7D8-CB45D8A172FC}"/>
          </ac:spMkLst>
        </pc:spChg>
        <pc:spChg chg="mod">
          <ac:chgData name="Evgenia Andreou" userId="8e89e74f621e7047" providerId="LiveId" clId="{EF53017E-E624-4052-9F70-6403551E244D}" dt="2025-10-28T01:36:16.166" v="33519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0-28T00:05:01.716" v="32185" actId="20577"/>
          <ac:spMkLst>
            <pc:docMk/>
            <pc:sldMk cId="1568349809" sldId="290"/>
            <ac:spMk id="4" creationId="{BCDF1454-93C9-84FC-C387-A62EDE27D4BC}"/>
          </ac:spMkLst>
        </pc:spChg>
        <pc:spChg chg="add mod">
          <ac:chgData name="Evgenia Andreou" userId="8e89e74f621e7047" providerId="LiveId" clId="{EF53017E-E624-4052-9F70-6403551E244D}" dt="2025-10-28T00:02:03.226" v="31967" actId="1076"/>
          <ac:spMkLst>
            <pc:docMk/>
            <pc:sldMk cId="1568349809" sldId="290"/>
            <ac:spMk id="5" creationId="{C718A182-FD34-0FCF-F841-2D21F0DFE300}"/>
          </ac:spMkLst>
        </pc:spChg>
        <pc:picChg chg="add mod modCrop">
          <ac:chgData name="Evgenia Andreou" userId="8e89e74f621e7047" providerId="LiveId" clId="{EF53017E-E624-4052-9F70-6403551E244D}" dt="2025-10-28T01:38:33.975" v="33537" actId="14100"/>
          <ac:picMkLst>
            <pc:docMk/>
            <pc:sldMk cId="1568349809" sldId="290"/>
            <ac:picMk id="6" creationId="{F4471C82-ADA5-C4D3-8E86-45E8013E4C50}"/>
          </ac:picMkLst>
        </pc:picChg>
      </pc:sldChg>
      <pc:sldMasterChg chg="setBg modSldLayout">
        <pc:chgData name="Evgenia Andreou" userId="8e89e74f621e7047" providerId="LiveId" clId="{EF53017E-E624-4052-9F70-6403551E244D}" dt="2025-10-27T22:44:43.599" v="30455"/>
        <pc:sldMasterMkLst>
          <pc:docMk/>
          <pc:sldMasterMk cId="2693072502" sldId="2147483708"/>
        </pc:sldMasterMkLst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56610871" sldId="2147483709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9292485" sldId="2147483710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2953917294" sldId="2147483711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680108532" sldId="2147483712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809130830" sldId="2147483713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586532713" sldId="2147483714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763728003" sldId="2147483715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146229378" sldId="2147483716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592497053" sldId="2147483717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963752470" sldId="2147483718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2512544203" sldId="214748371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E03138E3-52EE-4CD0-8E3C-F0F8C0C28D99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US" sz="1800" dirty="0"/>
            <a:t>Data Sources</a:t>
          </a:r>
          <a:endParaRPr lang="en-GB" sz="1800" dirty="0"/>
        </a:p>
      </dgm:t>
    </dgm:pt>
    <dgm:pt modelId="{9B4391B9-3A32-470F-9B43-6CD3A86645B1}" type="parTrans" cxnId="{A951CBC3-2547-4FE9-B31D-2616C6EC2D7D}">
      <dgm:prSet/>
      <dgm:spPr/>
      <dgm:t>
        <a:bodyPr/>
        <a:lstStyle/>
        <a:p>
          <a:endParaRPr lang="en-GB"/>
        </a:p>
      </dgm:t>
    </dgm:pt>
    <dgm:pt modelId="{554A85A0-E1F5-4872-A1E2-8F392D73FAC7}" type="sibTrans" cxnId="{A951CBC3-2547-4FE9-B31D-2616C6EC2D7D}">
      <dgm:prSet/>
      <dgm:spPr/>
      <dgm:t>
        <a:bodyPr/>
        <a:lstStyle/>
        <a:p>
          <a:endParaRPr lang="en-GB"/>
        </a:p>
      </dgm:t>
    </dgm:pt>
    <dgm:pt modelId="{70B035EA-BDBD-4B4F-9C51-74DEC3B46254}">
      <dgm:prSet custT="1"/>
      <dgm:spPr>
        <a:ln>
          <a:noFill/>
        </a:ln>
      </dgm:spPr>
      <dgm:t>
        <a:bodyPr/>
        <a:lstStyle/>
        <a:p>
          <a:r>
            <a:rPr lang="en-US" sz="1500" dirty="0"/>
            <a:t>AACT bd | CSV Clinical Trials.gov</a:t>
          </a:r>
          <a:endParaRPr lang="en-GB" sz="1500" dirty="0"/>
        </a:p>
      </dgm:t>
    </dgm:pt>
    <dgm:pt modelId="{49B493E8-4FBC-43B0-8670-7848ED053197}" type="parTrans" cxnId="{184FB2BD-EA0B-4F88-B8DC-81E26C56F6C3}">
      <dgm:prSet/>
      <dgm:spPr/>
      <dgm:t>
        <a:bodyPr/>
        <a:lstStyle/>
        <a:p>
          <a:endParaRPr lang="en-GB"/>
        </a:p>
      </dgm:t>
    </dgm:pt>
    <dgm:pt modelId="{265D8544-366D-46EF-B8E6-7D48848F0F7A}" type="sibTrans" cxnId="{184FB2BD-EA0B-4F88-B8DC-81E26C56F6C3}">
      <dgm:prSet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r>
            <a:rPr lang="en-GB" sz="1500" dirty="0"/>
            <a:t>Missing values : </a:t>
          </a:r>
          <a:br>
            <a:rPr lang="en-GB" sz="1500" dirty="0"/>
          </a:br>
          <a:r>
            <a:rPr lang="en-US" sz="1500" dirty="0"/>
            <a:t>CSV+bd, Reg. Expr. Text Mining, Merge levels, level creation (e.g., other), Drop</a:t>
          </a:r>
          <a:endParaRPr lang="en-GB" sz="150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r>
            <a:rPr lang="en-GB" sz="1500" dirty="0"/>
            <a:t>New Features, Formats, Interactions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/>
          <a:r>
            <a:rPr lang="en-US" sz="1500" dirty="0"/>
            <a:t>Distribution Plots (Bar, Kde, Count)</a:t>
          </a: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/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5BAE0173-1193-4CBE-A1BB-134D3B5341F6}">
      <dgm:prSet custT="1"/>
      <dgm:spPr>
        <a:ln>
          <a:noFill/>
        </a:ln>
      </dgm:spPr>
      <dgm:t>
        <a:bodyPr/>
        <a:lstStyle/>
        <a:p>
          <a:pPr algn="ctr">
            <a:buNone/>
          </a:pPr>
          <a:r>
            <a:rPr lang="en-US" sz="1500" b="1" dirty="0"/>
            <a:t>Train Set</a:t>
          </a:r>
          <a:endParaRPr lang="en-GB" sz="1500" b="1" dirty="0"/>
        </a:p>
      </dgm:t>
    </dgm:pt>
    <dgm:pt modelId="{C4B21ADE-2B93-45FF-8316-D7C57A7A4BBA}" type="parTrans" cxnId="{A9931D6E-BF0B-4053-9E6A-A687BA69F3C2}">
      <dgm:prSet/>
      <dgm:spPr/>
      <dgm:t>
        <a:bodyPr/>
        <a:lstStyle/>
        <a:p>
          <a:endParaRPr lang="en-GB"/>
        </a:p>
      </dgm:t>
    </dgm:pt>
    <dgm:pt modelId="{B9F20E84-B838-470F-A2DF-02AD59B397A9}" type="sibTrans" cxnId="{A9931D6E-BF0B-4053-9E6A-A687BA69F3C2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/>
          <a:r>
            <a:rPr lang="en-US" sz="1500" dirty="0"/>
            <a:t>Univariable Logistic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/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</a:t>
          </a:r>
          <a:endParaRPr lang="en-GB" sz="1500" dirty="0"/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3C65EF-8050-4781-9786-5BD8A1480F39}">
      <dgm:prSet custT="1"/>
      <dgm:spPr>
        <a:ln>
          <a:noFill/>
        </a:ln>
      </dgm:spPr>
      <dgm:t>
        <a:bodyPr/>
        <a:lstStyle/>
        <a:p>
          <a:pPr algn="l"/>
          <a:r>
            <a:rPr lang="en-GB" sz="1500" dirty="0"/>
            <a:t>AIC, p values, CL</a:t>
          </a:r>
        </a:p>
      </dgm:t>
    </dgm:pt>
    <dgm:pt modelId="{E07FC5C9-A259-4284-BDBA-D45C46A85CC3}" type="parTrans" cxnId="{146F6C26-4015-4DA9-8404-95817393F548}">
      <dgm:prSet/>
      <dgm:spPr/>
      <dgm:t>
        <a:bodyPr/>
        <a:lstStyle/>
        <a:p>
          <a:endParaRPr lang="en-GB"/>
        </a:p>
      </dgm:t>
    </dgm:pt>
    <dgm:pt modelId="{D4457C39-6E2F-43ED-8335-21E4513D7C66}" type="sibTrans" cxnId="{146F6C26-4015-4DA9-8404-95817393F548}">
      <dgm:prSet/>
      <dgm:spPr/>
      <dgm:t>
        <a:bodyPr/>
        <a:lstStyle/>
        <a:p>
          <a:endParaRPr lang="en-GB"/>
        </a:p>
      </dgm:t>
    </dgm:pt>
    <dgm:pt modelId="{3856962B-EAC1-4008-B520-A3E0E0F14824}">
      <dgm:prSet custT="1"/>
      <dgm:spPr>
        <a:ln>
          <a:noFill/>
        </a:ln>
      </dgm:spPr>
      <dgm:t>
        <a:bodyPr/>
        <a:lstStyle/>
        <a:p>
          <a:r>
            <a:rPr lang="en-US" sz="1500" dirty="0"/>
            <a:t>df1, df2, df3, df4 ~ Phase</a:t>
          </a:r>
          <a:endParaRPr lang="en-GB" sz="1500" dirty="0"/>
        </a:p>
      </dgm:t>
    </dgm:pt>
    <dgm:pt modelId="{C1F24D7A-1C3E-401D-A2EB-77F86B809DCA}" type="sibTrans" cxnId="{44EBCAF3-F437-48D4-A2D2-339BAEAA1051}">
      <dgm:prSet/>
      <dgm:spPr/>
      <dgm:t>
        <a:bodyPr/>
        <a:lstStyle/>
        <a:p>
          <a:endParaRPr lang="en-GB"/>
        </a:p>
      </dgm:t>
    </dgm:pt>
    <dgm:pt modelId="{23053E62-2C06-49F6-B7A6-62D49056C07E}" type="parTrans" cxnId="{44EBCAF3-F437-48D4-A2D2-339BAEAA1051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/>
          <a:r>
            <a:rPr lang="en-GB" sz="1500" dirty="0"/>
            <a:t>Outliers (not excluded)</a:t>
          </a:r>
        </a:p>
      </dgm:t>
    </dgm:pt>
    <dgm:pt modelId="{D99736A6-12EE-4BAE-87C7-CBC8D7CA2323}" type="parTrans" cxnId="{757E0FFC-7697-480C-AAD2-988F62C08C3D}">
      <dgm:prSet/>
      <dgm:spPr/>
      <dgm:t>
        <a:bodyPr/>
        <a:lstStyle/>
        <a:p>
          <a:endParaRPr lang="en-GB"/>
        </a:p>
      </dgm:t>
    </dgm:pt>
    <dgm:pt modelId="{80D44254-ED36-4ABC-9111-50A9B5934201}" type="sibTrans" cxnId="{757E0FFC-7697-480C-AAD2-988F62C08C3D}">
      <dgm:prSet/>
      <dgm:spPr/>
      <dgm:t>
        <a:bodyPr/>
        <a:lstStyle/>
        <a:p>
          <a:endParaRPr lang="en-GB"/>
        </a:p>
      </dgm:t>
    </dgm:pt>
    <dgm:pt modelId="{F6495C03-6AD7-4361-A689-0928FC2AEC71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>
              <a:sym typeface="Wingdings" panose="05000000000000000000" pitchFamily="2" charset="2"/>
            </a:rPr>
            <a:t> Skew data  Log scale</a:t>
          </a:r>
          <a:endParaRPr lang="en-GB" sz="1500" dirty="0"/>
        </a:p>
      </dgm:t>
    </dgm:pt>
    <dgm:pt modelId="{D191F338-3668-4712-8214-6BE1418556B2}" type="parTrans" cxnId="{757F0432-51CC-4821-BD0B-74C4AA6C00FF}">
      <dgm:prSet/>
      <dgm:spPr/>
      <dgm:t>
        <a:bodyPr/>
        <a:lstStyle/>
        <a:p>
          <a:endParaRPr lang="en-GB"/>
        </a:p>
      </dgm:t>
    </dgm:pt>
    <dgm:pt modelId="{AA018E8A-AF1C-47A2-A9C4-2B498C2408A7}" type="sibTrans" cxnId="{757F0432-51CC-4821-BD0B-74C4AA6C00FF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/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34162C5-F557-440D-8194-2CBB2D4E4B54}">
      <dgm:prSet custT="1"/>
      <dgm:spPr/>
      <dgm:t>
        <a:bodyPr/>
        <a:lstStyle/>
        <a:p>
          <a:pPr algn="l"/>
          <a:r>
            <a:rPr lang="en-US" sz="1500" dirty="0"/>
            <a:t>Chi-square, Mann-Whitney test</a:t>
          </a:r>
          <a:endParaRPr lang="en-GB" sz="1500" dirty="0"/>
        </a:p>
      </dgm:t>
    </dgm:pt>
    <dgm:pt modelId="{BA6555F0-D897-4216-9648-02AFA7A4E6CF}" type="parTrans" cxnId="{0C2158A2-BB52-43EC-9670-EA6E9B0D6DEB}">
      <dgm:prSet/>
      <dgm:spPr/>
      <dgm:t>
        <a:bodyPr/>
        <a:lstStyle/>
        <a:p>
          <a:endParaRPr lang="en-GB"/>
        </a:p>
      </dgm:t>
    </dgm:pt>
    <dgm:pt modelId="{59A8B4E3-45A5-4543-ACC1-40C24D025A51}" type="sibTrans" cxnId="{0C2158A2-BB52-43EC-9670-EA6E9B0D6DEB}">
      <dgm:prSet/>
      <dgm:spPr/>
      <dgm:t>
        <a:bodyPr/>
        <a:lstStyle/>
        <a:p>
          <a:endParaRPr lang="en-GB"/>
        </a:p>
      </dgm:t>
    </dgm:pt>
    <dgm:pt modelId="{1688AF18-54DB-407D-8233-10E50E64F3E5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Feature Selection Exploratory </a:t>
          </a:r>
          <a:r>
            <a:rPr lang="en-US" sz="1500"/>
            <a:t>Analysis </a:t>
          </a:r>
          <a:r>
            <a:rPr lang="en-US" sz="1500">
              <a:sym typeface="Wingdings" panose="05000000000000000000" pitchFamily="2" charset="2"/>
            </a:rPr>
            <a:t> </a:t>
          </a:r>
          <a:r>
            <a:rPr lang="en-US" sz="1500"/>
            <a:t>Train </a:t>
          </a:r>
          <a:r>
            <a:rPr lang="en-US" sz="1500" dirty="0"/>
            <a:t>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endParaRPr lang="en-GB" sz="1500" dirty="0"/>
        </a:p>
      </dgm:t>
    </dgm:pt>
    <dgm:pt modelId="{F25CF874-0A6B-4416-8181-47F2F3C3EF9A}" type="parTrans" cxnId="{9B9D6459-437A-4A42-9D84-8563F4490703}">
      <dgm:prSet/>
      <dgm:spPr/>
      <dgm:t>
        <a:bodyPr/>
        <a:lstStyle/>
        <a:p>
          <a:endParaRPr lang="en-GB"/>
        </a:p>
      </dgm:t>
    </dgm:pt>
    <dgm:pt modelId="{0DE5D095-46C2-4184-8B2C-F4298A713DBE}" type="sibTrans" cxnId="{9B9D6459-437A-4A42-9D84-8563F4490703}">
      <dgm:prSet/>
      <dgm:spPr/>
      <dgm:t>
        <a:bodyPr/>
        <a:lstStyle/>
        <a:p>
          <a:endParaRPr lang="en-GB"/>
        </a:p>
      </dgm:t>
    </dgm:pt>
    <dgm:pt modelId="{EE9714C7-57A7-46DA-B827-05B4168FDFC5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2CC95BB5-5B79-42EB-907E-DAB5A8BA0298}" type="parTrans" cxnId="{2A193935-218E-4083-9D43-BAE16F4D0718}">
      <dgm:prSet/>
      <dgm:spPr/>
      <dgm:t>
        <a:bodyPr/>
        <a:lstStyle/>
        <a:p>
          <a:endParaRPr lang="en-GB"/>
        </a:p>
      </dgm:t>
    </dgm:pt>
    <dgm:pt modelId="{22620D68-D15F-4F8C-9CB8-89D4654ECBF3}" type="sibTrans" cxnId="{2A193935-218E-4083-9D43-BAE16F4D0718}">
      <dgm:prSet/>
      <dgm:spPr/>
      <dgm:t>
        <a:bodyPr/>
        <a:lstStyle/>
        <a:p>
          <a:endParaRPr lang="en-GB"/>
        </a:p>
      </dgm:t>
    </dgm:pt>
    <dgm:pt modelId="{9859F3EE-39FB-4155-A17B-10BBAC08A1CE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>
              <a:sym typeface="Wingdings" panose="05000000000000000000" pitchFamily="2" charset="2"/>
            </a:rPr>
            <a:t> Merge levels, Feature Selection</a:t>
          </a:r>
          <a:endParaRPr lang="en-GB" sz="1500" dirty="0"/>
        </a:p>
      </dgm:t>
    </dgm:pt>
    <dgm:pt modelId="{3B4190E0-AADF-475E-B5CB-549B6724E78A}" type="parTrans" cxnId="{75AB083C-1B8F-4842-9590-26B60EB3663F}">
      <dgm:prSet/>
      <dgm:spPr/>
      <dgm:t>
        <a:bodyPr/>
        <a:lstStyle/>
        <a:p>
          <a:endParaRPr lang="en-GB"/>
        </a:p>
      </dgm:t>
    </dgm:pt>
    <dgm:pt modelId="{81A30B17-09B7-4B5D-8B46-82B8627B3E24}" type="sibTrans" cxnId="{75AB083C-1B8F-4842-9590-26B60EB3663F}">
      <dgm:prSet/>
      <dgm:spPr/>
      <dgm:t>
        <a:bodyPr/>
        <a:lstStyle/>
        <a:p>
          <a:endParaRPr lang="en-GB"/>
        </a:p>
      </dgm:t>
    </dgm:pt>
    <dgm:pt modelId="{548D4458-7DA4-42BF-86CB-3786593BAF27}">
      <dgm:prSet custT="1"/>
      <dgm:spPr>
        <a:ln>
          <a:noFill/>
        </a:ln>
      </dgm:spPr>
      <dgm:t>
        <a:bodyPr/>
        <a:lstStyle/>
        <a:p>
          <a:pPr algn="l"/>
          <a:endParaRPr lang="en-GB" sz="1500" dirty="0"/>
        </a:p>
      </dgm:t>
    </dgm:pt>
    <dgm:pt modelId="{2D013C74-74E5-4DFB-B92E-91C1BB182B2C}" type="parTrans" cxnId="{B542F609-81FD-46D5-89CF-E3A1534847AC}">
      <dgm:prSet/>
      <dgm:spPr/>
    </dgm:pt>
    <dgm:pt modelId="{102EBBBE-72A9-474B-A5F6-DBC6ED957DEC}" type="sibTrans" cxnId="{B542F609-81FD-46D5-89CF-E3A1534847AC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CFBECFF3-9CDE-4645-A2D4-716BE8A1134D}" type="pres">
      <dgm:prSet presAssocID="{E03138E3-52EE-4CD0-8E3C-F0F8C0C28D99}" presName="linNode" presStyleCnt="0"/>
      <dgm:spPr/>
    </dgm:pt>
    <dgm:pt modelId="{90CDA8DC-6CB2-49A7-A18C-F0D302BDC675}" type="pres">
      <dgm:prSet presAssocID="{E03138E3-52EE-4CD0-8E3C-F0F8C0C28D99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C2B29FA8-9630-4575-8343-B620FEB2808E}" type="pres">
      <dgm:prSet presAssocID="{E03138E3-52EE-4CD0-8E3C-F0F8C0C28D99}" presName="descendantText" presStyleLbl="alignAccFollowNode1" presStyleIdx="0" presStyleCnt="3" custScaleX="139293" custScaleY="96773">
        <dgm:presLayoutVars>
          <dgm:bulletEnabled val="1"/>
        </dgm:presLayoutVars>
      </dgm:prSet>
      <dgm:spPr/>
    </dgm:pt>
    <dgm:pt modelId="{75662B48-2F8F-4342-873D-1832B8C6C1A0}" type="pres">
      <dgm:prSet presAssocID="{554A85A0-E1F5-4872-A1E2-8F392D73FAC7}" presName="sp" presStyleCnt="0"/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1" presStyleCnt="3" custScaleY="248226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1" presStyleCnt="3" custScaleX="139293" custScaleY="315431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2" presStyleCnt="3" custScaleY="767568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2" presStyleCnt="3" custScaleX="139293" custScaleY="965065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1" destOrd="0" parTransId="{A275FB55-100D-41BA-A526-40603876FD22}" sibTransId="{7C0B296B-2A0D-4999-A0C4-2B03AA5E5374}"/>
    <dgm:cxn modelId="{B542F609-81FD-46D5-89CF-E3A1534847AC}" srcId="{8B6C3B02-9B97-4461-849D-8C27B7EC535B}" destId="{548D4458-7DA4-42BF-86CB-3786593BAF27}" srcOrd="9" destOrd="0" parTransId="{2D013C74-74E5-4DFB-B92E-91C1BB182B2C}" sibTransId="{102EBBBE-72A9-474B-A5F6-DBC6ED957DEC}"/>
    <dgm:cxn modelId="{DC1CAB21-8192-497A-9935-3FFC17EF5D09}" type="presOf" srcId="{70B035EA-BDBD-4B4F-9C51-74DEC3B46254}" destId="{C2B29FA8-9630-4575-8343-B620FEB2808E}" srcOrd="0" destOrd="0" presId="urn:microsoft.com/office/officeart/2005/8/layout/vList5"/>
    <dgm:cxn modelId="{EE732523-ACD9-4AD5-A411-721BE0F6D66C}" type="presOf" srcId="{A721B64A-F78D-438C-BD03-ED79A0A4204A}" destId="{4E062ED7-C8B7-4731-A7F1-BE128EC98711}" srcOrd="0" destOrd="5" presId="urn:microsoft.com/office/officeart/2005/8/layout/vList5"/>
    <dgm:cxn modelId="{146F6C26-4015-4DA9-8404-95817393F548}" srcId="{8B6C3B02-9B97-4461-849D-8C27B7EC535B}" destId="{A73C65EF-8050-4781-9786-5BD8A1480F39}" srcOrd="7" destOrd="0" parTransId="{E07FC5C9-A259-4284-BDBA-D45C46A85CC3}" sibTransId="{D4457C39-6E2F-43ED-8335-21E4513D7C66}"/>
    <dgm:cxn modelId="{8305C026-5BF9-441E-B9A2-6ED76E8FA070}" type="presOf" srcId="{A73C65EF-8050-4781-9786-5BD8A1480F39}" destId="{4E062ED7-C8B7-4731-A7F1-BE128EC98711}" srcOrd="0" destOrd="7" presId="urn:microsoft.com/office/officeart/2005/8/layout/vList5"/>
    <dgm:cxn modelId="{0DE1DA2C-C4D8-42B2-82CF-2F0B80D321AC}" type="presOf" srcId="{9859F3EE-39FB-4155-A17B-10BBAC08A1CE}" destId="{4E062ED7-C8B7-4731-A7F1-BE128EC98711}" srcOrd="0" destOrd="10" presId="urn:microsoft.com/office/officeart/2005/8/layout/vList5"/>
    <dgm:cxn modelId="{757F0432-51CC-4821-BD0B-74C4AA6C00FF}" srcId="{8B6C3B02-9B97-4461-849D-8C27B7EC535B}" destId="{F6495C03-6AD7-4361-A689-0928FC2AEC71}" srcOrd="11" destOrd="0" parTransId="{D191F338-3668-4712-8214-6BE1418556B2}" sibTransId="{AA018E8A-AF1C-47A2-A9C4-2B498C2408A7}"/>
    <dgm:cxn modelId="{2A193935-218E-4083-9D43-BAE16F4D0718}" srcId="{8B6C3B02-9B97-4461-849D-8C27B7EC535B}" destId="{EE9714C7-57A7-46DA-B827-05B4168FDFC5}" srcOrd="12" destOrd="0" parTransId="{2CC95BB5-5B79-42EB-907E-DAB5A8BA0298}" sibTransId="{22620D68-D15F-4F8C-9CB8-89D4654ECBF3}"/>
    <dgm:cxn modelId="{B6C53D39-3492-4B49-8F49-12949C517CB7}" type="presOf" srcId="{E03138E3-52EE-4CD0-8E3C-F0F8C0C28D99}" destId="{90CDA8DC-6CB2-49A7-A18C-F0D302BDC675}" srcOrd="0" destOrd="0" presId="urn:microsoft.com/office/officeart/2005/8/layout/vList5"/>
    <dgm:cxn modelId="{75AB083C-1B8F-4842-9590-26B60EB3663F}" srcId="{8B6C3B02-9B97-4461-849D-8C27B7EC535B}" destId="{9859F3EE-39FB-4155-A17B-10BBAC08A1CE}" srcOrd="10" destOrd="0" parTransId="{3B4190E0-AADF-475E-B5CB-549B6724E78A}" sibTransId="{81A30B17-09B7-4B5D-8B46-82B8627B3E24}"/>
    <dgm:cxn modelId="{02B59940-76D4-44CD-B093-5E255D8B8128}" srcId="{F0F13D87-64B0-41AD-8624-57471FE85796}" destId="{8B6C3B02-9B97-4461-849D-8C27B7EC535B}" srcOrd="2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1" destOrd="0" parTransId="{F5C6F6E8-45D3-4854-8B35-3294023BC47D}" sibTransId="{BF8EC071-F2DF-44DA-A21B-1A8CE3A4C61B}"/>
    <dgm:cxn modelId="{83BAAA44-D43F-4D35-8D28-FD85187C07BC}" type="presOf" srcId="{F6495C03-6AD7-4361-A689-0928FC2AEC71}" destId="{4E062ED7-C8B7-4731-A7F1-BE128EC98711}" srcOrd="0" destOrd="11" presId="urn:microsoft.com/office/officeart/2005/8/layout/vList5"/>
    <dgm:cxn modelId="{1F480846-2667-4241-9F3B-7AF9FCFFF1F3}" srcId="{8B6C3B02-9B97-4461-849D-8C27B7EC535B}" destId="{A721B64A-F78D-438C-BD03-ED79A0A4204A}" srcOrd="5" destOrd="0" parTransId="{78C91161-6F7F-4398-B89C-D80D89BC273D}" sibTransId="{94D94A6E-FBF5-4F36-B66B-5C7A69F3C861}"/>
    <dgm:cxn modelId="{A9931D6E-BF0B-4053-9E6A-A687BA69F3C2}" srcId="{8B6C3B02-9B97-4461-849D-8C27B7EC535B}" destId="{5BAE0173-1193-4CBE-A1BB-134D3B5341F6}" srcOrd="2" destOrd="0" parTransId="{C4B21ADE-2B93-45FF-8316-D7C57A7A4BBA}" sibTransId="{B9F20E84-B838-470F-A2DF-02AD59B397A9}"/>
    <dgm:cxn modelId="{608C324E-7E80-4BF4-8A54-C2C2D7187346}" type="presOf" srcId="{6685804A-377E-4143-859E-8D132C381ECF}" destId="{EFC1B403-9E6E-4411-9B69-79A1584C7937}" srcOrd="0" destOrd="1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9B9D6459-437A-4A42-9D84-8563F4490703}" srcId="{8B6C3B02-9B97-4461-849D-8C27B7EC535B}" destId="{1688AF18-54DB-407D-8233-10E50E64F3E5}" srcOrd="13" destOrd="0" parTransId="{F25CF874-0A6B-4416-8181-47F2F3C3EF9A}" sibTransId="{0DE5D095-46C2-4184-8B2C-F4298A713DBE}"/>
    <dgm:cxn modelId="{70AC627A-0D04-4D63-B275-A96E3A86E275}" type="presOf" srcId="{1688AF18-54DB-407D-8233-10E50E64F3E5}" destId="{4E062ED7-C8B7-4731-A7F1-BE128EC98711}" srcOrd="0" destOrd="13" presId="urn:microsoft.com/office/officeart/2005/8/layout/vList5"/>
    <dgm:cxn modelId="{69219F7A-A4D9-4054-AF0D-0C3689464BDD}" type="presOf" srcId="{3856962B-EAC1-4008-B520-A3E0E0F14824}" destId="{EFC1B403-9E6E-4411-9B69-79A1584C7937}" srcOrd="0" destOrd="2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1" destOrd="0" parTransId="{763728CA-2134-4677-A743-846554DEF5FC}" sibTransId="{062818EF-31D5-4693-AAFD-92006D82850B}"/>
    <dgm:cxn modelId="{6C6FC389-867B-4E86-A3B1-05298DAC166B}" type="presOf" srcId="{798C2C10-662F-4E75-A5B5-D79146484269}" destId="{4E062ED7-C8B7-4731-A7F1-BE128EC98711}" srcOrd="0" destOrd="1" presId="urn:microsoft.com/office/officeart/2005/8/layout/vList5"/>
    <dgm:cxn modelId="{48306590-A74B-4794-B526-E913004DC442}" type="presOf" srcId="{548D4458-7DA4-42BF-86CB-3786593BAF27}" destId="{4E062ED7-C8B7-4731-A7F1-BE128EC98711}" srcOrd="0" destOrd="9" presId="urn:microsoft.com/office/officeart/2005/8/layout/vList5"/>
    <dgm:cxn modelId="{0C2158A2-BB52-43EC-9670-EA6E9B0D6DEB}" srcId="{8B6C3B02-9B97-4461-849D-8C27B7EC535B}" destId="{234162C5-F557-440D-8194-2CBB2D4E4B54}" srcOrd="4" destOrd="0" parTransId="{BA6555F0-D897-4216-9648-02AFA7A4E6CF}" sibTransId="{59A8B4E3-45A5-4543-ACC1-40C24D025A51}"/>
    <dgm:cxn modelId="{81F09BB9-F0A8-4D26-9C8C-78D3DDFF58E4}" srcId="{8B6C3B02-9B97-4461-849D-8C27B7EC535B}" destId="{4A8BA3F3-42C0-41EA-917D-9DDF709CADEA}" srcOrd="6" destOrd="0" parTransId="{1E327B02-6FCB-40C3-BF05-CDA992C2D02D}" sibTransId="{E09862E0-6EE9-45CD-BBC4-0365F337E1F9}"/>
    <dgm:cxn modelId="{184FB2BD-EA0B-4F88-B8DC-81E26C56F6C3}" srcId="{E03138E3-52EE-4CD0-8E3C-F0F8C0C28D99}" destId="{70B035EA-BDBD-4B4F-9C51-74DEC3B46254}" srcOrd="0" destOrd="0" parTransId="{49B493E8-4FBC-43B0-8670-7848ED053197}" sibTransId="{265D8544-366D-46EF-B8E6-7D48848F0F7A}"/>
    <dgm:cxn modelId="{A951CBC3-2547-4FE9-B31D-2616C6EC2D7D}" srcId="{F0F13D87-64B0-41AD-8624-57471FE85796}" destId="{E03138E3-52EE-4CD0-8E3C-F0F8C0C28D99}" srcOrd="0" destOrd="0" parTransId="{9B4391B9-3A32-470F-9B43-6CD3A86645B1}" sibTransId="{554A85A0-E1F5-4872-A1E2-8F392D73FAC7}"/>
    <dgm:cxn modelId="{483BF8C4-DBC4-4E2A-B0F4-02F0FF1B5C8E}" type="presOf" srcId="{4A8BA3F3-42C0-41EA-917D-9DDF709CADEA}" destId="{4E062ED7-C8B7-4731-A7F1-BE128EC98711}" srcOrd="0" destOrd="6" presId="urn:microsoft.com/office/officeart/2005/8/layout/vList5"/>
    <dgm:cxn modelId="{984175CA-7143-4631-870D-2ECAC958E798}" type="presOf" srcId="{2F7A7128-86C4-4AA6-BDD2-C0F06335F019}" destId="{4E062ED7-C8B7-4731-A7F1-BE128EC98711}" srcOrd="0" destOrd="8" presId="urn:microsoft.com/office/officeart/2005/8/layout/vList5"/>
    <dgm:cxn modelId="{420B62D3-FE4F-40A0-B131-C8DF3D0C141F}" srcId="{8B6C3B02-9B97-4461-849D-8C27B7EC535B}" destId="{12639EF0-BB1A-4373-80A6-973906E4B20F}" srcOrd="3" destOrd="0" parTransId="{34C1F691-A67B-43DA-AE71-CA2D5125F70E}" sibTransId="{39822BD4-F533-401C-B29B-EA82A20EF2F0}"/>
    <dgm:cxn modelId="{25777DD8-CE07-4CF1-B5DF-967A167FC9B2}" type="presOf" srcId="{5BAE0173-1193-4CBE-A1BB-134D3B5341F6}" destId="{4E062ED7-C8B7-4731-A7F1-BE128EC98711}" srcOrd="0" destOrd="2" presId="urn:microsoft.com/office/officeart/2005/8/layout/vList5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B13D22DA-DD85-4425-9996-67F0893F0255}" type="presOf" srcId="{234162C5-F557-440D-8194-2CBB2D4E4B54}" destId="{4E062ED7-C8B7-4731-A7F1-BE128EC98711}" srcOrd="0" destOrd="4" presId="urn:microsoft.com/office/officeart/2005/8/layout/vList5"/>
    <dgm:cxn modelId="{9DDA48DA-3C17-4B15-861D-9FB9429F1310}" type="presOf" srcId="{12639EF0-BB1A-4373-80A6-973906E4B20F}" destId="{4E062ED7-C8B7-4731-A7F1-BE128EC98711}" srcOrd="0" destOrd="3" presId="urn:microsoft.com/office/officeart/2005/8/layout/vList5"/>
    <dgm:cxn modelId="{FE501EEB-45DE-42A0-BE8D-5CA17D973E26}" type="presOf" srcId="{EE9714C7-57A7-46DA-B827-05B4168FDFC5}" destId="{4E062ED7-C8B7-4731-A7F1-BE128EC98711}" srcOrd="0" destOrd="12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44EBCAF3-F437-48D4-A2D2-339BAEAA1051}" srcId="{2F2A67E8-ACD9-4C73-881C-0F727D32AE95}" destId="{3856962B-EAC1-4008-B520-A3E0E0F14824}" srcOrd="2" destOrd="0" parTransId="{23053E62-2C06-49F6-B7A6-62D49056C07E}" sibTransId="{C1F24D7A-1C3E-401D-A2EB-77F86B809DCA}"/>
    <dgm:cxn modelId="{757E0FFC-7697-480C-AAD2-988F62C08C3D}" srcId="{8B6C3B02-9B97-4461-849D-8C27B7EC535B}" destId="{2F7A7128-86C4-4AA6-BDD2-C0F06335F019}" srcOrd="8" destOrd="0" parTransId="{D99736A6-12EE-4BAE-87C7-CBC8D7CA2323}" sibTransId="{80D44254-ED36-4ABC-9111-50A9B5934201}"/>
    <dgm:cxn modelId="{FE451DF5-F3E1-4E9D-ABED-8ABB838583AA}" type="presParOf" srcId="{8C50726C-E90C-4FFA-B6A0-2ED37CF63F64}" destId="{CFBECFF3-9CDE-4645-A2D4-716BE8A1134D}" srcOrd="0" destOrd="0" presId="urn:microsoft.com/office/officeart/2005/8/layout/vList5"/>
    <dgm:cxn modelId="{ABC38442-B783-4DBF-AE20-CC6B92642123}" type="presParOf" srcId="{CFBECFF3-9CDE-4645-A2D4-716BE8A1134D}" destId="{90CDA8DC-6CB2-49A7-A18C-F0D302BDC675}" srcOrd="0" destOrd="0" presId="urn:microsoft.com/office/officeart/2005/8/layout/vList5"/>
    <dgm:cxn modelId="{A68AF0FB-EFD8-4DA8-87DC-D4708577334C}" type="presParOf" srcId="{CFBECFF3-9CDE-4645-A2D4-716BE8A1134D}" destId="{C2B29FA8-9630-4575-8343-B620FEB2808E}" srcOrd="1" destOrd="0" presId="urn:microsoft.com/office/officeart/2005/8/layout/vList5"/>
    <dgm:cxn modelId="{CB238C17-5A0F-4278-8017-606B1E890E57}" type="presParOf" srcId="{8C50726C-E90C-4FFA-B6A0-2ED37CF63F64}" destId="{75662B48-2F8F-4342-873D-1832B8C6C1A0}" srcOrd="1" destOrd="0" presId="urn:microsoft.com/office/officeart/2005/8/layout/vList5"/>
    <dgm:cxn modelId="{0898E643-84BC-4444-98F5-10F22C018DA9}" type="presParOf" srcId="{8C50726C-E90C-4FFA-B6A0-2ED37CF63F64}" destId="{796ABD26-0390-4B39-A62D-E35ED7901557}" srcOrd="2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3" destOrd="0" presId="urn:microsoft.com/office/officeart/2005/8/layout/vList5"/>
    <dgm:cxn modelId="{7D8A0A3A-AE05-450B-89F7-9193E0C122F5}" type="presParOf" srcId="{8C50726C-E90C-4FFA-B6A0-2ED37CF63F64}" destId="{39BA3085-98BD-4984-9C38-AFDA18857722}" srcOrd="4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80EAC0EE-C5AE-4933-B9AA-7AD7020D795C}">
      <dgm:prSet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dirty="0"/>
            <a:t>One-Hot Encoding</a:t>
          </a:r>
          <a:endParaRPr lang="en-GB" dirty="0"/>
        </a:p>
      </dgm:t>
    </dgm:pt>
    <dgm:pt modelId="{8174DF67-FE7F-4795-B757-85B3370C1CE3}" type="parTrans" cxnId="{3AB3796F-2E92-424C-9A13-AF4195E2F1AB}">
      <dgm:prSet/>
      <dgm:spPr/>
      <dgm:t>
        <a:bodyPr/>
        <a:lstStyle/>
        <a:p>
          <a:endParaRPr lang="en-GB"/>
        </a:p>
      </dgm:t>
    </dgm:pt>
    <dgm:pt modelId="{0289585A-78F3-49AA-B471-8E5D25B437A6}" type="sibTrans" cxnId="{3AB3796F-2E92-424C-9A13-AF4195E2F1AB}">
      <dgm:prSet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r>
            <a:rPr lang="en-US" sz="1500" dirty="0"/>
            <a:t>Train-Test Split (80:20)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r>
            <a:rPr lang="en-US" sz="1500" dirty="0"/>
            <a:t>Random Under Sample : Class Imbalance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b="0" dirty="0"/>
            <a:t>Models</a:t>
          </a:r>
          <a:endParaRPr lang="en-GB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r>
            <a:rPr lang="en-US" sz="1500" dirty="0"/>
            <a:t>Logistic, Elastic Net,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176F5F4A-EC9C-4A9A-886D-E7B8DA9A977B}">
      <dgm:prSet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b="0"/>
            <a:t>HPO </a:t>
          </a:r>
          <a:endParaRPr lang="en-GB"/>
        </a:p>
      </dgm:t>
    </dgm:pt>
    <dgm:pt modelId="{507B2ADD-1299-4FC5-A02E-D9E831F22E5F}" type="parTrans" cxnId="{8BA41B2C-ACE4-4D43-B8F5-B2FFB50C49BF}">
      <dgm:prSet/>
      <dgm:spPr/>
      <dgm:t>
        <a:bodyPr/>
        <a:lstStyle/>
        <a:p>
          <a:endParaRPr lang="en-GB"/>
        </a:p>
      </dgm:t>
    </dgm:pt>
    <dgm:pt modelId="{CD50DE0E-D864-4AB9-B284-17D4E0D146EA}" type="sibTrans" cxnId="{8BA41B2C-ACE4-4D43-B8F5-B2FFB50C49BF}">
      <dgm:prSet/>
      <dgm:spPr/>
      <dgm:t>
        <a:bodyPr/>
        <a:lstStyle/>
        <a:p>
          <a:endParaRPr lang="en-GB"/>
        </a:p>
      </dgm:t>
    </dgm:pt>
    <dgm:pt modelId="{B5A5478C-0343-4268-BCA9-21C859FD435A}">
      <dgm:prSet custT="1"/>
      <dgm:spPr>
        <a:ln>
          <a:noFill/>
        </a:ln>
      </dgm:spPr>
      <dgm:t>
        <a:bodyPr/>
        <a:lstStyle/>
        <a:p>
          <a:r>
            <a:rPr lang="en-US" sz="1500" dirty="0"/>
            <a:t>GridSearchCV</a:t>
          </a:r>
          <a:endParaRPr lang="en-GB" sz="1500" dirty="0"/>
        </a:p>
      </dgm:t>
    </dgm:pt>
    <dgm:pt modelId="{93F7AD26-2974-4D96-B707-9534BC42BA9C}" type="parTrans" cxnId="{042E20AD-4D35-41C8-A7AA-E75C9DA3F1F5}">
      <dgm:prSet/>
      <dgm:spPr/>
      <dgm:t>
        <a:bodyPr/>
        <a:lstStyle/>
        <a:p>
          <a:endParaRPr lang="en-GB"/>
        </a:p>
      </dgm:t>
    </dgm:pt>
    <dgm:pt modelId="{813128D8-D87A-4AA3-A069-80A4FC9CD7B4}" type="sibTrans" cxnId="{042E20AD-4D35-41C8-A7AA-E75C9DA3F1F5}">
      <dgm:prSet/>
      <dgm:spPr/>
      <dgm:t>
        <a:bodyPr/>
        <a:lstStyle/>
        <a:p>
          <a:endParaRPr lang="en-GB"/>
        </a:p>
      </dgm:t>
    </dgm:pt>
    <dgm:pt modelId="{F12D6B66-34DC-4337-B102-DB57C2339F09}">
      <dgm:prSet custT="1"/>
      <dgm:spPr>
        <a:ln>
          <a:noFill/>
        </a:ln>
      </dgm:spPr>
      <dgm:t>
        <a:bodyPr/>
        <a:lstStyle/>
        <a:p>
          <a:r>
            <a:rPr lang="en-US" sz="1500" dirty="0"/>
            <a:t>K-Fold CV</a:t>
          </a:r>
          <a:endParaRPr lang="en-GB" sz="1500" dirty="0"/>
        </a:p>
      </dgm:t>
    </dgm:pt>
    <dgm:pt modelId="{40748F3D-EEE0-47AA-B0DE-427980EA5578}" type="parTrans" cxnId="{E81AA497-6888-4180-AE35-3749BCB5485A}">
      <dgm:prSet/>
      <dgm:spPr/>
      <dgm:t>
        <a:bodyPr/>
        <a:lstStyle/>
        <a:p>
          <a:endParaRPr lang="en-GB"/>
        </a:p>
      </dgm:t>
    </dgm:pt>
    <dgm:pt modelId="{7793A5FF-AE58-45EF-8124-611C104F08B3}" type="sibTrans" cxnId="{E81AA497-6888-4180-AE35-3749BCB5485A}">
      <dgm:prSet/>
      <dgm:spPr/>
      <dgm:t>
        <a:bodyPr/>
        <a:lstStyle/>
        <a:p>
          <a:endParaRPr lang="en-GB"/>
        </a:p>
      </dgm:t>
    </dgm:pt>
    <dgm:pt modelId="{9B2B852C-EAA3-47DA-A8FA-B03219776D86}">
      <dgm:prSet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dirty="0"/>
            <a:t>Test Set Model Evaluation</a:t>
          </a:r>
          <a:r>
            <a:rPr lang="en-US" dirty="0"/>
            <a:t>/Interpret</a:t>
          </a:r>
          <a:endParaRPr lang="en-GB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r>
            <a:rPr lang="en-US" sz="1500" dirty="0"/>
            <a:t>Confusion Matrix 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KNN.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Pruned tree, 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b="0" dirty="0"/>
            <a:t>Dataset Split</a:t>
          </a:r>
          <a:endParaRPr lang="en-GB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35F4F4C7-D747-40EE-878A-7A3383C1A93F}">
      <dgm:prSet custT="1"/>
      <dgm:spPr>
        <a:solidFill>
          <a:srgbClr val="CCD2D8"/>
        </a:solidFill>
        <a:ln>
          <a:noFill/>
        </a:ln>
      </dgm:spPr>
      <dgm:t>
        <a:bodyPr/>
        <a:lstStyle/>
        <a:p>
          <a:r>
            <a:rPr lang="en-US" sz="1500" dirty="0"/>
            <a:t>Dummies (Completed = 0, Terminated = 1)</a:t>
          </a:r>
          <a:endParaRPr lang="en-GB" sz="1500" dirty="0"/>
        </a:p>
      </dgm:t>
    </dgm:pt>
    <dgm:pt modelId="{5A611E99-E21D-41E0-9792-E30DB4A9BB73}" type="sibTrans" cxnId="{262DBA01-3F70-44B9-B41E-F412ED6AEDBC}">
      <dgm:prSet/>
      <dgm:spPr/>
      <dgm:t>
        <a:bodyPr/>
        <a:lstStyle/>
        <a:p>
          <a:endParaRPr lang="en-GB"/>
        </a:p>
      </dgm:t>
    </dgm:pt>
    <dgm:pt modelId="{E43B2B4B-D73F-4B37-BA43-D00E2E7314CE}" type="parTrans" cxnId="{262DBA01-3F70-44B9-B41E-F412ED6AEDBC}">
      <dgm:prSet/>
      <dgm:spPr/>
      <dgm:t>
        <a:bodyPr/>
        <a:lstStyle/>
        <a:p>
          <a:endParaRPr lang="en-GB"/>
        </a:p>
      </dgm:t>
    </dgm:pt>
    <dgm:pt modelId="{304A9991-7FB4-48A4-BB91-2DABD1469E68}">
      <dgm:prSet custT="1"/>
      <dgm:spPr>
        <a:ln>
          <a:noFill/>
        </a:ln>
      </dgm:spPr>
      <dgm:t>
        <a:bodyPr/>
        <a:lstStyle/>
        <a:p>
          <a:r>
            <a:rPr lang="en-US" sz="1500" dirty="0"/>
            <a:t>Accuracy Report (MCC, BA)</a:t>
          </a:r>
          <a:endParaRPr lang="en-GB" sz="1500" dirty="0"/>
        </a:p>
      </dgm:t>
    </dgm:pt>
    <dgm:pt modelId="{F6889F92-41C4-4015-A0A2-747B53826000}" type="parTrans" cxnId="{0C460555-F151-46B2-BF2B-C166C8A02639}">
      <dgm:prSet/>
      <dgm:spPr/>
      <dgm:t>
        <a:bodyPr/>
        <a:lstStyle/>
        <a:p>
          <a:endParaRPr lang="en-GB"/>
        </a:p>
      </dgm:t>
    </dgm:pt>
    <dgm:pt modelId="{C4D119A4-A99D-4323-8621-917B74BD0C9A}" type="sibTrans" cxnId="{0C460555-F151-46B2-BF2B-C166C8A02639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r>
            <a:rPr lang="en-US" sz="1500" dirty="0"/>
            <a:t>Min-Max Scaler (positive values)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B6902EAA-8BF8-45C4-B924-C9485753A1BF}" type="pres">
      <dgm:prSet presAssocID="{80EAC0EE-C5AE-4933-B9AA-7AD7020D795C}" presName="linNode" presStyleCnt="0"/>
      <dgm:spPr/>
    </dgm:pt>
    <dgm:pt modelId="{48CB45E5-79AD-4179-ABE2-58D4594A1DDA}" type="pres">
      <dgm:prSet presAssocID="{80EAC0EE-C5AE-4933-B9AA-7AD7020D795C}" presName="parentText" presStyleLbl="node1" presStyleIdx="0" presStyleCnt="5" custLinFactNeighborX="54" custLinFactNeighborY="-405">
        <dgm:presLayoutVars>
          <dgm:chMax val="1"/>
          <dgm:bulletEnabled val="1"/>
        </dgm:presLayoutVars>
      </dgm:prSet>
      <dgm:spPr/>
    </dgm:pt>
    <dgm:pt modelId="{C6BB41D9-E81B-4360-A83F-7686DB121D4E}" type="pres">
      <dgm:prSet presAssocID="{80EAC0EE-C5AE-4933-B9AA-7AD7020D795C}" presName="descendantText" presStyleLbl="alignAccFollowNode1" presStyleIdx="0" presStyleCnt="5" custScaleY="119717">
        <dgm:presLayoutVars>
          <dgm:bulletEnabled val="1"/>
        </dgm:presLayoutVars>
      </dgm:prSet>
      <dgm:spPr/>
    </dgm:pt>
    <dgm:pt modelId="{D0F9A51E-B36E-4472-819B-B68ABF31D508}" type="pres">
      <dgm:prSet presAssocID="{0289585A-78F3-49AA-B471-8E5D25B437A6}" presName="sp" presStyleCnt="0"/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1" presStyleCnt="5" custScaleY="133856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1" presStyleCnt="5" custScaleY="183056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2" presStyleCnt="5" custScaleY="246265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2" presStyleCnt="5" custScaleY="29925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FBCCF180-16D7-4D58-AD76-01086097712C}" type="pres">
      <dgm:prSet presAssocID="{176F5F4A-EC9C-4A9A-886D-E7B8DA9A977B}" presName="linNode" presStyleCnt="0"/>
      <dgm:spPr/>
    </dgm:pt>
    <dgm:pt modelId="{55F269E7-8569-4A8D-93B1-BA701EEFCDFF}" type="pres">
      <dgm:prSet presAssocID="{176F5F4A-EC9C-4A9A-886D-E7B8DA9A977B}" presName="parentText" presStyleLbl="node1" presStyleIdx="3" presStyleCnt="5" custLinFactNeighborX="54" custLinFactNeighborY="-405">
        <dgm:presLayoutVars>
          <dgm:chMax val="1"/>
          <dgm:bulletEnabled val="1"/>
        </dgm:presLayoutVars>
      </dgm:prSet>
      <dgm:spPr/>
    </dgm:pt>
    <dgm:pt modelId="{26C00646-3EB8-4E4A-8296-CA3B860AC9B0}" type="pres">
      <dgm:prSet presAssocID="{176F5F4A-EC9C-4A9A-886D-E7B8DA9A977B}" presName="descendantText" presStyleLbl="alignAccFollowNode1" presStyleIdx="3" presStyleCnt="5" custScaleY="130207">
        <dgm:presLayoutVars>
          <dgm:bulletEnabled val="1"/>
        </dgm:presLayoutVars>
      </dgm:prSet>
      <dgm:spPr/>
    </dgm:pt>
    <dgm:pt modelId="{20881B26-DC82-403A-A286-6CE18E2CFC63}" type="pres">
      <dgm:prSet presAssocID="{CD50DE0E-D864-4AB9-B284-17D4E0D146EA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4" presStyleCnt="5" custScaleY="140833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4" presStyleCnt="5" custScaleY="170367">
        <dgm:presLayoutVars>
          <dgm:bulletEnabled val="1"/>
        </dgm:presLayoutVars>
      </dgm:prSet>
      <dgm:spPr/>
    </dgm:pt>
  </dgm:ptLst>
  <dgm:cxnLst>
    <dgm:cxn modelId="{262DBA01-3F70-44B9-B41E-F412ED6AEDBC}" srcId="{80EAC0EE-C5AE-4933-B9AA-7AD7020D795C}" destId="{35F4F4C7-D747-40EE-878A-7A3383C1A93F}" srcOrd="0" destOrd="0" parTransId="{E43B2B4B-D73F-4B37-BA43-D00E2E7314CE}" sibTransId="{5A611E99-E21D-41E0-9792-E30DB4A9BB73}"/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2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3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8BA41B2C-ACE4-4D43-B8F5-B2FFB50C49BF}" srcId="{7622099B-C41C-408D-A09C-4C036F524DB3}" destId="{176F5F4A-EC9C-4A9A-886D-E7B8DA9A977B}" srcOrd="3" destOrd="0" parTransId="{507B2ADD-1299-4FC5-A02E-D9E831F22E5F}" sibTransId="{CD50DE0E-D864-4AB9-B284-17D4E0D146EA}"/>
    <dgm:cxn modelId="{26170C30-A4F0-4603-BB93-72F0639012D3}" srcId="{775A0E56-45E5-4F2F-8BB2-03888CBCA43E}" destId="{6E3DD2CD-012E-43D2-8ACA-3379650B21B2}" srcOrd="1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3" presId="urn:microsoft.com/office/officeart/2005/8/layout/vList5"/>
    <dgm:cxn modelId="{7788635E-6D07-433D-963A-EB3919C119B1}" srcId="{9B2B852C-EAA3-47DA-A8FA-B03219776D86}" destId="{7A0E02F4-3F9C-4069-925A-EB6E3A3FA1FE}" srcOrd="2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4DAA0741-6593-4E68-ADE5-CDE24A1989C3}" type="presOf" srcId="{80EAC0EE-C5AE-4933-B9AA-7AD7020D795C}" destId="{48CB45E5-79AD-4179-ABE2-58D4594A1DDA}" srcOrd="0" destOrd="0" presId="urn:microsoft.com/office/officeart/2005/8/layout/vList5"/>
    <dgm:cxn modelId="{B9244A46-996A-45F8-82BA-8959F7D107E1}" type="presOf" srcId="{6E3DD2CD-012E-43D2-8ACA-3379650B21B2}" destId="{45F4CA9F-B6AE-440A-846E-C46613653CA3}" srcOrd="0" destOrd="1" presId="urn:microsoft.com/office/officeart/2005/8/layout/vList5"/>
    <dgm:cxn modelId="{6C078047-4721-4A00-A942-9E9E806118AD}" type="presOf" srcId="{B5A5478C-0343-4268-BCA9-21C859FD435A}" destId="{26C00646-3EB8-4E4A-8296-CA3B860AC9B0}" srcOrd="0" destOrd="0" presId="urn:microsoft.com/office/officeart/2005/8/layout/vList5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AB3796F-2E92-424C-9A13-AF4195E2F1AB}" srcId="{7622099B-C41C-408D-A09C-4C036F524DB3}" destId="{80EAC0EE-C5AE-4933-B9AA-7AD7020D795C}" srcOrd="0" destOrd="0" parTransId="{8174DF67-FE7F-4795-B757-85B3370C1CE3}" sibTransId="{0289585A-78F3-49AA-B471-8E5D25B437A6}"/>
    <dgm:cxn modelId="{0C460555-F151-46B2-BF2B-C166C8A02639}" srcId="{9B2B852C-EAA3-47DA-A8FA-B03219776D86}" destId="{304A9991-7FB4-48A4-BB91-2DABD1469E68}" srcOrd="1" destOrd="0" parTransId="{F6889F92-41C4-4015-A0A2-747B53826000}" sibTransId="{C4D119A4-A99D-4323-8621-917B74BD0C9A}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3D820182-4244-41CC-8FEC-209ADEAF685E}" type="presOf" srcId="{7A0E02F4-3F9C-4069-925A-EB6E3A3FA1FE}" destId="{7FCCB0FB-B29E-4A63-AD5D-91FA8360F37E}" srcOrd="0" destOrd="2" presId="urn:microsoft.com/office/officeart/2005/8/layout/vList5"/>
    <dgm:cxn modelId="{D1968A85-9847-47EC-AB41-2BD8CA92798B}" srcId="{775A0E56-45E5-4F2F-8BB2-03888CBCA43E}" destId="{BB81C3B5-2314-4785-9328-D1AE6AE2D613}" srcOrd="2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1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E81AA497-6888-4180-AE35-3749BCB5485A}" srcId="{176F5F4A-EC9C-4A9A-886D-E7B8DA9A977B}" destId="{F12D6B66-34DC-4337-B102-DB57C2339F09}" srcOrd="1" destOrd="0" parTransId="{40748F3D-EEE0-47AA-B0DE-427980EA5578}" sibTransId="{7793A5FF-AE58-45EF-8124-611C104F08B3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042E20AD-4D35-41C8-A7AA-E75C9DA3F1F5}" srcId="{176F5F4A-EC9C-4A9A-886D-E7B8DA9A977B}" destId="{B5A5478C-0343-4268-BCA9-21C859FD435A}" srcOrd="0" destOrd="0" parTransId="{93F7AD26-2974-4D96-B707-9534BC42BA9C}" sibTransId="{813128D8-D87A-4AA3-A069-80A4FC9CD7B4}"/>
    <dgm:cxn modelId="{CB6C10B6-1A65-433E-8634-E3ED426DEB18}" srcId="{7622099B-C41C-408D-A09C-4C036F524DB3}" destId="{9B2B852C-EAA3-47DA-A8FA-B03219776D86}" srcOrd="4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B434A5CD-DAF2-4A09-AA75-D8637CB77D06}" type="presOf" srcId="{F12D6B66-34DC-4337-B102-DB57C2339F09}" destId="{26C00646-3EB8-4E4A-8296-CA3B860AC9B0}" srcOrd="0" destOrd="1" presId="urn:microsoft.com/office/officeart/2005/8/layout/vList5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1AC41DE7-F09A-4DB8-BF87-23467879726A}" type="presOf" srcId="{304A9991-7FB4-48A4-BB91-2DABD1469E68}" destId="{7FCCB0FB-B29E-4A63-AD5D-91FA8360F37E}" srcOrd="0" destOrd="1" presId="urn:microsoft.com/office/officeart/2005/8/layout/vList5"/>
    <dgm:cxn modelId="{60A747EB-17A6-4C30-96A1-CCA6A610E13A}" type="presOf" srcId="{35F4F4C7-D747-40EE-878A-7A3383C1A93F}" destId="{C6BB41D9-E81B-4360-A83F-7686DB121D4E}" srcOrd="0" destOrd="0" presId="urn:microsoft.com/office/officeart/2005/8/layout/vList5"/>
    <dgm:cxn modelId="{C172C7F5-BA9C-4BB9-8259-F4B1498BFE88}" srcId="{7622099B-C41C-408D-A09C-4C036F524DB3}" destId="{ECAB65BA-2CCB-47FA-90F0-12502F7CD667}" srcOrd="2" destOrd="0" parTransId="{2912F7AE-6121-4AE1-8137-BCE86CA0E436}" sibTransId="{913F1ADE-97C3-454B-ACCF-AFAA92708741}"/>
    <dgm:cxn modelId="{C14BD9FC-B08E-4F82-891E-E7EAB3DD2A87}" type="presOf" srcId="{176F5F4A-EC9C-4A9A-886D-E7B8DA9A977B}" destId="{55F269E7-8569-4A8D-93B1-BA701EEFCDFF}" srcOrd="0" destOrd="0" presId="urn:microsoft.com/office/officeart/2005/8/layout/vList5"/>
    <dgm:cxn modelId="{2F9719D8-63CF-4ED7-8AEE-2D3DF667B6B9}" type="presParOf" srcId="{07638703-1C65-454E-AA9A-E84CCA6DD2B5}" destId="{B6902EAA-8BF8-45C4-B924-C9485753A1BF}" srcOrd="0" destOrd="0" presId="urn:microsoft.com/office/officeart/2005/8/layout/vList5"/>
    <dgm:cxn modelId="{AEA57737-BD58-4A5B-8F58-D7026B94DAAC}" type="presParOf" srcId="{B6902EAA-8BF8-45C4-B924-C9485753A1BF}" destId="{48CB45E5-79AD-4179-ABE2-58D4594A1DDA}" srcOrd="0" destOrd="0" presId="urn:microsoft.com/office/officeart/2005/8/layout/vList5"/>
    <dgm:cxn modelId="{47C24C43-08CC-4CEA-8D97-8DC4867B64F6}" type="presParOf" srcId="{B6902EAA-8BF8-45C4-B924-C9485753A1BF}" destId="{C6BB41D9-E81B-4360-A83F-7686DB121D4E}" srcOrd="1" destOrd="0" presId="urn:microsoft.com/office/officeart/2005/8/layout/vList5"/>
    <dgm:cxn modelId="{6AE95957-328B-4027-AFD0-D352874478BC}" type="presParOf" srcId="{07638703-1C65-454E-AA9A-E84CCA6DD2B5}" destId="{D0F9A51E-B36E-4472-819B-B68ABF31D508}" srcOrd="1" destOrd="0" presId="urn:microsoft.com/office/officeart/2005/8/layout/vList5"/>
    <dgm:cxn modelId="{4E18FD97-DE10-4DE3-9068-7484A33EE58E}" type="presParOf" srcId="{07638703-1C65-454E-AA9A-E84CCA6DD2B5}" destId="{69D6229C-2310-446D-8FD1-0257F136FF2D}" srcOrd="2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3" destOrd="0" presId="urn:microsoft.com/office/officeart/2005/8/layout/vList5"/>
    <dgm:cxn modelId="{2B05407A-4C24-4A61-A380-7FACCA430DC6}" type="presParOf" srcId="{07638703-1C65-454E-AA9A-E84CCA6DD2B5}" destId="{39736F16-8CC0-4F23-BF01-E3FA2D1FD403}" srcOrd="4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5" destOrd="0" presId="urn:microsoft.com/office/officeart/2005/8/layout/vList5"/>
    <dgm:cxn modelId="{68ACF47F-0102-44EB-B179-3A77776548EE}" type="presParOf" srcId="{07638703-1C65-454E-AA9A-E84CCA6DD2B5}" destId="{FBCCF180-16D7-4D58-AD76-01086097712C}" srcOrd="6" destOrd="0" presId="urn:microsoft.com/office/officeart/2005/8/layout/vList5"/>
    <dgm:cxn modelId="{886B0701-90E5-4948-9407-49B7976A59D2}" type="presParOf" srcId="{FBCCF180-16D7-4D58-AD76-01086097712C}" destId="{55F269E7-8569-4A8D-93B1-BA701EEFCDFF}" srcOrd="0" destOrd="0" presId="urn:microsoft.com/office/officeart/2005/8/layout/vList5"/>
    <dgm:cxn modelId="{FAFADF1B-A59C-4773-8D58-DFCC4A625E12}" type="presParOf" srcId="{FBCCF180-16D7-4D58-AD76-01086097712C}" destId="{26C00646-3EB8-4E4A-8296-CA3B860AC9B0}" srcOrd="1" destOrd="0" presId="urn:microsoft.com/office/officeart/2005/8/layout/vList5"/>
    <dgm:cxn modelId="{123C03D5-EA74-4845-A0F2-119C59BD7A21}" type="presParOf" srcId="{07638703-1C65-454E-AA9A-E84CCA6DD2B5}" destId="{20881B26-DC82-403A-A286-6CE18E2CFC63}" srcOrd="7" destOrd="0" presId="urn:microsoft.com/office/officeart/2005/8/layout/vList5"/>
    <dgm:cxn modelId="{9B3FA81D-F873-425D-BBB5-656CE2A137A1}" type="presParOf" srcId="{07638703-1C65-454E-AA9A-E84CCA6DD2B5}" destId="{1BAEA31F-FB5C-42FB-B4FD-A535E0A8B879}" srcOrd="8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B29FA8-9630-4575-8343-B620FEB2808E}">
      <dsp:nvSpPr>
        <dsp:cNvPr id="0" name=""/>
        <dsp:cNvSpPr/>
      </dsp:nvSpPr>
      <dsp:spPr>
        <a:xfrm rot="5400000">
          <a:off x="3562541" y="-1820738"/>
          <a:ext cx="403572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AACT bd | CSV Clinical Trials.gov</a:t>
          </a:r>
          <a:endParaRPr lang="en-GB" sz="1500" kern="1200" dirty="0"/>
        </a:p>
      </dsp:txBody>
      <dsp:txXfrm rot="-5400000">
        <a:off x="1682348" y="79156"/>
        <a:ext cx="4144258" cy="364170"/>
      </dsp:txXfrm>
    </dsp:sp>
    <dsp:sp modelId="{90CDA8DC-6CB2-49A7-A18C-F0D302BDC675}">
      <dsp:nvSpPr>
        <dsp:cNvPr id="0" name=""/>
        <dsp:cNvSpPr/>
      </dsp:nvSpPr>
      <dsp:spPr>
        <a:xfrm>
          <a:off x="837" y="597"/>
          <a:ext cx="1681510" cy="521287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Sources</a:t>
          </a:r>
          <a:endParaRPr lang="en-GB" sz="1800" kern="1200" dirty="0"/>
        </a:p>
      </dsp:txBody>
      <dsp:txXfrm>
        <a:off x="26284" y="26044"/>
        <a:ext cx="1630616" cy="470393"/>
      </dsp:txXfrm>
    </dsp:sp>
    <dsp:sp modelId="{EFC1B403-9E6E-4411-9B69-79A1584C7937}">
      <dsp:nvSpPr>
        <dsp:cNvPr id="0" name=""/>
        <dsp:cNvSpPr/>
      </dsp:nvSpPr>
      <dsp:spPr>
        <a:xfrm rot="5400000">
          <a:off x="3106607" y="-876309"/>
          <a:ext cx="1315441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Missing values : </a:t>
          </a:r>
          <a:br>
            <a:rPr lang="en-GB" sz="1500" kern="1200" dirty="0"/>
          </a:br>
          <a:r>
            <a:rPr lang="en-US" sz="1500" kern="1200" dirty="0"/>
            <a:t>CSV+bd, Reg. Expr. Text Mining, Merge levels, level creation (e.g., other), Drop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New Features, Formats, Interactions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df1, df2, df3, df4 ~ Phase</a:t>
          </a:r>
          <a:endParaRPr lang="en-GB" sz="1500" kern="1200" dirty="0"/>
        </a:p>
      </dsp:txBody>
      <dsp:txXfrm rot="-5400000">
        <a:off x="1682349" y="612164"/>
        <a:ext cx="4099744" cy="1187011"/>
      </dsp:txXfrm>
    </dsp:sp>
    <dsp:sp modelId="{20EFAA17-3592-4F78-AEAE-2CD118F957A5}">
      <dsp:nvSpPr>
        <dsp:cNvPr id="0" name=""/>
        <dsp:cNvSpPr/>
      </dsp:nvSpPr>
      <dsp:spPr>
        <a:xfrm>
          <a:off x="837" y="558684"/>
          <a:ext cx="1681510" cy="1293970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64003" y="621850"/>
        <a:ext cx="1555178" cy="1167638"/>
      </dsp:txXfrm>
    </dsp:sp>
    <dsp:sp modelId="{4E062ED7-C8B7-4731-A7F1-BE128EC98711}">
      <dsp:nvSpPr>
        <dsp:cNvPr id="0" name=""/>
        <dsp:cNvSpPr/>
      </dsp:nvSpPr>
      <dsp:spPr>
        <a:xfrm rot="5400000">
          <a:off x="1752022" y="1819780"/>
          <a:ext cx="4024610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ctr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Train Set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Univariable Logistic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Outliers (not excluded)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>
              <a:sym typeface="Wingdings" panose="05000000000000000000" pitchFamily="2" charset="2"/>
            </a:rPr>
            <a:t> Merge levels, Feature Selection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>
              <a:sym typeface="Wingdings" panose="05000000000000000000" pitchFamily="2" charset="2"/>
            </a:rPr>
            <a:t> Skew data  Log scale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Feature Selection Exploratory </a:t>
          </a:r>
          <a:r>
            <a:rPr lang="en-US" sz="1500" kern="1200"/>
            <a:t>Analysis </a:t>
          </a:r>
          <a:r>
            <a:rPr lang="en-US" sz="1500" kern="1200">
              <a:sym typeface="Wingdings" panose="05000000000000000000" pitchFamily="2" charset="2"/>
            </a:rPr>
            <a:t> </a:t>
          </a:r>
          <a:r>
            <a:rPr lang="en-US" sz="1500" kern="1200"/>
            <a:t>Train </a:t>
          </a:r>
          <a:r>
            <a:rPr lang="en-US" sz="1500" kern="1200" dirty="0"/>
            <a:t>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endParaRPr lang="en-GB" sz="1500" kern="1200" dirty="0"/>
        </a:p>
      </dsp:txBody>
      <dsp:txXfrm rot="-5400000">
        <a:off x="1682348" y="2085920"/>
        <a:ext cx="3967494" cy="3631680"/>
      </dsp:txXfrm>
    </dsp:sp>
    <dsp:sp modelId="{9E95D006-3A52-4C9F-915C-CE452CD5CD7D}">
      <dsp:nvSpPr>
        <dsp:cNvPr id="0" name=""/>
        <dsp:cNvSpPr/>
      </dsp:nvSpPr>
      <dsp:spPr>
        <a:xfrm>
          <a:off x="837" y="1901142"/>
          <a:ext cx="1681510" cy="400123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983227"/>
        <a:ext cx="1517340" cy="38370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BB41D9-E81B-4360-A83F-7686DB121D4E}">
      <dsp:nvSpPr>
        <dsp:cNvPr id="0" name=""/>
        <dsp:cNvSpPr/>
      </dsp:nvSpPr>
      <dsp:spPr>
        <a:xfrm rot="5400000">
          <a:off x="3602654" y="-1478045"/>
          <a:ext cx="746809" cy="3742172"/>
        </a:xfrm>
        <a:prstGeom prst="round2SameRect">
          <a:avLst/>
        </a:prstGeom>
        <a:solidFill>
          <a:srgbClr val="CCD2D8"/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Dummies (Completed = 0, Terminated = 1)</a:t>
          </a:r>
          <a:endParaRPr lang="en-GB" sz="1500" kern="1200" dirty="0"/>
        </a:p>
      </dsp:txBody>
      <dsp:txXfrm rot="-5400000">
        <a:off x="2104973" y="56092"/>
        <a:ext cx="3705716" cy="673897"/>
      </dsp:txXfrm>
    </dsp:sp>
    <dsp:sp modelId="{48CB45E5-79AD-4179-ABE2-58D4594A1DDA}">
      <dsp:nvSpPr>
        <dsp:cNvPr id="0" name=""/>
        <dsp:cNvSpPr/>
      </dsp:nvSpPr>
      <dsp:spPr>
        <a:xfrm>
          <a:off x="2020" y="0"/>
          <a:ext cx="2104972" cy="77976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One-Hot Encoding</a:t>
          </a:r>
          <a:endParaRPr lang="en-GB" sz="1600" kern="1200" dirty="0"/>
        </a:p>
      </dsp:txBody>
      <dsp:txXfrm>
        <a:off x="40085" y="38065"/>
        <a:ext cx="2028842" cy="703635"/>
      </dsp:txXfrm>
    </dsp:sp>
    <dsp:sp modelId="{45F4CA9F-B6AE-440A-846E-C46613653CA3}">
      <dsp:nvSpPr>
        <dsp:cNvPr id="0" name=""/>
        <dsp:cNvSpPr/>
      </dsp:nvSpPr>
      <dsp:spPr>
        <a:xfrm rot="5400000">
          <a:off x="3397333" y="-474559"/>
          <a:ext cx="1141925" cy="373486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Train-Test Split (80:20)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Random Under Sample : Class Imbalance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Min-Max Scaler (positive values)</a:t>
          </a:r>
          <a:endParaRPr lang="en-GB" sz="1500" kern="1200" dirty="0"/>
        </a:p>
      </dsp:txBody>
      <dsp:txXfrm rot="-5400000">
        <a:off x="2100862" y="877656"/>
        <a:ext cx="3679123" cy="1030437"/>
      </dsp:txXfrm>
    </dsp:sp>
    <dsp:sp modelId="{EAB654AF-3E2D-4818-B670-E9647EFD3FB1}">
      <dsp:nvSpPr>
        <dsp:cNvPr id="0" name=""/>
        <dsp:cNvSpPr/>
      </dsp:nvSpPr>
      <dsp:spPr>
        <a:xfrm>
          <a:off x="2016" y="867835"/>
          <a:ext cx="2100862" cy="1043762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dirty="0"/>
            <a:t>Dataset Split</a:t>
          </a:r>
          <a:endParaRPr lang="en-GB" sz="1600" kern="1200" dirty="0"/>
        </a:p>
      </dsp:txBody>
      <dsp:txXfrm>
        <a:off x="52968" y="918787"/>
        <a:ext cx="1998958" cy="941858"/>
      </dsp:txXfrm>
    </dsp:sp>
    <dsp:sp modelId="{528CCE5E-2722-4EFC-B855-9221185C70A7}">
      <dsp:nvSpPr>
        <dsp:cNvPr id="0" name=""/>
        <dsp:cNvSpPr/>
      </dsp:nvSpPr>
      <dsp:spPr>
        <a:xfrm rot="5400000">
          <a:off x="3034899" y="1095536"/>
          <a:ext cx="1866795" cy="373486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Logistic, Elastic Net,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KNN.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Pruned tree, 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</dsp:txBody>
      <dsp:txXfrm rot="-5400000">
        <a:off x="2100864" y="2120701"/>
        <a:ext cx="3643738" cy="1684537"/>
      </dsp:txXfrm>
    </dsp:sp>
    <dsp:sp modelId="{347B65B5-D951-4BD4-80BE-FAE3D7D0B395}">
      <dsp:nvSpPr>
        <dsp:cNvPr id="0" name=""/>
        <dsp:cNvSpPr/>
      </dsp:nvSpPr>
      <dsp:spPr>
        <a:xfrm>
          <a:off x="2016" y="1999667"/>
          <a:ext cx="2100862" cy="1920288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dirty="0"/>
            <a:t>Models</a:t>
          </a:r>
          <a:endParaRPr lang="en-GB" sz="1600" kern="1200" dirty="0"/>
        </a:p>
      </dsp:txBody>
      <dsp:txXfrm>
        <a:off x="95757" y="2093408"/>
        <a:ext cx="1913380" cy="1732806"/>
      </dsp:txXfrm>
    </dsp:sp>
    <dsp:sp modelId="{26C00646-3EB8-4E4A-8296-CA3B860AC9B0}">
      <dsp:nvSpPr>
        <dsp:cNvPr id="0" name=""/>
        <dsp:cNvSpPr/>
      </dsp:nvSpPr>
      <dsp:spPr>
        <a:xfrm rot="5400000">
          <a:off x="3562173" y="2500792"/>
          <a:ext cx="812247" cy="373486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GridSearchCV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K-Fold CV</a:t>
          </a:r>
          <a:endParaRPr lang="en-GB" sz="1500" kern="1200" dirty="0"/>
        </a:p>
      </dsp:txBody>
      <dsp:txXfrm rot="-5400000">
        <a:off x="2100864" y="4001753"/>
        <a:ext cx="3695216" cy="732945"/>
      </dsp:txXfrm>
    </dsp:sp>
    <dsp:sp modelId="{55F269E7-8569-4A8D-93B1-BA701EEFCDFF}">
      <dsp:nvSpPr>
        <dsp:cNvPr id="0" name=""/>
        <dsp:cNvSpPr/>
      </dsp:nvSpPr>
      <dsp:spPr>
        <a:xfrm>
          <a:off x="2016" y="3975185"/>
          <a:ext cx="2100862" cy="77976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HPO </a:t>
          </a:r>
          <a:endParaRPr lang="en-GB" sz="1600" kern="1200"/>
        </a:p>
      </dsp:txBody>
      <dsp:txXfrm>
        <a:off x="40081" y="4013250"/>
        <a:ext cx="2024732" cy="703635"/>
      </dsp:txXfrm>
    </dsp:sp>
    <dsp:sp modelId="{7FCCB0FB-B29E-4A63-AD5D-91FA8360F37E}">
      <dsp:nvSpPr>
        <dsp:cNvPr id="0" name=""/>
        <dsp:cNvSpPr/>
      </dsp:nvSpPr>
      <dsp:spPr>
        <a:xfrm rot="5400000">
          <a:off x="3440790" y="3493162"/>
          <a:ext cx="1062769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Confusion Matrix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Accuracy Report (MCC, BA)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</dsp:txBody>
      <dsp:txXfrm rot="-5400000">
        <a:off x="2102916" y="4882916"/>
        <a:ext cx="3686638" cy="959009"/>
      </dsp:txXfrm>
    </dsp:sp>
    <dsp:sp modelId="{931D566F-3CC3-4DF1-B1AF-B7DE9820E2D9}">
      <dsp:nvSpPr>
        <dsp:cNvPr id="0" name=""/>
        <dsp:cNvSpPr/>
      </dsp:nvSpPr>
      <dsp:spPr>
        <a:xfrm>
          <a:off x="0" y="4813337"/>
          <a:ext cx="2102916" cy="1098166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Test Set Model Evaluation</a:t>
          </a:r>
          <a:r>
            <a:rPr lang="en-US" sz="1600" kern="1200" dirty="0"/>
            <a:t>/Interpret</a:t>
          </a:r>
          <a:endParaRPr lang="en-GB" sz="1600" kern="1200" dirty="0"/>
        </a:p>
      </dsp:txBody>
      <dsp:txXfrm>
        <a:off x="53608" y="4866945"/>
        <a:ext cx="1995700" cy="9909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22/10/2025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dirty="0"/>
              <a:t>Φοιτητής/τρια: Ανδρέου Ευγενία</a:t>
            </a:r>
          </a:p>
          <a:p>
            <a:pPr algn="ctr"/>
            <a:r>
              <a:rPr lang="el-GR" sz="1800" dirty="0"/>
              <a:t>Επιβλέπων Καθηγητής: Δεναξάς Σπυρίδων</a:t>
            </a:r>
            <a:endParaRPr lang="en-GB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477123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543140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222F026-5A5E-1709-C1FE-1CF7F1927D19}"/>
              </a:ext>
            </a:extLst>
          </p:cNvPr>
          <p:cNvSpPr txBox="1">
            <a:spLocks/>
          </p:cNvSpPr>
          <p:nvPr/>
        </p:nvSpPr>
        <p:spPr>
          <a:xfrm>
            <a:off x="609598" y="1365812"/>
            <a:ext cx="10972800" cy="486005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500" dirty="0"/>
              <a:t>Systematic research studies conducted on </a:t>
            </a:r>
            <a:r>
              <a:rPr lang="en-GB" sz="2500" u="sng" dirty="0"/>
              <a:t>human participants</a:t>
            </a:r>
            <a:r>
              <a:rPr lang="en-GB" sz="2500" dirty="0"/>
              <a:t> under controlled interventional conditions, aiming to evaluate the safety, efficacy, and effectiveness of medical interventions.</a:t>
            </a:r>
          </a:p>
          <a:p>
            <a:pPr algn="ctr"/>
            <a:endParaRPr lang="en-US" sz="2500" u="sng" dirty="0"/>
          </a:p>
          <a:p>
            <a:pPr algn="ctr"/>
            <a:endParaRPr lang="el-GR" sz="2500" u="sng" dirty="0"/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500" b="1" dirty="0"/>
              <a:t>Randomized</a:t>
            </a:r>
            <a:r>
              <a:rPr lang="el-GR" sz="2500" b="1" dirty="0"/>
              <a:t> (RCT)</a:t>
            </a:r>
            <a:r>
              <a:rPr lang="el-GR" sz="2500" dirty="0"/>
              <a:t> </a:t>
            </a:r>
            <a:br>
              <a:rPr lang="en-US" sz="2500" dirty="0"/>
            </a:br>
            <a:r>
              <a:rPr lang="en-US" sz="2500" dirty="0"/>
              <a:t>Randomly assigned participants</a:t>
            </a:r>
            <a:br>
              <a:rPr lang="en-US" sz="2500" dirty="0"/>
            </a:br>
            <a:endParaRPr lang="el-GR" sz="2500" dirty="0"/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500" b="1" dirty="0"/>
              <a:t>Non-Randomized</a:t>
            </a:r>
            <a:endParaRPr lang="el-GR" sz="2500" b="1" dirty="0"/>
          </a:p>
          <a:p>
            <a:pPr marL="347663" indent="-347663">
              <a:buFont typeface="Arial" panose="020B0604020202020204" pitchFamily="34" charset="0"/>
              <a:buChar char="•"/>
            </a:pPr>
            <a:endParaRPr lang="el-GR" sz="2500" b="1" dirty="0"/>
          </a:p>
          <a:p>
            <a:pPr algn="ctr"/>
            <a:r>
              <a:rPr lang="en-US" sz="2500" dirty="0"/>
              <a:t>In current study both types have been analyzed</a:t>
            </a:r>
            <a:endParaRPr lang="el-GR" sz="2500" b="1" dirty="0"/>
          </a:p>
          <a:p>
            <a:pPr marL="347663" indent="-347663">
              <a:buFont typeface="Arial" panose="020B0604020202020204" pitchFamily="34" charset="0"/>
              <a:buChar char="•"/>
            </a:pPr>
            <a:endParaRPr lang="el-GR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8" y="41511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66091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en-US" sz="3000" b="1" dirty="0"/>
              <a:t>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145894"/>
            <a:ext cx="5372583" cy="5254905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doses ~ Adverse Events (e.g.,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l-GR" sz="2000" dirty="0">
                <a:sym typeface="Wingdings" panose="05000000000000000000" pitchFamily="2" charset="2"/>
              </a:rPr>
              <a:t></a:t>
            </a:r>
            <a:r>
              <a:rPr lang="el-GR" sz="2000" dirty="0"/>
              <a:t> </a:t>
            </a:r>
            <a:r>
              <a:rPr lang="en-GB" sz="2000" dirty="0"/>
              <a:t>Transitional for phase 3 initiation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145894"/>
            <a:ext cx="5362935" cy="52549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000" b="1" dirty="0"/>
              <a:t>Phase 3:</a:t>
            </a:r>
            <a:r>
              <a:rPr lang="el-GR" sz="2000" b="1" dirty="0"/>
              <a:t> </a:t>
            </a:r>
            <a:br>
              <a:rPr lang="en-GB" sz="2000" b="1" dirty="0"/>
            </a:br>
            <a:r>
              <a:rPr lang="en-GB" sz="2000" b="1" dirty="0"/>
              <a:t>Therapeutic Confirmatory | Comparative Efficacy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Greater number of participants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Treatments vs placebo/standard/active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Adverse Events : Most frequent</a:t>
            </a:r>
            <a:endParaRPr lang="en-GB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sz="2000" dirty="0"/>
              <a:t>Study Design important</a:t>
            </a:r>
            <a:endParaRPr lang="en-US" sz="20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/>
            <a:r>
              <a:rPr lang="en-US" sz="2000" b="1" dirty="0"/>
              <a:t>Phase 4: </a:t>
            </a:r>
            <a:br>
              <a:rPr lang="en-US" sz="2000" b="1" dirty="0"/>
            </a:br>
            <a:r>
              <a:rPr lang="en-US" sz="2000" b="1" dirty="0"/>
              <a:t>Therapeutic Use | Post-Marketing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After drug approval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Adverse Events: Rarer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Differences in dose-efficiency in population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Cost Estimation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87245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1151942"/>
            <a:ext cx="10972800" cy="188062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400" dirty="0"/>
              <a:t>Digital medical records. Complex datasets including large number of entries of any data types (images, text, ICD-10 codes, etc.).</a:t>
            </a:r>
            <a:br>
              <a:rPr lang="en-GB" sz="2400" dirty="0"/>
            </a:br>
            <a:r>
              <a:rPr lang="en-GB" sz="24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4337025"/>
            <a:ext cx="10972800" cy="225423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400" dirty="0"/>
              <a:t>In 2005, the International Committee of Medical Journal Editors (ICMJE) </a:t>
            </a:r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</a:t>
            </a:r>
          </a:p>
          <a:p>
            <a:pPr algn="ctr"/>
            <a:r>
              <a:rPr lang="en-GB" sz="2400" dirty="0"/>
              <a:t>CTs should be posted in Public Registries </a:t>
            </a:r>
            <a:r>
              <a:rPr lang="en-GB" sz="2400" dirty="0">
                <a:sym typeface="Wingdings" panose="05000000000000000000" pitchFamily="2" charset="2"/>
              </a:rPr>
              <a:t> </a:t>
            </a:r>
          </a:p>
          <a:p>
            <a:pPr algn="ctr"/>
            <a:r>
              <a:rPr lang="en-GB" sz="2400" dirty="0">
                <a:sym typeface="Wingdings" panose="05000000000000000000" pitchFamily="2" charset="2"/>
              </a:rPr>
              <a:t>A</a:t>
            </a:r>
            <a:r>
              <a:rPr lang="en-GB" sz="2400" dirty="0"/>
              <a:t>ccurate documentation of their design </a:t>
            </a:r>
          </a:p>
          <a:p>
            <a:pPr algn="ctr"/>
            <a:endParaRPr lang="en-GB" sz="2400" dirty="0"/>
          </a:p>
          <a:p>
            <a:pPr algn="ctr"/>
            <a:r>
              <a:rPr lang="en-GB" sz="24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400" dirty="0"/>
              <a:t> registry is a type of EHR data regarding CTs’ information. </a:t>
            </a:r>
          </a:p>
          <a:p>
            <a:pPr algn="ctr"/>
            <a:r>
              <a:rPr lang="en-GB" sz="2400" dirty="0"/>
              <a:t>It was used as data source in current study</a:t>
            </a:r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Electronic Health Records </a:t>
            </a:r>
            <a:r>
              <a:rPr lang="el-GR" sz="3000" b="1" dirty="0"/>
              <a:t>– </a:t>
            </a:r>
            <a:r>
              <a:rPr lang="en-US" sz="30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3446269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466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37985-7345-9CF5-2D16-CDB3C3767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956689"/>
            <a:ext cx="10972800" cy="2365032"/>
          </a:xfrm>
          <a:ln>
            <a:noFill/>
          </a:ln>
        </p:spPr>
        <p:txBody>
          <a:bodyPr anchor="ctr">
            <a:normAutofit fontScale="77500" lnSpcReduction="20000"/>
          </a:bodyPr>
          <a:lstStyle/>
          <a:p>
            <a:r>
              <a:rPr lang="en-GB" dirty="0"/>
              <a:t>Loss of funding, especially in scaled advanced phases </a:t>
            </a:r>
            <a:r>
              <a:rPr lang="en-GB" dirty="0">
                <a:sym typeface="Wingdings" panose="05000000000000000000" pitchFamily="2" charset="2"/>
              </a:rPr>
              <a:t> Could be utilized elsewhere</a:t>
            </a:r>
            <a:endParaRPr lang="en-GB" dirty="0"/>
          </a:p>
          <a:p>
            <a:r>
              <a:rPr lang="en-GB" dirty="0"/>
              <a:t>Inefficient and Slow scientific progress</a:t>
            </a:r>
          </a:p>
          <a:p>
            <a:r>
              <a:rPr lang="en-GB" dirty="0"/>
              <a:t>Unreliable scientific information (researchers, clinicians) (replicability, reproducibility)</a:t>
            </a:r>
          </a:p>
          <a:p>
            <a:r>
              <a:rPr lang="en-GB" dirty="0"/>
              <a:t>Respect and Safety of participants</a:t>
            </a:r>
          </a:p>
          <a:p>
            <a:r>
              <a:rPr lang="en-GB" dirty="0"/>
              <a:t>Participants’ </a:t>
            </a:r>
            <a:r>
              <a:rPr lang="en-US" dirty="0"/>
              <a:t>minimization of </a:t>
            </a:r>
            <a:r>
              <a:rPr lang="en-GB" dirty="0"/>
              <a:t>contribution to scientific progress, especially if relying on results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6" y="3924575"/>
            <a:ext cx="10972800" cy="16211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/>
              <a:t>Accurate CTs’ characteristics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→ Early termination relations →</a:t>
            </a:r>
          </a:p>
          <a:p>
            <a:r>
              <a:rPr lang="en-GB" sz="2000" dirty="0"/>
              <a:t>Minimize problems</a:t>
            </a:r>
          </a:p>
          <a:p>
            <a:r>
              <a:rPr lang="en-GB" sz="2000" dirty="0"/>
              <a:t>Non-transparent registry </a:t>
            </a:r>
            <a:r>
              <a:rPr lang="en-GB" sz="2000" dirty="0">
                <a:sym typeface="Wingdings" panose="05000000000000000000" pitchFamily="2" charset="2"/>
              </a:rPr>
              <a:t> Unethical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6" y="3447521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Clinical Trial Registration</a:t>
            </a:r>
            <a:endParaRPr lang="el-GR" sz="25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2" y="6143567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4" y="558855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63331"/>
            <a:ext cx="10972800" cy="4147921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500" dirty="0"/>
              <a:t>Enrollment</a:t>
            </a:r>
          </a:p>
          <a:p>
            <a:r>
              <a:rPr lang="en-GB" sz="2500" dirty="0"/>
              <a:t>Disease category (e.g., neoplasms) </a:t>
            </a:r>
            <a:r>
              <a:rPr lang="en-GB" sz="2500" dirty="0">
                <a:sym typeface="Wingdings" panose="05000000000000000000" pitchFamily="2" charset="2"/>
              </a:rPr>
              <a:t> Affects enrollment</a:t>
            </a:r>
            <a:endParaRPr lang="en-GB" sz="2500" dirty="0"/>
          </a:p>
          <a:p>
            <a:r>
              <a:rPr lang="en-GB" sz="2500" dirty="0"/>
              <a:t>Funder type (e.g., Industry)</a:t>
            </a:r>
          </a:p>
          <a:p>
            <a:r>
              <a:rPr lang="en-GB" sz="2500" dirty="0"/>
              <a:t>Number of facilities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Healthy Volunteers</a:t>
            </a:r>
          </a:p>
          <a:p>
            <a:r>
              <a:rPr lang="en-GB" sz="2500" dirty="0"/>
              <a:t>Number of Adverse Events</a:t>
            </a:r>
          </a:p>
          <a:p>
            <a:r>
              <a:rPr lang="en-GB" sz="25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45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Early Termination (Background Research)</a:t>
            </a:r>
          </a:p>
        </p:txBody>
      </p:sp>
    </p:spTree>
    <p:extLst>
      <p:ext uri="{BB962C8B-B14F-4D97-AF65-F5344CB8AC3E}">
        <p14:creationId xmlns:p14="http://schemas.microsoft.com/office/powerpoint/2010/main" val="2711995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92291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712942"/>
            <a:ext cx="10972800" cy="2322045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</a:t>
            </a:r>
          </a:p>
          <a:p>
            <a:r>
              <a:rPr lang="en-US" sz="2000" dirty="0">
                <a:sym typeface="Wingdings" panose="05000000000000000000" pitchFamily="2" charset="2"/>
              </a:rPr>
              <a:t>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(+Withdrawal)</a:t>
            </a:r>
          </a:p>
          <a:p>
            <a:r>
              <a:rPr lang="en-GB" sz="2000" dirty="0"/>
              <a:t>Phases: 1, 2, 3, 4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1243713"/>
            <a:ext cx="10972800" cy="89760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</a:t>
            </a:r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19852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93623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86765" y="5393438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towards Completed/Terminated ≈ 85:15</a:t>
            </a:r>
          </a:p>
          <a:p>
            <a:r>
              <a:rPr lang="en-GB" sz="2000" dirty="0"/>
              <a:t>Skew real world data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</p:cNvCxnSpPr>
          <p:nvPr/>
        </p:nvCxnSpPr>
        <p:spPr>
          <a:xfrm>
            <a:off x="8847948" y="3343486"/>
            <a:ext cx="1100650" cy="120299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</p:cNvCxnSpPr>
          <p:nvPr/>
        </p:nvCxnSpPr>
        <p:spPr>
          <a:xfrm>
            <a:off x="4307523" y="3798959"/>
            <a:ext cx="0" cy="50116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4307523" y="5214521"/>
            <a:ext cx="0" cy="58655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08883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Classification Report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905303" y="408927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46039592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795742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531470" y="228599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≥20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1883" y="991744"/>
            <a:ext cx="6597567" cy="4008613"/>
          </a:xfrm>
          <a:noFill/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545941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451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453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3549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Evaluation Metrics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8003"/>
            <a:ext cx="5332071" cy="447103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2500" b="1" dirty="0"/>
              <a:t>Models</a:t>
            </a:r>
          </a:p>
          <a:p>
            <a:r>
              <a:rPr lang="en-US" sz="2000" b="1" dirty="0"/>
              <a:t>AUC</a:t>
            </a:r>
          </a:p>
          <a:p>
            <a:pPr lvl="1"/>
            <a:r>
              <a:rPr lang="en-US" sz="2000" b="1" dirty="0"/>
              <a:t>ROC Curve: </a:t>
            </a:r>
            <a:r>
              <a:rPr lang="en-US" sz="2000" dirty="0"/>
              <a:t>Imbalanced Dataset towards minority class</a:t>
            </a:r>
            <a:endParaRPr lang="en-US" sz="2000" dirty="0">
              <a:sym typeface="Wingdings" panose="05000000000000000000" pitchFamily="2" charset="2"/>
            </a:endParaRPr>
          </a:p>
          <a:p>
            <a:pPr lvl="1"/>
            <a:r>
              <a:rPr lang="en-US" sz="2000" b="1" dirty="0"/>
              <a:t>PR Curve: ✓ </a:t>
            </a:r>
            <a:r>
              <a:rPr lang="en-US" sz="2000" dirty="0"/>
              <a:t>Imbalanced dataset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performance decreased</a:t>
            </a:r>
          </a:p>
          <a:p>
            <a:r>
              <a:rPr lang="en-US" sz="2000" b="1" dirty="0"/>
              <a:t>Confusion Matrix</a:t>
            </a:r>
          </a:p>
          <a:p>
            <a:r>
              <a:rPr lang="en-US" sz="2000" b="1" dirty="0"/>
              <a:t>Classification Report</a:t>
            </a:r>
          </a:p>
          <a:p>
            <a:r>
              <a:rPr lang="en-US" sz="2000" b="1" dirty="0"/>
              <a:t>MCC, BA, F1</a:t>
            </a:r>
            <a:r>
              <a:rPr lang="en-GB" sz="2000" b="1" dirty="0"/>
              <a:t>: </a:t>
            </a:r>
            <a:r>
              <a:rPr lang="en-US" sz="2000" b="1" dirty="0"/>
              <a:t>✓ </a:t>
            </a:r>
            <a:r>
              <a:rPr lang="en-US" sz="2000" dirty="0"/>
              <a:t>Imbalanced Dataset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250328" y="1738003"/>
            <a:ext cx="5332071" cy="44710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Features</a:t>
            </a:r>
            <a:r>
              <a:rPr lang="en-GB" sz="2500" dirty="0"/>
              <a:t> </a:t>
            </a:r>
          </a:p>
          <a:p>
            <a:r>
              <a:rPr lang="en-GB" sz="2000" b="1" dirty="0"/>
              <a:t>SHAP plots</a:t>
            </a:r>
          </a:p>
          <a:p>
            <a:pPr lvl="1"/>
            <a:r>
              <a:rPr lang="en-GB" sz="2000" dirty="0"/>
              <a:t>ML interpretability</a:t>
            </a:r>
          </a:p>
          <a:p>
            <a:pPr lvl="1"/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2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dirty="0">
                <a:solidFill>
                  <a:schemeClr val="accent5"/>
                </a:solidFill>
              </a:rPr>
              <a:t>Pink</a:t>
            </a:r>
            <a:r>
              <a:rPr lang="en-GB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dirty="0">
                <a:sym typeface="Wingdings" panose="05000000000000000000" pitchFamily="2" charset="2"/>
              </a:rPr>
              <a:t> High feature’s values </a:t>
            </a:r>
          </a:p>
          <a:p>
            <a:pPr lvl="2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dirty="0">
                <a:sym typeface="Wingdings" panose="05000000000000000000" pitchFamily="2" charset="2"/>
              </a:rPr>
              <a:t>  Low feature’s values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dirty="0">
                <a:sym typeface="Wingdings" panose="05000000000000000000" pitchFamily="2" charset="2"/>
              </a:rPr>
              <a:t>Left  Negative contribution to termination log-Odds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599" y="1064087"/>
            <a:ext cx="10972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Imbalance Dataset </a:t>
            </a:r>
            <a:r>
              <a:rPr lang="en-US" sz="2000" dirty="0">
                <a:sym typeface="Wingdings" panose="05000000000000000000" pitchFamily="2" charset="2"/>
              </a:rPr>
              <a:t> Completed : Terminated ≈ 85:15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471C82-ADA5-C4D3-8E86-45E8013E4C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688"/>
          <a:stretch>
            <a:fillRect/>
          </a:stretch>
        </p:blipFill>
        <p:spPr>
          <a:xfrm>
            <a:off x="9595413" y="1717535"/>
            <a:ext cx="1986985" cy="18942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4058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54B908-6F9F-29E0-02F3-7D5EAFFAB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41" y="830849"/>
            <a:ext cx="5482541" cy="28701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7AAAC0-FD89-913F-200E-40FA13D59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30849"/>
            <a:ext cx="5482541" cy="28701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842E45A-587F-2D1A-551B-04AAC398F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741" y="3700983"/>
            <a:ext cx="5482540" cy="28701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5817C5D-A64B-A831-0BB4-FCCD10935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00983"/>
            <a:ext cx="5482541" cy="28701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F175C6F-61CC-06A2-A4BC-6ECC39F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137" y="1038474"/>
            <a:ext cx="4475594" cy="27890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A81A4BA-4D0B-B320-8454-370B8AED4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27" y="1038474"/>
            <a:ext cx="4481690" cy="27890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69F802-5ADC-F468-F10C-589DFF6C60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175" y="3906791"/>
            <a:ext cx="4481690" cy="28283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594D5C-6603-AEB9-D0CB-E578622701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1137" y="3923263"/>
            <a:ext cx="4475594" cy="27961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0929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72273"/>
            <a:ext cx="10972800" cy="4719577"/>
          </a:xfrm>
          <a:ln>
            <a:noFill/>
          </a:ln>
        </p:spPr>
        <p:txBody>
          <a:bodyPr anchor="ctr">
            <a:normAutofit fontScale="70000" lnSpcReduction="20000"/>
          </a:bodyPr>
          <a:lstStyle/>
          <a:p>
            <a:pPr marL="0" indent="0" algn="ctr">
              <a:buNone/>
            </a:pPr>
            <a:endParaRPr lang="en-US" sz="2100" b="1" dirty="0"/>
          </a:p>
          <a:p>
            <a:pPr marL="0" indent="0" algn="ctr">
              <a:buNone/>
            </a:pPr>
            <a:r>
              <a:rPr lang="en-US" sz="2900" b="1" dirty="0"/>
              <a:t>Boost Models (XG, Light)</a:t>
            </a:r>
          </a:p>
          <a:p>
            <a:r>
              <a:rPr lang="en-US" sz="2300" b="1" dirty="0"/>
              <a:t>Stable Results in different </a:t>
            </a:r>
          </a:p>
          <a:p>
            <a:pPr lvl="1"/>
            <a:r>
              <a:rPr lang="en-US" sz="2300" dirty="0"/>
              <a:t>Methods</a:t>
            </a:r>
          </a:p>
          <a:p>
            <a:pPr lvl="1"/>
            <a:r>
              <a:rPr lang="en-US" sz="2300" dirty="0"/>
              <a:t>Dimensions</a:t>
            </a:r>
          </a:p>
          <a:p>
            <a:pPr lvl="1"/>
            <a:r>
              <a:rPr lang="en-US" sz="2300" dirty="0"/>
              <a:t>Features </a:t>
            </a:r>
          </a:p>
          <a:p>
            <a:pPr lvl="1"/>
            <a:r>
              <a:rPr lang="en-US" sz="2300" dirty="0"/>
              <a:t>Metrics: ROC PR, MCC, BA, F1</a:t>
            </a:r>
          </a:p>
          <a:p>
            <a:r>
              <a:rPr lang="en-US" sz="2300" b="1" dirty="0"/>
              <a:t>Benefits</a:t>
            </a:r>
          </a:p>
          <a:p>
            <a:pPr lvl="1"/>
            <a:r>
              <a:rPr lang="en-US" sz="2300" dirty="0"/>
              <a:t>Residuals based (no distance based, nonparametric etc.)</a:t>
            </a:r>
          </a:p>
          <a:p>
            <a:pPr lvl="1"/>
            <a:r>
              <a:rPr lang="en-US" sz="2300" dirty="0"/>
              <a:t>Raw data (Unscaled, Missing etc.)</a:t>
            </a:r>
          </a:p>
          <a:p>
            <a:pPr lvl="1"/>
            <a:r>
              <a:rPr lang="en-US" sz="2300" dirty="0"/>
              <a:t>Faster</a:t>
            </a:r>
          </a:p>
          <a:p>
            <a:r>
              <a:rPr lang="en-US" sz="2300" b="1" dirty="0"/>
              <a:t>Drawbacks</a:t>
            </a:r>
          </a:p>
          <a:p>
            <a:pPr lvl="1"/>
            <a:r>
              <a:rPr lang="en-US" sz="2300" dirty="0"/>
              <a:t>2</a:t>
            </a:r>
            <a:r>
              <a:rPr lang="en-US" sz="2300" baseline="30000" dirty="0"/>
              <a:t>nd</a:t>
            </a:r>
            <a:r>
              <a:rPr lang="en-US" sz="2300" dirty="0"/>
              <a:t> decimal between top classifiers</a:t>
            </a:r>
          </a:p>
          <a:p>
            <a:pPr lvl="1"/>
            <a:r>
              <a:rPr lang="en-US" sz="2300" dirty="0"/>
              <a:t>Boost</a:t>
            </a:r>
            <a:r>
              <a:rPr lang="en-US" sz="2300"/>
              <a:t>: Not </a:t>
            </a:r>
            <a:r>
              <a:rPr lang="en-US" sz="2300" dirty="0"/>
              <a:t>proper HPO </a:t>
            </a:r>
            <a:r>
              <a:rPr lang="en-US" sz="2300" dirty="0">
                <a:sym typeface="Wingdings" panose="05000000000000000000" pitchFamily="2" charset="2"/>
              </a:rPr>
              <a:t> Overfit</a:t>
            </a:r>
            <a:endParaRPr lang="en-US" sz="2300" dirty="0"/>
          </a:p>
          <a:p>
            <a:pPr marL="457200" lvl="1" indent="0">
              <a:buNone/>
            </a:pPr>
            <a:endParaRPr lang="en-US" sz="2100" dirty="0"/>
          </a:p>
          <a:p>
            <a:pPr marL="0" lvl="1" indent="0" algn="ctr">
              <a:buNone/>
            </a:pPr>
            <a:r>
              <a:rPr lang="en-US" sz="2900" b="1" dirty="0"/>
              <a:t>LightBoost</a:t>
            </a:r>
          </a:p>
          <a:p>
            <a:pPr marL="342900" lvl="1" indent="-342900"/>
            <a:r>
              <a:rPr lang="en-US" sz="2300" b="1" dirty="0"/>
              <a:t>Outperformed Phase 2</a:t>
            </a:r>
          </a:p>
          <a:p>
            <a:pPr marL="800100" lvl="2" indent="-342900"/>
            <a:r>
              <a:rPr lang="en-US" sz="2300" dirty="0"/>
              <a:t>Large datasets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15204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Evaluation</a:t>
            </a:r>
            <a:endParaRPr lang="en-GB" sz="30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7DAF09B-1794-2935-A36D-C6D4470E3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2" y="1004407"/>
            <a:ext cx="5232401" cy="28205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0519679-5CE8-BE87-CE6A-DD2A5E0D6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372" y="1004407"/>
            <a:ext cx="5641091" cy="28205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449E891-34CC-EF80-D7DB-A9A76841A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12" y="3915524"/>
            <a:ext cx="5230514" cy="26583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E62DD2C-5727-886B-18CA-BD00A70CD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372" y="3915525"/>
            <a:ext cx="5630028" cy="2658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Evaluation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273215"/>
            <a:ext cx="5181600" cy="4903748"/>
          </a:xfrm>
          <a:ln>
            <a:solidFill>
              <a:schemeClr val="tx1"/>
            </a:solidFill>
          </a:ln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endParaRPr lang="en-US" b="1" u="sng" dirty="0"/>
          </a:p>
          <a:p>
            <a:pPr marL="0" indent="0" algn="ctr">
              <a:buNone/>
            </a:pPr>
            <a:r>
              <a:rPr lang="en-US" b="1" u="sng" dirty="0"/>
              <a:t>Best Predictors</a:t>
            </a:r>
          </a:p>
          <a:p>
            <a:r>
              <a:rPr lang="en-US" sz="2400" dirty="0"/>
              <a:t>Enrollment </a:t>
            </a:r>
          </a:p>
          <a:p>
            <a:r>
              <a:rPr lang="en-US" sz="2400" dirty="0"/>
              <a:t>Enrollment x Facilities</a:t>
            </a:r>
          </a:p>
          <a:p>
            <a:r>
              <a:rPr lang="en-US" sz="2400" dirty="0"/>
              <a:t>Number of Facilities</a:t>
            </a:r>
          </a:p>
          <a:p>
            <a:r>
              <a:rPr lang="en-US" sz="2400" dirty="0"/>
              <a:t>Conditions (e.g., Neoplasms)</a:t>
            </a:r>
          </a:p>
          <a:p>
            <a:r>
              <a:rPr lang="en-US" sz="2400" dirty="0"/>
              <a:t>Enrollment x Condition</a:t>
            </a:r>
          </a:p>
          <a:p>
            <a:r>
              <a:rPr lang="en-GB" sz="2400" dirty="0"/>
              <a:t>Global type of trials</a:t>
            </a:r>
            <a:endParaRPr lang="en-US" sz="2400" dirty="0"/>
          </a:p>
          <a:p>
            <a:r>
              <a:rPr lang="en-US" sz="2400" dirty="0"/>
              <a:t>Number of Adverse Events</a:t>
            </a:r>
          </a:p>
          <a:p>
            <a:r>
              <a:rPr lang="en-US" sz="2400" dirty="0"/>
              <a:t>Healthy Volunteers</a:t>
            </a:r>
          </a:p>
          <a:p>
            <a:r>
              <a:rPr lang="en-US" sz="2400" dirty="0"/>
              <a:t>Inter. Model (e.g., Parallel)</a:t>
            </a:r>
          </a:p>
          <a:p>
            <a:r>
              <a:rPr lang="en-GB" sz="2400" dirty="0"/>
              <a:t>Randomization</a:t>
            </a:r>
          </a:p>
          <a:p>
            <a:r>
              <a:rPr lang="en-GB" sz="2400" dirty="0"/>
              <a:t>Number of Arms</a:t>
            </a:r>
          </a:p>
          <a:p>
            <a:r>
              <a:rPr lang="en-GB" sz="2400" dirty="0"/>
              <a:t>Older age participants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800" y="1273215"/>
            <a:ext cx="5181600" cy="4903748"/>
          </a:xfrm>
          <a:ln>
            <a:solidFill>
              <a:schemeClr val="tx1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b="1" u="sng" dirty="0"/>
          </a:p>
          <a:p>
            <a:r>
              <a:rPr lang="en-US" dirty="0"/>
              <a:t>Top Predictors ~ Phases : </a:t>
            </a:r>
            <a:br>
              <a:rPr lang="en-US" dirty="0"/>
            </a:br>
            <a:r>
              <a:rPr lang="en-US" dirty="0"/>
              <a:t>Phase 2,3 ~ Safety </a:t>
            </a:r>
            <a:r>
              <a:rPr lang="en-US" dirty="0">
                <a:sym typeface="Wingdings" panose="05000000000000000000" pitchFamily="2" charset="2"/>
              </a:rPr>
              <a:t> # Adverse</a:t>
            </a:r>
          </a:p>
          <a:p>
            <a:r>
              <a:rPr lang="en-US" dirty="0">
                <a:sym typeface="Wingdings" panose="05000000000000000000" pitchFamily="2" charset="2"/>
              </a:rPr>
              <a:t>Enrollment &amp; Interactions  Strongest predictors</a:t>
            </a:r>
          </a:p>
          <a:p>
            <a:r>
              <a:rPr lang="en-US" dirty="0">
                <a:sym typeface="Wingdings" panose="05000000000000000000" pitchFamily="2" charset="2"/>
              </a:rPr>
              <a:t>A trial is going to stop due to accrual fail or success.</a:t>
            </a:r>
          </a:p>
          <a:p>
            <a:r>
              <a:rPr lang="en-US" dirty="0">
                <a:sym typeface="Wingdings" panose="05000000000000000000" pitchFamily="2" charset="2"/>
              </a:rPr>
              <a:t>Analysis without ‘Withdrawn’  PR worst than random guessing.</a:t>
            </a:r>
          </a:p>
          <a:p>
            <a:r>
              <a:rPr lang="en-US" dirty="0">
                <a:sym typeface="Wingdings" panose="05000000000000000000" pitchFamily="2" charset="2"/>
              </a:rPr>
              <a:t>Evaluate reasons for accrual success needed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D52F8-754B-3D68-571B-AC8DA7898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92446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Results Summary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D935D-B379-9015-F001-5112F9711E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690688"/>
            <a:ext cx="10972799" cy="4351338"/>
          </a:xfrm>
          <a:ln>
            <a:solidFill>
              <a:schemeClr val="tx1"/>
            </a:solidFill>
          </a:ln>
        </p:spPr>
        <p:txBody>
          <a:bodyPr anchor="ctr"/>
          <a:lstStyle/>
          <a:p>
            <a:r>
              <a:rPr lang="en-US" dirty="0"/>
              <a:t>Literature Alignment</a:t>
            </a:r>
          </a:p>
          <a:p>
            <a:r>
              <a:rPr lang="en-US" dirty="0"/>
              <a:t>Features ~ Phases </a:t>
            </a:r>
          </a:p>
          <a:p>
            <a:r>
              <a:rPr lang="en-US" dirty="0"/>
              <a:t>Enrollment &amp; Interactions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Strongest Contributors</a:t>
            </a:r>
          </a:p>
          <a:p>
            <a:r>
              <a:rPr lang="en-GB" dirty="0">
                <a:sym typeface="Wingdings" panose="05000000000000000000" pitchFamily="2" charset="2"/>
              </a:rPr>
              <a:t>Boosting algorithms  Outperform, stable results</a:t>
            </a:r>
          </a:p>
          <a:p>
            <a:pPr lvl="1"/>
            <a:r>
              <a:rPr lang="en-GB" dirty="0">
                <a:sym typeface="Wingdings" panose="05000000000000000000" pitchFamily="2" charset="2"/>
              </a:rPr>
              <a:t>XGBoost  Smaller datasets </a:t>
            </a:r>
          </a:p>
          <a:p>
            <a:pPr lvl="1"/>
            <a:r>
              <a:rPr lang="en-GB" dirty="0">
                <a:sym typeface="Wingdings" panose="05000000000000000000" pitchFamily="2" charset="2"/>
              </a:rPr>
              <a:t>LightBoost  Larger/complex datasets</a:t>
            </a: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9499923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334236"/>
            <a:ext cx="5410200" cy="5367506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1800" b="1" dirty="0"/>
              <a:t>Per Phases Analysis </a:t>
            </a:r>
            <a:r>
              <a:rPr lang="en-GB" sz="1800" b="1" dirty="0">
                <a:sym typeface="Wingdings" panose="05000000000000000000" pitchFamily="2" charset="2"/>
              </a:rPr>
              <a:t>&amp; All </a:t>
            </a:r>
            <a:r>
              <a:rPr lang="en-GB" sz="1800" b="1" dirty="0"/>
              <a:t>phases 1-4</a:t>
            </a:r>
          </a:p>
          <a:p>
            <a:r>
              <a:rPr lang="en-GB" sz="1800" b="1" dirty="0"/>
              <a:t>More features: </a:t>
            </a:r>
            <a:r>
              <a:rPr lang="en-GB" sz="1800" dirty="0"/>
              <a:t>Interactions, New (e.g., soc)</a:t>
            </a:r>
          </a:p>
          <a:p>
            <a:r>
              <a:rPr lang="en-GB" sz="1800" b="1" dirty="0"/>
              <a:t>More models | Boosting alternatives</a:t>
            </a:r>
            <a:endParaRPr lang="en-GB" sz="1800" b="1" dirty="0">
              <a:sym typeface="Wingdings" panose="05000000000000000000" pitchFamily="2" charset="2"/>
            </a:endParaRP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Clinical practice impact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LightBoost</a:t>
            </a:r>
          </a:p>
          <a:p>
            <a:r>
              <a:rPr lang="en-GB" sz="1800" b="1" dirty="0">
                <a:sym typeface="Wingdings" panose="05000000000000000000" pitchFamily="2" charset="2"/>
              </a:rPr>
              <a:t>Avoid dropping Missing data</a:t>
            </a:r>
            <a:r>
              <a:rPr lang="en-GB" sz="1800" dirty="0">
                <a:sym typeface="Wingdings" panose="05000000000000000000" pitchFamily="2" charset="2"/>
              </a:rPr>
              <a:t>  </a:t>
            </a:r>
            <a:r>
              <a:rPr lang="en-GB" sz="1800" b="1" dirty="0">
                <a:sym typeface="Wingdings" panose="05000000000000000000" pitchFamily="2" charset="2"/>
              </a:rPr>
              <a:t>X </a:t>
            </a:r>
            <a:r>
              <a:rPr lang="en-GB" sz="1800" dirty="0">
                <a:sym typeface="Wingdings" panose="05000000000000000000" pitchFamily="2" charset="2"/>
              </a:rPr>
              <a:t>Information lost</a:t>
            </a:r>
          </a:p>
          <a:p>
            <a:r>
              <a:rPr lang="en-GB" sz="1800" b="1" dirty="0">
                <a:sym typeface="Wingdings" panose="05000000000000000000" pitchFamily="2" charset="2"/>
              </a:rPr>
              <a:t>Sample Size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Efficiently large: 2011-2024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EPV : Unbiased coeff, Avoid overfit </a:t>
            </a:r>
          </a:p>
          <a:p>
            <a:r>
              <a:rPr lang="en-GB" sz="1800" b="1" dirty="0">
                <a:sym typeface="Wingdings" panose="05000000000000000000" pitchFamily="2" charset="2"/>
              </a:rPr>
              <a:t>More performance Metrics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MCC, BA, F1, ROC, PR Curves</a:t>
            </a:r>
          </a:p>
          <a:p>
            <a:r>
              <a:rPr lang="en-GB" sz="1800" b="1" dirty="0">
                <a:sym typeface="Wingdings" panose="05000000000000000000" pitchFamily="2" charset="2"/>
              </a:rPr>
              <a:t>Interpretability of ML 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SHAP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34236"/>
            <a:ext cx="5410200" cy="5367506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1800" b="1" dirty="0"/>
              <a:t>Missing data </a:t>
            </a:r>
          </a:p>
          <a:p>
            <a:pPr lvl="1"/>
            <a:r>
              <a:rPr lang="en-US" sz="1800" dirty="0"/>
              <a:t>Regular expression text mining vs NLP</a:t>
            </a:r>
          </a:p>
          <a:p>
            <a:pPr lvl="1"/>
            <a:r>
              <a:rPr lang="en-US" sz="1800" dirty="0"/>
              <a:t>Many null </a:t>
            </a:r>
            <a:r>
              <a:rPr lang="en-US" sz="1800" dirty="0">
                <a:sym typeface="Wingdings" panose="05000000000000000000" pitchFamily="2" charset="2"/>
              </a:rPr>
              <a:t> Drop whole features</a:t>
            </a:r>
          </a:p>
          <a:p>
            <a:r>
              <a:rPr lang="en-US" sz="1800" b="1" dirty="0">
                <a:sym typeface="Wingdings" panose="05000000000000000000" pitchFamily="2" charset="2"/>
              </a:rPr>
              <a:t>Same variables per Phase</a:t>
            </a:r>
          </a:p>
          <a:p>
            <a:r>
              <a:rPr lang="en-US" sz="1800" b="1" dirty="0"/>
              <a:t>Random Under Sample 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Information loss</a:t>
            </a:r>
          </a:p>
          <a:p>
            <a:r>
              <a:rPr lang="en-US" sz="1800" b="1" dirty="0"/>
              <a:t>EPV &gt;25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Inefficient for ML</a:t>
            </a:r>
          </a:p>
          <a:p>
            <a:r>
              <a:rPr lang="en-US" sz="1800" b="1" dirty="0"/>
              <a:t>Exploratory Analysis on Logistic </a:t>
            </a:r>
          </a:p>
          <a:p>
            <a:r>
              <a:rPr lang="en-US" sz="1800" b="1" dirty="0"/>
              <a:t>Models' outperformance </a:t>
            </a:r>
          </a:p>
          <a:p>
            <a:pPr lvl="1"/>
            <a:r>
              <a:rPr lang="en-US" sz="1800" dirty="0"/>
              <a:t>Difference only in second decimal</a:t>
            </a:r>
          </a:p>
          <a:p>
            <a:r>
              <a:rPr lang="en-US" sz="1800" b="1" dirty="0"/>
              <a:t>No field specific analysis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>
                <a:sym typeface="Wingdings" panose="05000000000000000000" pitchFamily="2" charset="2"/>
              </a:rPr>
              <a:t>high dimension</a:t>
            </a:r>
            <a:endParaRPr lang="en-US" sz="1800" dirty="0"/>
          </a:p>
          <a:p>
            <a:r>
              <a:rPr lang="en-US" sz="1800" b="1" dirty="0"/>
              <a:t>Phases 0, 1|2, 2|3, NA excluded</a:t>
            </a:r>
          </a:p>
          <a:p>
            <a:r>
              <a:rPr lang="en-US" sz="1800" b="1" dirty="0"/>
              <a:t>Study statuses excluded: </a:t>
            </a:r>
            <a:r>
              <a:rPr lang="en-US" sz="1800" dirty="0"/>
              <a:t>Terminated, Withdrawn, Suspended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600" y="915965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917530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646498"/>
            <a:ext cx="10972799" cy="356500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of early termination induction </a:t>
            </a:r>
          </a:p>
          <a:p>
            <a:pPr lvl="1"/>
            <a:r>
              <a:rPr lang="en-US" sz="2000" dirty="0"/>
              <a:t>Interactions: Enrollment x Other Features, Funder x Intervention etc. </a:t>
            </a:r>
          </a:p>
          <a:p>
            <a:pPr lvl="1"/>
            <a:r>
              <a:rPr lang="en-US" sz="2000" dirty="0"/>
              <a:t>Condition fields </a:t>
            </a:r>
          </a:p>
          <a:p>
            <a:pPr lvl="1"/>
            <a:r>
              <a:rPr lang="en-US" sz="2000" dirty="0"/>
              <a:t>Features ~ Phase</a:t>
            </a:r>
          </a:p>
          <a:p>
            <a:pPr lvl="1"/>
            <a:r>
              <a:rPr lang="en-US" sz="2000" dirty="0"/>
              <a:t>Other Study Statuses: Withdrawn, Terminated, Suspended separately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1600" b="1" dirty="0"/>
              <a:t> </a:t>
            </a:r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Literature, Registries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B667A5-2A96-D1BF-EB2C-352938518F72}"/>
              </a:ext>
            </a:extLst>
          </p:cNvPr>
          <p:cNvSpPr txBox="1"/>
          <p:nvPr/>
        </p:nvSpPr>
        <p:spPr>
          <a:xfrm>
            <a:off x="609599" y="1030147"/>
            <a:ext cx="10972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Literature aligned</a:t>
            </a:r>
            <a:r>
              <a:rPr lang="en-US" dirty="0">
                <a:sym typeface="Wingdings" panose="05000000000000000000" pitchFamily="2" charset="2"/>
              </a:rPr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587445"/>
            <a:ext cx="10972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Establish well performed models/methods for real world health data</a:t>
            </a:r>
          </a:p>
          <a:p>
            <a:pPr algn="ctr"/>
            <a:r>
              <a:rPr lang="en-US" dirty="0"/>
              <a:t>and analysis of corresponding problems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25909</TotalTime>
  <Words>1422</Words>
  <Application>Microsoft Office PowerPoint</Application>
  <PresentationFormat>Widescreen</PresentationFormat>
  <Paragraphs>284</Paragraphs>
  <Slides>26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PowerPoint Presentation</vt:lpstr>
      <vt:lpstr>Introduction</vt:lpstr>
      <vt:lpstr>Clinical Trials</vt:lpstr>
      <vt:lpstr>Phases</vt:lpstr>
      <vt:lpstr>Electronic Health Records – EHR</vt:lpstr>
      <vt:lpstr>Problem</vt:lpstr>
      <vt:lpstr>Early Termination (Background Research)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Evaluation Metrics</vt:lpstr>
      <vt:lpstr>Model per Phase</vt:lpstr>
      <vt:lpstr>Metrics</vt:lpstr>
      <vt:lpstr>Model Performance</vt:lpstr>
      <vt:lpstr>Features Evaluation</vt:lpstr>
      <vt:lpstr>Features Evaluation</vt:lpstr>
      <vt:lpstr>Discussion</vt:lpstr>
      <vt:lpstr>Results Summary</vt:lpstr>
      <vt:lpstr>Strengths &amp; Limitations</vt:lpstr>
      <vt:lpstr>Future Research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2025-10-28T02:18:41Z</dcterms:modified>
</cp:coreProperties>
</file>