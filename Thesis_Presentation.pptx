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60" r:id="rId6"/>
    <p:sldId id="270" r:id="rId7"/>
    <p:sldId id="281" r:id="rId8"/>
    <p:sldId id="262" r:id="rId9"/>
    <p:sldId id="266" r:id="rId10"/>
    <p:sldId id="269" r:id="rId11"/>
    <p:sldId id="275" r:id="rId12"/>
    <p:sldId id="274" r:id="rId13"/>
    <p:sldId id="273" r:id="rId14"/>
    <p:sldId id="290" r:id="rId15"/>
    <p:sldId id="268" r:id="rId16"/>
    <p:sldId id="279" r:id="rId17"/>
    <p:sldId id="267" r:id="rId18"/>
    <p:sldId id="264" r:id="rId19"/>
    <p:sldId id="291" r:id="rId20"/>
    <p:sldId id="276" r:id="rId21"/>
    <p:sldId id="284" r:id="rId22"/>
    <p:sldId id="293" r:id="rId23"/>
    <p:sldId id="292" r:id="rId24"/>
    <p:sldId id="263" r:id="rId25"/>
    <p:sldId id="285" r:id="rId26"/>
    <p:sldId id="277" r:id="rId27"/>
    <p:sldId id="278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60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64"/>
            <p14:sldId id="291"/>
            <p14:sldId id="276"/>
            <p14:sldId id="284"/>
            <p14:sldId id="293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691" dt="2025-11-26T00:22:05.8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1-27T02:28:14.701" v="39337" actId="1440"/>
      <pc:docMkLst>
        <pc:docMk/>
      </pc:docMkLst>
      <pc:sldChg chg="addSp delSp modSp new mod setBg">
        <pc:chgData name="Evgenia Andreou" userId="8e89e74f621e7047" providerId="LiveId" clId="{EF53017E-E624-4052-9F70-6403551E244D}" dt="2025-11-21T00:49:58.598" v="34954" actId="20577"/>
        <pc:sldMkLst>
          <pc:docMk/>
          <pc:sldMk cId="568867521" sldId="257"/>
        </pc:sldMkLst>
        <pc:spChg chg="add del mod">
          <ac:chgData name="Evgenia Andreou" userId="8e89e74f621e7047" providerId="LiveId" clId="{EF53017E-E624-4052-9F70-6403551E244D}" dt="2025-10-31T15:18:02.298" v="34874" actId="113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1-21T00:49:58.598" v="34954" actId="20577"/>
          <ac:spMkLst>
            <pc:docMk/>
            <pc:sldMk cId="568867521" sldId="257"/>
            <ac:spMk id="4" creationId="{DA253F5B-969C-ED7C-E6DD-0409268E6EFB}"/>
          </ac:spMkLst>
        </pc:spChg>
        <pc:spChg chg="add mod">
          <ac:chgData name="Evgenia Andreou" userId="8e89e74f621e7047" providerId="LiveId" clId="{EF53017E-E624-4052-9F70-6403551E244D}" dt="2025-10-31T15:19:05.841" v="34919" actId="1076"/>
          <ac:spMkLst>
            <pc:docMk/>
            <pc:sldMk cId="568867521" sldId="257"/>
            <ac:spMk id="5" creationId="{7F59F5FB-A94B-31DE-2AAA-445E59F01FC2}"/>
          </ac:spMkLst>
        </pc:spChg>
        <pc:picChg chg="add mod">
          <ac:chgData name="Evgenia Andreou" userId="8e89e74f621e7047" providerId="LiveId" clId="{EF53017E-E624-4052-9F70-6403551E244D}" dt="2025-10-31T15:19:06.238" v="34920" actId="1076"/>
          <ac:picMkLst>
            <pc:docMk/>
            <pc:sldMk cId="568867521" sldId="257"/>
            <ac:picMk id="2" creationId="{5D46DE69-A32F-DC72-8928-3B97AD27BEA8}"/>
          </ac:picMkLst>
        </pc:picChg>
      </pc:sldChg>
      <pc:sldChg chg="addSp delSp modSp new mod ord setBg">
        <pc:chgData name="Evgenia Andreou" userId="8e89e74f621e7047" providerId="LiveId" clId="{EF53017E-E624-4052-9F70-6403551E244D}" dt="2025-10-31T15:17:52.574" v="34873" actId="692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31T15:17:52.574" v="34873" actId="692"/>
          <ac:spMkLst>
            <pc:docMk/>
            <pc:sldMk cId="1223022622" sldId="258"/>
            <ac:spMk id="2" creationId="{68F7CEDF-EFB3-C401-7155-FB36C7BDA927}"/>
          </ac:spMkLst>
        </pc:spChg>
      </pc:sldChg>
      <pc:sldChg chg="addSp delSp modSp new mod ord setBg modClrScheme chgLayout">
        <pc:chgData name="Evgenia Andreou" userId="8e89e74f621e7047" providerId="LiveId" clId="{EF53017E-E624-4052-9F70-6403551E244D}" dt="2025-11-23T03:26:22.002" v="38386" actId="20577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0-29T16:03:40.991" v="34565" actId="255"/>
          <ac:spMkLst>
            <pc:docMk/>
            <pc:sldMk cId="3253723412" sldId="260"/>
            <ac:spMk id="2" creationId="{8ED081B3-55DA-8B56-A28C-A5E0E86DDBDA}"/>
          </ac:spMkLst>
        </pc:spChg>
        <pc:spChg chg="add mod">
          <ac:chgData name="Evgenia Andreou" userId="8e89e74f621e7047" providerId="LiveId" clId="{EF53017E-E624-4052-9F70-6403551E244D}" dt="2025-10-29T16:02:39.018" v="34557" actId="255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29T16:07:12.248" v="34666" actId="20577"/>
          <ac:spMkLst>
            <pc:docMk/>
            <pc:sldMk cId="3253723412" sldId="260"/>
            <ac:spMk id="4" creationId="{8E7D1FB3-01A9-C464-C45A-EB8E9A04BC4D}"/>
          </ac:spMkLst>
        </pc:spChg>
        <pc:spChg chg="add mod">
          <ac:chgData name="Evgenia Andreou" userId="8e89e74f621e7047" providerId="LiveId" clId="{EF53017E-E624-4052-9F70-6403551E244D}" dt="2025-11-21T01:02:19.481" v="35228" actId="1076"/>
          <ac:spMkLst>
            <pc:docMk/>
            <pc:sldMk cId="3253723412" sldId="260"/>
            <ac:spMk id="5" creationId="{E7DEE60B-D404-7827-DCD6-007CA5735B35}"/>
          </ac:spMkLst>
        </pc:spChg>
        <pc:spChg chg="add mod">
          <ac:chgData name="Evgenia Andreou" userId="8e89e74f621e7047" providerId="LiveId" clId="{EF53017E-E624-4052-9F70-6403551E244D}" dt="2025-11-21T01:02:11.243" v="35226" actId="1076"/>
          <ac:spMkLst>
            <pc:docMk/>
            <pc:sldMk cId="3253723412" sldId="260"/>
            <ac:spMk id="6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1-23T03:26:22.002" v="38386" actId="20577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3T01:18:41.088" v="37571" actId="20577"/>
        <pc:sldMkLst>
          <pc:docMk/>
          <pc:sldMk cId="1363710211" sldId="262"/>
        </pc:sldMkLst>
        <pc:spChg chg="add mod">
          <ac:chgData name="Evgenia Andreou" userId="8e89e74f621e7047" providerId="LiveId" clId="{EF53017E-E624-4052-9F70-6403551E244D}" dt="2025-11-23T01:18:41.088" v="37571" actId="20577"/>
          <ac:spMkLst>
            <pc:docMk/>
            <pc:sldMk cId="1363710211" sldId="262"/>
            <ac:spMk id="31" creationId="{E4151066-3F48-9700-D69C-E46E31D40C83}"/>
          </ac:spMkLst>
        </pc:spChg>
        <pc:spChg chg="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3" creationId="{685977E3-BE66-C325-7617-8006ED1FCC83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4" creationId="{96375C8D-75B6-B300-A413-940AA01BDE3E}"/>
          </ac:spMkLst>
        </pc:spChg>
        <pc:spChg chg="mod">
          <ac:chgData name="Evgenia Andreou" userId="8e89e74f621e7047" providerId="LiveId" clId="{EF53017E-E624-4052-9F70-6403551E244D}" dt="2025-10-28T01:11:50.569" v="33200" actId="107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582" creationId="{8AD59409-A14C-E64D-73A3-2C4EE7BB5E73}"/>
          </ac:spMkLst>
        </pc:spChg>
        <pc:spChg chg="add mod">
          <ac:chgData name="Evgenia Andreou" userId="8e89e74f621e7047" providerId="LiveId" clId="{EF53017E-E624-4052-9F70-6403551E244D}" dt="2025-11-21T01:05:32.978" v="35284" actId="20577"/>
          <ac:spMkLst>
            <pc:docMk/>
            <pc:sldMk cId="1363710211" sldId="262"/>
            <ac:spMk id="677" creationId="{1263351C-9AB9-9F3E-1A06-CBF996165FBC}"/>
          </ac:spMkLst>
        </pc:spChg>
        <pc:cxnChg chg="mod">
          <ac:chgData name="Evgenia Andreou" userId="8e89e74f621e7047" providerId="LiveId" clId="{EF53017E-E624-4052-9F70-6403551E244D}" dt="2025-10-28T01:09:46.992" v="33181" actId="14100"/>
          <ac:cxnSpMkLst>
            <pc:docMk/>
            <pc:sldMk cId="1363710211" sldId="262"/>
            <ac:cxnSpMk id="81" creationId="{05344E2E-FFEC-B46E-FB1C-FBAC268A6731}"/>
          </ac:cxnSpMkLst>
        </pc:cxnChg>
        <pc:cxnChg chg="mod">
          <ac:chgData name="Evgenia Andreou" userId="8e89e74f621e7047" providerId="LiveId" clId="{EF53017E-E624-4052-9F70-6403551E244D}" dt="2025-10-28T01:09:55.023" v="33183" actId="14100"/>
          <ac:cxnSpMkLst>
            <pc:docMk/>
            <pc:sldMk cId="1363710211" sldId="262"/>
            <ac:cxnSpMk id="83" creationId="{5156EED3-9E21-BC6B-951D-F2914FC68A98}"/>
          </ac:cxnSpMkLst>
        </pc:cxnChg>
        <pc:cxnChg chg="mod">
          <ac:chgData name="Evgenia Andreou" userId="8e89e74f621e7047" providerId="LiveId" clId="{EF53017E-E624-4052-9F70-6403551E244D}" dt="2025-10-28T01:11:50.569" v="33200" actId="1076"/>
          <ac:cxnSpMkLst>
            <pc:docMk/>
            <pc:sldMk cId="1363710211" sldId="262"/>
            <ac:cxnSpMk id="85" creationId="{78652D68-0DB3-6990-6918-EE78DE3D987D}"/>
          </ac:cxnSpMkLst>
        </pc:cxnChg>
        <pc:cxnChg chg="add mod">
          <ac:chgData name="Evgenia Andreou" userId="8e89e74f621e7047" providerId="LiveId" clId="{EF53017E-E624-4052-9F70-6403551E244D}" dt="2025-10-28T01:09:49.689" v="33182" actId="14100"/>
          <ac:cxnSpMkLst>
            <pc:docMk/>
            <pc:sldMk cId="1363710211" sldId="262"/>
            <ac:cxnSpMk id="583" creationId="{B799BC5B-8485-A3BC-50A1-D4C731EE3820}"/>
          </ac:cxnSpMkLst>
        </pc:cxnChg>
      </pc:sldChg>
      <pc:sldChg chg="addSp modSp add mod ord">
        <pc:chgData name="Evgenia Andreou" userId="8e89e74f621e7047" providerId="LiveId" clId="{EF53017E-E624-4052-9F70-6403551E244D}" dt="2025-11-23T03:43:57.558" v="38454" actId="1076"/>
        <pc:sldMkLst>
          <pc:docMk/>
          <pc:sldMk cId="379656155" sldId="263"/>
        </pc:sldMkLst>
        <pc:spChg chg="add mod">
          <ac:chgData name="Evgenia Andreou" userId="8e89e74f621e7047" providerId="LiveId" clId="{EF53017E-E624-4052-9F70-6403551E244D}" dt="2025-11-23T03:43:51.945" v="38453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5-11-23T03:43:47.748" v="38452" actId="1076"/>
          <ac:spMkLst>
            <pc:docMk/>
            <pc:sldMk cId="379656155" sldId="263"/>
            <ac:spMk id="7" creationId="{7379714B-1FF3-323E-6749-EA95E8C454BF}"/>
          </ac:spMkLst>
        </pc:spChg>
        <pc:picChg chg="add mod">
          <ac:chgData name="Evgenia Andreou" userId="8e89e74f621e7047" providerId="LiveId" clId="{EF53017E-E624-4052-9F70-6403551E244D}" dt="2025-11-23T03:43:57.558" v="38454" actId="1076"/>
          <ac:picMkLst>
            <pc:docMk/>
            <pc:sldMk cId="379656155" sldId="263"/>
            <ac:picMk id="14" creationId="{02054822-7CFA-3734-870F-31D73313B46C}"/>
          </ac:picMkLst>
        </pc:picChg>
      </pc:sldChg>
      <pc:sldChg chg="modSp add mod ord">
        <pc:chgData name="Evgenia Andreou" userId="8e89e74f621e7047" providerId="LiveId" clId="{EF53017E-E624-4052-9F70-6403551E244D}" dt="2025-11-25T20:26:05.952" v="38914" actId="20577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5-11-25T20:26:05.952" v="38914" actId="20577"/>
          <ac:spMkLst>
            <pc:docMk/>
            <pc:sldMk cId="493610102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6T00:22:05.877" v="39214" actId="5793"/>
        <pc:sldMkLst>
          <pc:docMk/>
          <pc:sldMk cId="1969514135" sldId="266"/>
        </pc:sldMkLst>
        <pc:graphicFrameChg chg="add mod modGraphic">
          <ac:chgData name="Evgenia Andreou" userId="8e89e74f621e7047" providerId="LiveId" clId="{EF53017E-E624-4052-9F70-6403551E244D}" dt="2025-11-26T00:20:18.945" v="39155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1-26T00:22:05.877" v="39214" actId="5793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new mod ord setBg">
        <pc:chgData name="Evgenia Andreou" userId="8e89e74f621e7047" providerId="LiveId" clId="{EF53017E-E624-4052-9F70-6403551E244D}" dt="2025-11-23T01:16:50.377" v="37524" actId="1076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1-21T02:00:40.356" v="35689" actId="103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1-23T01:16:44.948" v="37523" actId="14100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1-23T01:16:50.377" v="37524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1-25T20:38:10.684" v="38955" actId="1440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1-24T05:13:10.939" v="38633" actId="1036"/>
          <ac:spMkLst>
            <pc:docMk/>
            <pc:sldMk cId="3208481001" sldId="268"/>
            <ac:spMk id="2" creationId="{CD8A3B03-5129-00F7-346A-0DAC09CCDBDF}"/>
          </ac:spMkLst>
        </pc:spChg>
        <pc:grpChg chg="add mod">
          <ac:chgData name="Evgenia Andreou" userId="8e89e74f621e7047" providerId="LiveId" clId="{EF53017E-E624-4052-9F70-6403551E244D}" dt="2025-11-25T00:48:27.761" v="38708" actId="1037"/>
          <ac:grpSpMkLst>
            <pc:docMk/>
            <pc:sldMk cId="3208481001" sldId="268"/>
            <ac:grpSpMk id="24" creationId="{3FB3EC97-CFD4-18C0-5C67-9419FD568CEB}"/>
          </ac:grpSpMkLst>
        </pc:grp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0" creationId="{7C472132-5D48-1F80-B2C9-8536CD86963F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3" creationId="{0950AC3A-891F-671F-7599-F2B502FB4DB5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8" creationId="{0D213D03-A565-B363-6B02-CE7249196914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20" creationId="{8213FD52-7304-D574-CCCB-2C514C8C0A43}"/>
          </ac:picMkLst>
        </pc:picChg>
      </pc:sldChg>
      <pc:sldChg chg="addSp delSp modSp new mod ord setBg">
        <pc:chgData name="Evgenia Andreou" userId="8e89e74f621e7047" providerId="LiveId" clId="{EF53017E-E624-4052-9F70-6403551E244D}" dt="2025-10-31T15:17:18.034" v="34870" actId="1582"/>
        <pc:sldMkLst>
          <pc:docMk/>
          <pc:sldMk cId="2295317214" sldId="270"/>
        </pc:sldMkLst>
        <pc:spChg chg="add mod">
          <ac:chgData name="Evgenia Andreou" userId="8e89e74f621e7047" providerId="LiveId" clId="{EF53017E-E624-4052-9F70-6403551E244D}" dt="2025-10-31T15:17:18.034" v="34870" actId="1582"/>
          <ac:spMkLst>
            <pc:docMk/>
            <pc:sldMk cId="2295317214" sldId="270"/>
            <ac:spMk id="3" creationId="{E1977896-C24B-9F1A-D777-D502E6AF5937}"/>
          </ac:spMkLst>
        </pc:spChg>
      </pc:sldChg>
      <pc:sldChg chg="modSp new mod setBg">
        <pc:chgData name="Evgenia Andreou" userId="8e89e74f621e7047" providerId="LiveId" clId="{EF53017E-E624-4052-9F70-6403551E244D}" dt="2025-10-31T15:17:28.839" v="34871" actId="1582"/>
        <pc:sldMkLst>
          <pc:docMk/>
          <pc:sldMk cId="2301623070" sldId="271"/>
        </pc:sldMkLst>
        <pc:spChg chg="mod">
          <ac:chgData name="Evgenia Andreou" userId="8e89e74f621e7047" providerId="LiveId" clId="{EF53017E-E624-4052-9F70-6403551E244D}" dt="2025-10-31T15:17:28.839" v="34871" actId="1582"/>
          <ac:spMkLst>
            <pc:docMk/>
            <pc:sldMk cId="2301623070" sldId="271"/>
            <ac:spMk id="2" creationId="{CDD171AF-4846-67D2-CC20-E35F25A49F78}"/>
          </ac:spMkLst>
        </pc:spChg>
      </pc:sldChg>
      <pc:sldChg chg="delSp modSp new mod">
        <pc:chgData name="Evgenia Andreou" userId="8e89e74f621e7047" providerId="LiveId" clId="{EF53017E-E624-4052-9F70-6403551E244D}" dt="2025-10-31T15:17:07.410" v="34869" actId="1582"/>
        <pc:sldMkLst>
          <pc:docMk/>
          <pc:sldMk cId="322220874" sldId="273"/>
        </pc:sldMkLst>
        <pc:spChg chg="mod">
          <ac:chgData name="Evgenia Andreou" userId="8e89e74f621e7047" providerId="LiveId" clId="{EF53017E-E624-4052-9F70-6403551E244D}" dt="2025-10-31T15:17:07.410" v="34869" actId="1582"/>
          <ac:spMkLst>
            <pc:docMk/>
            <pc:sldMk cId="322220874" sldId="273"/>
            <ac:spMk id="2" creationId="{C1372E30-38DD-5181-224E-44A7786493A0}"/>
          </ac:spMkLst>
        </pc:spChg>
      </pc:sldChg>
      <pc:sldChg chg="addSp delSp modSp new mod modShow">
        <pc:chgData name="Evgenia Andreou" userId="8e89e74f621e7047" providerId="LiveId" clId="{EF53017E-E624-4052-9F70-6403551E244D}" dt="2025-11-21T01:45:17.071" v="35623" actId="1076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1-21T01:45:09.648" v="35622" actId="14100"/>
          <ac:spMkLst>
            <pc:docMk/>
            <pc:sldMk cId="201207592" sldId="274"/>
            <ac:spMk id="3" creationId="{A3AF1BF4-48AB-F18F-B99C-6D42C28D6198}"/>
          </ac:spMkLst>
        </pc:sp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6" creationId="{443DDD4E-E012-875F-8BEF-2790662F02DE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9" creationId="{493D4F5F-5BE2-95A5-1B45-EBA09F5722A6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ord modShow">
        <pc:chgData name="Evgenia Andreou" userId="8e89e74f621e7047" providerId="LiveId" clId="{EF53017E-E624-4052-9F70-6403551E244D}" dt="2025-10-28T08:01:11.467" v="33717" actId="20577"/>
        <pc:sldMkLst>
          <pc:docMk/>
          <pc:sldMk cId="311389722" sldId="275"/>
        </pc:sldMkLst>
        <pc:spChg chg="mod">
          <ac:chgData name="Evgenia Andreou" userId="8e89e74f621e7047" providerId="LiveId" clId="{EF53017E-E624-4052-9F70-6403551E244D}" dt="2025-10-28T08:01:11.467" v="33717" actId="20577"/>
          <ac:spMkLst>
            <pc:docMk/>
            <pc:sldMk cId="311389722" sldId="275"/>
            <ac:spMk id="3" creationId="{C743E199-295C-C3F2-FEEF-357550E7830B}"/>
          </ac:spMkLst>
        </pc:spChg>
      </pc:sldChg>
      <pc:sldChg chg="addSp delSp modSp new mod setBg">
        <pc:chgData name="Evgenia Andreou" userId="8e89e74f621e7047" providerId="LiveId" clId="{EF53017E-E624-4052-9F70-6403551E244D}" dt="2025-11-25T20:55:08.907" v="38987" actId="103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1-24T05:10:41.875" v="38583" actId="313"/>
          <ac:spMkLst>
            <pc:docMk/>
            <pc:sldMk cId="1839987358" sldId="276"/>
            <ac:spMk id="2" creationId="{2266DF65-6188-8376-76BA-FBFCD6D58A83}"/>
          </ac:spMkLst>
        </pc:spChg>
        <pc:grpChg chg="add mod">
          <ac:chgData name="Evgenia Andreou" userId="8e89e74f621e7047" providerId="LiveId" clId="{EF53017E-E624-4052-9F70-6403551E244D}" dt="2025-11-25T20:55:08.907" v="38987" actId="1037"/>
          <ac:grpSpMkLst>
            <pc:docMk/>
            <pc:sldMk cId="1839987358" sldId="276"/>
            <ac:grpSpMk id="36" creationId="{34B46513-4A49-58D4-8935-B7F54A3BEBBB}"/>
          </ac:grpSpMkLst>
        </pc:grp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29" creationId="{0D4ADD35-D2D4-DA05-5903-913AACBA24D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1" creationId="{FFBEBC9B-A546-B8B1-FD16-74D1E79ADF4C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3" creationId="{5DDB2D2A-0022-B9CE-0C3A-8A8B40881F2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5" creationId="{0A91FFED-CDFA-FBE7-D2E8-B94068B2AE35}"/>
          </ac:picMkLst>
        </pc:picChg>
      </pc:sldChg>
      <pc:sldChg chg="addSp delSp modSp new mod">
        <pc:chgData name="Evgenia Andreou" userId="8e89e74f621e7047" providerId="LiveId" clId="{EF53017E-E624-4052-9F70-6403551E244D}" dt="2025-11-27T02:01:43.843" v="39328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0-28T00:22:20.334" v="32448" actId="692"/>
          <ac:spMkLst>
            <pc:docMk/>
            <pc:sldMk cId="2946716891" sldId="277"/>
            <ac:spMk id="2" creationId="{FB03F8E8-2E98-47AD-EA90-7034E59DE430}"/>
          </ac:spMkLst>
        </pc:spChg>
        <pc:spChg chg="mod">
          <ac:chgData name="Evgenia Andreou" userId="8e89e74f621e7047" providerId="LiveId" clId="{EF53017E-E624-4052-9F70-6403551E244D}" dt="2025-11-27T02:01:03.045" v="39320" actId="179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1-27T02:01:43.843" v="39328" actId="20577"/>
          <ac:spMkLst>
            <pc:docMk/>
            <pc:sldMk cId="2946716891" sldId="277"/>
            <ac:spMk id="4" creationId="{401DE421-F807-3BEB-AAE2-D3F1FCDFEE89}"/>
          </ac:spMkLst>
        </pc:spChg>
        <pc:spChg chg="add mod">
          <ac:chgData name="Evgenia Andreou" userId="8e89e74f621e7047" providerId="LiveId" clId="{EF53017E-E624-4052-9F70-6403551E244D}" dt="2025-11-23T03:08:10.362" v="38200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1-23T03:08:12.399" v="38201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1-23T03:14:03.926" v="38266" actId="255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0-28T00:38:05.658" v="32980" actId="1076"/>
          <ac:spMkLst>
            <pc:docMk/>
            <pc:sldMk cId="1725771169" sldId="278"/>
            <ac:spMk id="2" creationId="{691FB1F2-9B2C-952D-6552-CDCF58BA3473}"/>
          </ac:spMkLst>
        </pc:spChg>
        <pc:spChg chg="mod">
          <ac:chgData name="Evgenia Andreou" userId="8e89e74f621e7047" providerId="LiveId" clId="{EF53017E-E624-4052-9F70-6403551E244D}" dt="2025-11-23T03:14:03.926" v="38266" actId="255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1-23T01:19:27.165" v="37572" actId="692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1-25T20:55:16.235" v="38988" actId="1440"/>
        <pc:sldMkLst>
          <pc:docMk/>
          <pc:sldMk cId="1267936960" sldId="279"/>
        </pc:sldMkLst>
        <pc:spChg chg="mod">
          <ac:chgData name="Evgenia Andreou" userId="8e89e74f621e7047" providerId="LiveId" clId="{EF53017E-E624-4052-9F70-6403551E244D}" dt="2025-10-28T00:08:13.671" v="32241" actId="1076"/>
          <ac:spMkLst>
            <pc:docMk/>
            <pc:sldMk cId="1267936960" sldId="279"/>
            <ac:spMk id="2" creationId="{0C918C95-FA1E-7B34-5FD5-342E1E438703}"/>
          </ac:spMkLst>
        </pc:sp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4" creationId="{34D8EBA6-F13B-9891-83BA-FB348C7CEE7D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6" creationId="{A8B5C16B-5A07-0192-C73D-1F03ADF5804E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8" creationId="{F35FB39E-3272-D92C-9125-F3C06DBF38D3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20" creationId="{A61F3796-1B61-CFA2-3252-D326B10039BA}"/>
          </ac:picMkLst>
        </pc:picChg>
      </pc:sldChg>
      <pc:sldChg chg="addSp delSp modSp new mod setBg modClrScheme chgLayout">
        <pc:chgData name="Evgenia Andreou" userId="8e89e74f621e7047" providerId="LiveId" clId="{EF53017E-E624-4052-9F70-6403551E244D}" dt="2025-11-23T03:24:30.164" v="38377" actId="20577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1-22T20:31:06.489" v="36109" actId="1076"/>
          <ac:spMkLst>
            <pc:docMk/>
            <pc:sldMk cId="2646428108" sldId="280"/>
            <ac:spMk id="2" creationId="{CF22C3FE-4952-8B04-EE9E-11D16A30959E}"/>
          </ac:spMkLst>
        </pc:spChg>
        <pc:spChg chg="add mod">
          <ac:chgData name="Evgenia Andreou" userId="8e89e74f621e7047" providerId="LiveId" clId="{EF53017E-E624-4052-9F70-6403551E244D}" dt="2025-11-22T20:30:39.130" v="36103" actId="1076"/>
          <ac:spMkLst>
            <pc:docMk/>
            <pc:sldMk cId="2646428108" sldId="280"/>
            <ac:spMk id="4" creationId="{09E12B7C-A56F-6A62-B5DD-62E3B3441FAC}"/>
          </ac:spMkLst>
        </pc:spChg>
        <pc:spChg chg="add mod">
          <ac:chgData name="Evgenia Andreou" userId="8e89e74f621e7047" providerId="LiveId" clId="{EF53017E-E624-4052-9F70-6403551E244D}" dt="2025-11-22T20:31:15.053" v="36114" actId="1036"/>
          <ac:spMkLst>
            <pc:docMk/>
            <pc:sldMk cId="2646428108" sldId="280"/>
            <ac:spMk id="5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1-23T03:21:24.931" v="38314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1-23T03:21:24.741" v="38313" actId="1076"/>
          <ac:spMkLst>
            <pc:docMk/>
            <pc:sldMk cId="2646428108" sldId="280"/>
            <ac:spMk id="7" creationId="{4CAD9BB0-1F82-1511-FDEC-D74329C882B9}"/>
          </ac:spMkLst>
        </pc:spChg>
        <pc:graphicFrameChg chg="add mod modGraphic">
          <ac:chgData name="Evgenia Andreou" userId="8e89e74f621e7047" providerId="LiveId" clId="{EF53017E-E624-4052-9F70-6403551E244D}" dt="2025-11-23T03:24:30.164" v="38377" actId="20577"/>
          <ac:graphicFrameMkLst>
            <pc:docMk/>
            <pc:sldMk cId="2646428108" sldId="280"/>
            <ac:graphicFrameMk id="10" creationId="{E8E1A626-B7C4-9314-0D62-B97468983BC1}"/>
          </ac:graphicFrameMkLst>
        </pc:graphicFrameChg>
      </pc:sldChg>
      <pc:sldChg chg="addSp delSp modSp new mod setBg">
        <pc:chgData name="Evgenia Andreou" userId="8e89e74f621e7047" providerId="LiveId" clId="{EF53017E-E624-4052-9F70-6403551E244D}" dt="2025-11-23T02:46:58.276" v="38071" actId="6549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1-21T01:03:26.053" v="35229" actId="1076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1-23T02:43:06.040" v="38065" actId="20577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1-23T02:42:57.852" v="38059" actId="21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1-21T01:03:33.092" v="35232" actId="107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1-21T01:03:49.669" v="35236" actId="107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1-23T02:46:58.276" v="38071" actId="6549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1-27T00:27:12.173" v="39242" actId="207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0-28T00:19:04.723" v="32386" actId="1076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1-23T01:00:42.080" v="37251" actId="6549"/>
          <ac:spMkLst>
            <pc:docMk/>
            <pc:sldMk cId="1583996442" sldId="284"/>
            <ac:spMk id="3" creationId="{8A52800C-A200-F692-1890-42672D83430D}"/>
          </ac:spMkLst>
        </pc:spChg>
        <pc:spChg chg="add mod">
          <ac:chgData name="Evgenia Andreou" userId="8e89e74f621e7047" providerId="LiveId" clId="{EF53017E-E624-4052-9F70-6403551E244D}" dt="2025-11-27T00:27:12.173" v="39242" actId="207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1-23T03:01:53.955" v="38131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delSp modSp new mod">
        <pc:chgData name="Evgenia Andreou" userId="8e89e74f621e7047" providerId="LiveId" clId="{EF53017E-E624-4052-9F70-6403551E244D}" dt="2025-10-31T15:16:52.617" v="34868" actId="1582"/>
        <pc:sldMkLst>
          <pc:docMk/>
          <pc:sldMk cId="1947621257" sldId="285"/>
        </pc:sldMkLst>
        <pc:spChg chg="mod">
          <ac:chgData name="Evgenia Andreou" userId="8e89e74f621e7047" providerId="LiveId" clId="{EF53017E-E624-4052-9F70-6403551E244D}" dt="2025-10-31T15:16:52.617" v="34868" actId="1582"/>
          <ac:spMkLst>
            <pc:docMk/>
            <pc:sldMk cId="1947621257" sldId="285"/>
            <ac:spMk id="2" creationId="{24E1F17E-F8F5-06F4-FC0D-300EA7F02B3E}"/>
          </ac:spMkLst>
        </pc:spChg>
      </pc:sldChg>
      <pc:sldChg chg="addSp delSp modSp new mod">
        <pc:chgData name="Evgenia Andreou" userId="8e89e74f621e7047" providerId="LiveId" clId="{EF53017E-E624-4052-9F70-6403551E244D}" dt="2025-11-23T03:31:42.512" v="38405" actId="20577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0-31T15:05:37.674" v="34793" actId="1076"/>
          <ac:spMkLst>
            <pc:docMk/>
            <pc:sldMk cId="1568349809" sldId="290"/>
            <ac:spMk id="2" creationId="{D6E992A4-3342-4D17-D7D8-CB45D8A172FC}"/>
          </ac:spMkLst>
        </pc:spChg>
        <pc:spChg chg="mod">
          <ac:chgData name="Evgenia Andreou" userId="8e89e74f621e7047" providerId="LiveId" clId="{EF53017E-E624-4052-9F70-6403551E244D}" dt="2025-11-23T03:31:42.512" v="38405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1-21T01:23:00.590" v="35469" actId="255"/>
          <ac:spMkLst>
            <pc:docMk/>
            <pc:sldMk cId="1568349809" sldId="290"/>
            <ac:spMk id="4" creationId="{BCDF1454-93C9-84FC-C387-A62EDE27D4BC}"/>
          </ac:spMkLst>
        </pc:spChg>
      </pc:sldChg>
      <pc:sldChg chg="addSp delSp modSp new mod">
        <pc:chgData name="Evgenia Andreou" userId="8e89e74f621e7047" providerId="LiveId" clId="{EF53017E-E624-4052-9F70-6403551E244D}" dt="2025-11-24T05:10:31.655" v="38581" actId="1076"/>
        <pc:sldMkLst>
          <pc:docMk/>
          <pc:sldMk cId="3019405516" sldId="291"/>
        </pc:sldMkLst>
        <pc:spChg chg="add mod">
          <ac:chgData name="Evgenia Andreou" userId="8e89e74f621e7047" providerId="LiveId" clId="{EF53017E-E624-4052-9F70-6403551E244D}" dt="2025-11-24T05:10:31.655" v="38581" actId="1076"/>
          <ac:spMkLst>
            <pc:docMk/>
            <pc:sldMk cId="3019405516" sldId="291"/>
            <ac:spMk id="5" creationId="{C718A182-FD34-0FCF-F841-2D21F0DFE300}"/>
          </ac:spMkLst>
        </pc:spChg>
        <pc:spChg chg="add mod">
          <ac:chgData name="Evgenia Andreou" userId="8e89e74f621e7047" providerId="LiveId" clId="{EF53017E-E624-4052-9F70-6403551E244D}" dt="2025-10-31T15:05:27.440" v="34792" actId="1076"/>
          <ac:spMkLst>
            <pc:docMk/>
            <pc:sldMk cId="3019405516" sldId="291"/>
            <ac:spMk id="7" creationId="{259B178F-70A2-E2FE-5F28-1D58CF945F1E}"/>
          </ac:spMkLst>
        </pc:spChg>
        <pc:picChg chg="add mod">
          <ac:chgData name="Evgenia Andreou" userId="8e89e74f621e7047" providerId="LiveId" clId="{EF53017E-E624-4052-9F70-6403551E244D}" dt="2025-11-24T05:10:31.655" v="38581" actId="1076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delSp modSp new mod">
        <pc:chgData name="Evgenia Andreou" userId="8e89e74f621e7047" providerId="LiveId" clId="{EF53017E-E624-4052-9F70-6403551E244D}" dt="2025-11-27T02:28:14.701" v="39337" actId="1440"/>
        <pc:sldMkLst>
          <pc:docMk/>
          <pc:sldMk cId="634262476" sldId="292"/>
        </pc:sldMkLst>
        <pc:spChg chg="add mod">
          <ac:chgData name="Evgenia Andreou" userId="8e89e74f621e7047" providerId="LiveId" clId="{EF53017E-E624-4052-9F70-6403551E244D}" dt="2025-11-27T02:13:54.228" v="39333" actId="14100"/>
          <ac:spMkLst>
            <pc:docMk/>
            <pc:sldMk cId="634262476" sldId="292"/>
            <ac:spMk id="3" creationId="{049D6BE7-05AE-64F8-4DB8-D2CE59F9D843}"/>
          </ac:spMkLst>
        </pc:spChg>
        <pc:spChg chg="add mod">
          <ac:chgData name="Evgenia Andreou" userId="8e89e74f621e7047" providerId="LiveId" clId="{EF53017E-E624-4052-9F70-6403551E244D}" dt="2025-11-23T03:41:28.490" v="38427" actId="1076"/>
          <ac:spMkLst>
            <pc:docMk/>
            <pc:sldMk cId="634262476" sldId="292"/>
            <ac:spMk id="4" creationId="{C2BDC2C3-357E-2FCF-83FD-9EEBB4031356}"/>
          </ac:spMkLst>
        </pc:spChg>
        <pc:spChg chg="add mod">
          <ac:chgData name="Evgenia Andreou" userId="8e89e74f621e7047" providerId="LiveId" clId="{EF53017E-E624-4052-9F70-6403551E244D}" dt="2025-11-23T03:41:25.896" v="38426" actId="1076"/>
          <ac:spMkLst>
            <pc:docMk/>
            <pc:sldMk cId="634262476" sldId="292"/>
            <ac:spMk id="5" creationId="{A19BEF67-252A-CEAE-43ED-F027351B452C}"/>
          </ac:spMkLst>
        </pc:spChg>
        <pc:picChg chg="add mod">
          <ac:chgData name="Evgenia Andreou" userId="8e89e74f621e7047" providerId="LiveId" clId="{EF53017E-E624-4052-9F70-6403551E244D}" dt="2025-11-27T02:28:14.701" v="39337" actId="1440"/>
          <ac:picMkLst>
            <pc:docMk/>
            <pc:sldMk cId="634262476" sldId="292"/>
            <ac:picMk id="6" creationId="{3B1FBFAB-7CB4-71D7-BB90-40702C41FA07}"/>
          </ac:picMkLst>
        </pc:picChg>
        <pc:picChg chg="add mod">
          <ac:chgData name="Evgenia Andreou" userId="8e89e74f621e7047" providerId="LiveId" clId="{EF53017E-E624-4052-9F70-6403551E244D}" dt="2025-11-27T02:28:14.701" v="39337" actId="1440"/>
          <ac:picMkLst>
            <pc:docMk/>
            <pc:sldMk cId="634262476" sldId="292"/>
            <ac:picMk id="7" creationId="{B799462F-A4F7-3D43-AE01-D02AF21C2CC4}"/>
          </ac:picMkLst>
        </pc:picChg>
        <pc:picChg chg="add mod">
          <ac:chgData name="Evgenia Andreou" userId="8e89e74f621e7047" providerId="LiveId" clId="{EF53017E-E624-4052-9F70-6403551E244D}" dt="2025-11-27T02:28:14.701" v="39337" actId="1440"/>
          <ac:picMkLst>
            <pc:docMk/>
            <pc:sldMk cId="634262476" sldId="292"/>
            <ac:picMk id="11" creationId="{C1B0C6D8-89CB-A205-CDFC-9B7AA4058CD0}"/>
          </ac:picMkLst>
        </pc:picChg>
        <pc:picChg chg="add del mod">
          <ac:chgData name="Evgenia Andreou" userId="8e89e74f621e7047" providerId="LiveId" clId="{EF53017E-E624-4052-9F70-6403551E244D}" dt="2025-11-27T02:13:42.656" v="39329" actId="478"/>
          <ac:picMkLst>
            <pc:docMk/>
            <pc:sldMk cId="634262476" sldId="292"/>
            <ac:picMk id="14" creationId="{2B542E36-04D0-C797-9167-A2ED7F41DF32}"/>
          </ac:picMkLst>
        </pc:picChg>
        <pc:picChg chg="add mod">
          <ac:chgData name="Evgenia Andreou" userId="8e89e74f621e7047" providerId="LiveId" clId="{EF53017E-E624-4052-9F70-6403551E244D}" dt="2025-11-27T02:28:14.701" v="39337" actId="1440"/>
          <ac:picMkLst>
            <pc:docMk/>
            <pc:sldMk cId="634262476" sldId="292"/>
            <ac:picMk id="16" creationId="{B7667F01-A309-14B3-6009-732618CFAEB1}"/>
          </ac:picMkLst>
        </pc:picChg>
      </pc:sldChg>
      <pc:sldChg chg="addSp delSp modSp new mod">
        <pc:chgData name="Evgenia Andreou" userId="8e89e74f621e7047" providerId="LiveId" clId="{EF53017E-E624-4052-9F70-6403551E244D}" dt="2025-11-25T23:57:12.479" v="39080" actId="14100"/>
        <pc:sldMkLst>
          <pc:docMk/>
          <pc:sldMk cId="3402175388" sldId="293"/>
        </pc:sldMkLst>
        <pc:spChg chg="add mod">
          <ac:chgData name="Evgenia Andreou" userId="8e89e74f621e7047" providerId="LiveId" clId="{EF53017E-E624-4052-9F70-6403551E244D}" dt="2025-11-23T01:49:31.724" v="37738" actId="27636"/>
          <ac:spMkLst>
            <pc:docMk/>
            <pc:sldMk cId="3402175388" sldId="293"/>
            <ac:spMk id="5" creationId="{0A267CFC-FE1A-6148-04CC-A306D34EA55F}"/>
          </ac:spMkLst>
        </pc:spChg>
        <pc:spChg chg="add mod">
          <ac:chgData name="Evgenia Andreou" userId="8e89e74f621e7047" providerId="LiveId" clId="{EF53017E-E624-4052-9F70-6403551E244D}" dt="2025-11-25T01:21:50.103" v="38878" actId="1076"/>
          <ac:spMkLst>
            <pc:docMk/>
            <pc:sldMk cId="3402175388" sldId="293"/>
            <ac:spMk id="28" creationId="{663BBFA7-4629-E836-75B9-68C844D60F68}"/>
          </ac:spMkLst>
        </pc:spChg>
        <pc:picChg chg="add mod ord modCrop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17" creationId="{486FD39C-0F72-3001-9114-22AD0303F41C}"/>
          </ac:picMkLst>
        </pc:picChg>
        <pc:picChg chg="add mod ord modCrop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20" creationId="{485A75C3-71D6-FE46-0600-AD372C10CF3B}"/>
          </ac:picMkLst>
        </pc:picChg>
        <pc:picChg chg="add mod ord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22" creationId="{2B4BA61B-C5D9-0ADA-6879-916E8C08C114}"/>
          </ac:picMkLst>
        </pc:picChg>
        <pc:picChg chg="add mod ord modCrop">
          <ac:chgData name="Evgenia Andreou" userId="8e89e74f621e7047" providerId="LiveId" clId="{EF53017E-E624-4052-9F70-6403551E244D}" dt="2025-11-25T23:57:12.479" v="39080" actId="14100"/>
          <ac:picMkLst>
            <pc:docMk/>
            <pc:sldMk cId="3402175388" sldId="293"/>
            <ac:picMk id="29" creationId="{3EBE4DE9-C03D-9837-2223-72ED773D3107}"/>
          </ac:picMkLst>
        </pc:picChg>
      </pc:sldChg>
      <pc:sldChg chg="addSp delSp modSp new mod">
        <pc:chgData name="Evgenia Andreou" userId="8e89e74f621e7047" providerId="LiveId" clId="{EF53017E-E624-4052-9F70-6403551E244D}" dt="2025-11-23T03:49:48.286" v="38477" actId="1076"/>
        <pc:sldMkLst>
          <pc:docMk/>
          <pc:sldMk cId="2209188368" sldId="294"/>
        </pc:sldMkLst>
        <pc:spChg chg="add mod">
          <ac:chgData name="Evgenia Andreou" userId="8e89e74f621e7047" providerId="LiveId" clId="{EF53017E-E624-4052-9F70-6403551E244D}" dt="2025-11-23T03:16:06.851" v="38290" actId="20577"/>
          <ac:spMkLst>
            <pc:docMk/>
            <pc:sldMk cId="2209188368" sldId="294"/>
            <ac:spMk id="5" creationId="{30A49731-B402-B077-FC6B-D2B661F79CCE}"/>
          </ac:spMkLst>
        </pc:spChg>
        <pc:picChg chg="add mod">
          <ac:chgData name="Evgenia Andreou" userId="8e89e74f621e7047" providerId="LiveId" clId="{EF53017E-E624-4052-9F70-6403551E244D}" dt="2025-11-23T03:49:44.618" v="38475" actId="1076"/>
          <ac:picMkLst>
            <pc:docMk/>
            <pc:sldMk cId="2209188368" sldId="294"/>
            <ac:picMk id="11" creationId="{91CD17B4-6875-F425-0782-42205BDD1269}"/>
          </ac:picMkLst>
        </pc:picChg>
        <pc:picChg chg="add mod">
          <ac:chgData name="Evgenia Andreou" userId="8e89e74f621e7047" providerId="LiveId" clId="{EF53017E-E624-4052-9F70-6403551E244D}" dt="2025-11-23T03:49:48.286" v="38477" actId="1076"/>
          <ac:picMkLst>
            <pc:docMk/>
            <pc:sldMk cId="2209188368" sldId="294"/>
            <ac:picMk id="13" creationId="{14234742-40E1-70A1-3E10-B0701DAEDD5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 :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Features, Formats, Interactions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Feature Selection Exploratory Analysis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F6495C03-6AD7-4361-A689-0928FC2AEC71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Real world skewed data  Log scale</a:t>
          </a:r>
          <a:endParaRPr lang="en-GB" sz="1500" dirty="0"/>
        </a:p>
      </dgm:t>
    </dgm:pt>
    <dgm:pt modelId="{D191F338-3668-4712-8214-6BE1418556B2}" type="parTrans" cxnId="{757F0432-51CC-4821-BD0B-74C4AA6C00FF}">
      <dgm:prSet/>
      <dgm:spPr/>
      <dgm:t>
        <a:bodyPr/>
        <a:lstStyle/>
        <a:p>
          <a:endParaRPr lang="en-GB"/>
        </a:p>
      </dgm:t>
    </dgm:pt>
    <dgm:pt modelId="{AA018E8A-AF1C-47A2-A9C4-2B498C2408A7}" type="sibTrans" cxnId="{757F0432-51CC-4821-BD0B-74C4AA6C00FF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9859F3EE-39FB-4155-A17B-10BBAC08A1CE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Merge levels </a:t>
          </a:r>
          <a:endParaRPr lang="en-GB" sz="1500" dirty="0"/>
        </a:p>
      </dgm:t>
    </dgm:pt>
    <dgm:pt modelId="{3B4190E0-AADF-475E-B5CB-549B6724E78A}" type="parTrans" cxnId="{75AB083C-1B8F-4842-9590-26B60EB3663F}">
      <dgm:prSet/>
      <dgm:spPr/>
      <dgm:t>
        <a:bodyPr/>
        <a:lstStyle/>
        <a:p>
          <a:endParaRPr lang="en-GB"/>
        </a:p>
      </dgm:t>
    </dgm:pt>
    <dgm:pt modelId="{81A30B17-09B7-4B5D-8B46-82B8627B3E24}" type="sibTrans" cxnId="{75AB083C-1B8F-4842-9590-26B60EB3663F}">
      <dgm:prSet/>
      <dgm:spPr/>
      <dgm:t>
        <a:bodyPr/>
        <a:lstStyle/>
        <a:p>
          <a:endParaRPr lang="en-GB"/>
        </a:p>
      </dgm:t>
    </dgm:pt>
    <dgm:pt modelId="{548D4458-7DA4-42BF-86CB-3786593BAF27}">
      <dgm:prSet custT="1"/>
      <dgm:spPr>
        <a:ln>
          <a:noFill/>
        </a:ln>
      </dgm:spPr>
      <dgm:t>
        <a:bodyPr/>
        <a:lstStyle/>
        <a:p>
          <a:pPr algn="l"/>
          <a:endParaRPr lang="en-GB" sz="1500" dirty="0"/>
        </a:p>
      </dgm:t>
    </dgm:pt>
    <dgm:pt modelId="{2D013C74-74E5-4DFB-B92E-91C1BB182B2C}" type="parTrans" cxnId="{B542F609-81FD-46D5-89CF-E3A1534847AC}">
      <dgm:prSet/>
      <dgm:spPr/>
      <dgm:t>
        <a:bodyPr/>
        <a:lstStyle/>
        <a:p>
          <a:endParaRPr lang="en-GB"/>
        </a:p>
      </dgm:t>
    </dgm:pt>
    <dgm:pt modelId="{102EBBBE-72A9-474B-A5F6-DBC6ED957DEC}" type="sibTrans" cxnId="{B542F609-81FD-46D5-89CF-E3A1534847AC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E640057B-05B6-461C-B076-68A24E210C2C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Feature Selection</a:t>
          </a:r>
          <a:endParaRPr lang="en-GB" sz="1500" dirty="0"/>
        </a:p>
      </dgm:t>
    </dgm:pt>
    <dgm:pt modelId="{14AC4F06-3897-4397-B96B-9F54402D1E39}" type="parTrans" cxnId="{45B06F84-EBC4-4C22-8CFE-80DFF7DB6242}">
      <dgm:prSet/>
      <dgm:spPr/>
      <dgm:t>
        <a:bodyPr/>
        <a:lstStyle/>
        <a:p>
          <a:endParaRPr lang="en-GB"/>
        </a:p>
      </dgm:t>
    </dgm:pt>
    <dgm:pt modelId="{75718E64-7588-4473-AB93-62CB5D75795A}" type="sibTrans" cxnId="{45B06F84-EBC4-4C22-8CFE-80DFF7DB6242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B542F609-81FD-46D5-89CF-E3A1534847AC}" srcId="{8B6C3B02-9B97-4461-849D-8C27B7EC535B}" destId="{548D4458-7DA4-42BF-86CB-3786593BAF27}" srcOrd="9" destOrd="0" parTransId="{2D013C74-74E5-4DFB-B92E-91C1BB182B2C}" sibTransId="{102EBBBE-72A9-474B-A5F6-DBC6ED957DEC}"/>
    <dgm:cxn modelId="{6DBB2C0B-C395-4DAB-BC58-BA79D8D92C23}" type="presOf" srcId="{E640057B-05B6-461C-B076-68A24E210C2C}" destId="{4E062ED7-C8B7-4731-A7F1-BE128EC98711}" srcOrd="0" destOrd="11" presId="urn:microsoft.com/office/officeart/2005/8/layout/vList5"/>
    <dgm:cxn modelId="{C00F8421-F747-485C-B1B5-20EB97E9EFA4}" srcId="{8B6C3B02-9B97-4461-849D-8C27B7EC535B}" destId="{2F7A7128-86C4-4AA6-BDD2-C0F06335F019}" srcOrd="8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6" presId="urn:microsoft.com/office/officeart/2005/8/layout/vList5"/>
    <dgm:cxn modelId="{0DE1DA2C-C4D8-42B2-82CF-2F0B80D321AC}" type="presOf" srcId="{9859F3EE-39FB-4155-A17B-10BBAC08A1CE}" destId="{4E062ED7-C8B7-4731-A7F1-BE128EC98711}" srcOrd="0" destOrd="10" presId="urn:microsoft.com/office/officeart/2005/8/layout/vList5"/>
    <dgm:cxn modelId="{757F0432-51CC-4821-BD0B-74C4AA6C00FF}" srcId="{8B6C3B02-9B97-4461-849D-8C27B7EC535B}" destId="{F6495C03-6AD7-4361-A689-0928FC2AEC71}" srcOrd="12" destOrd="0" parTransId="{D191F338-3668-4712-8214-6BE1418556B2}" sibTransId="{AA018E8A-AF1C-47A2-A9C4-2B498C2408A7}"/>
    <dgm:cxn modelId="{BF915D32-B530-4188-ADE0-8CBDF58E1C29}" srcId="{8B6C3B02-9B97-4461-849D-8C27B7EC535B}" destId="{59FC4D82-540C-47F6-A92D-064DDDE4834B}" srcOrd="1" destOrd="0" parTransId="{A97469FD-60FE-4D9E-8FA7-8C84F2E8EE4C}" sibTransId="{420482DB-355C-431E-9A72-720643C34E9A}"/>
    <dgm:cxn modelId="{75AB083C-1B8F-4842-9590-26B60EB3663F}" srcId="{8B6C3B02-9B97-4461-849D-8C27B7EC535B}" destId="{9859F3EE-39FB-4155-A17B-10BBAC08A1CE}" srcOrd="10" destOrd="0" parTransId="{3B4190E0-AADF-475E-B5CB-549B6724E78A}" sibTransId="{81A30B17-09B7-4B5D-8B46-82B8627B3E24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83BAAA44-D43F-4D35-8D28-FD85187C07BC}" type="presOf" srcId="{F6495C03-6AD7-4361-A689-0928FC2AEC71}" destId="{4E062ED7-C8B7-4731-A7F1-BE128EC98711}" srcOrd="0" destOrd="12" presId="urn:microsoft.com/office/officeart/2005/8/layout/vList5"/>
    <dgm:cxn modelId="{1F480846-2667-4241-9F3B-7AF9FCFFF1F3}" srcId="{8B6C3B02-9B97-4461-849D-8C27B7EC535B}" destId="{A721B64A-F78D-438C-BD03-ED79A0A4204A}" srcOrd="6" destOrd="0" parTransId="{78C91161-6F7F-4398-B89C-D80D89BC273D}" sibTransId="{94D94A6E-FBF5-4F36-B66B-5C7A69F3C861}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3" destOrd="0" parTransId="{763728CA-2134-4677-A743-846554DEF5FC}" sibTransId="{062818EF-31D5-4693-AAFD-92006D82850B}"/>
    <dgm:cxn modelId="{45B06F84-EBC4-4C22-8CFE-80DFF7DB6242}" srcId="{8B6C3B02-9B97-4461-849D-8C27B7EC535B}" destId="{E640057B-05B6-461C-B076-68A24E210C2C}" srcOrd="11" destOrd="0" parTransId="{14AC4F06-3897-4397-B96B-9F54402D1E39}" sibTransId="{75718E64-7588-4473-AB93-62CB5D75795A}"/>
    <dgm:cxn modelId="{86D14886-618B-4044-BE02-A6F2AEF53961}" type="presOf" srcId="{59FC4D82-540C-47F6-A92D-064DDDE4834B}" destId="{4E062ED7-C8B7-4731-A7F1-BE128EC98711}" srcOrd="0" destOrd="1" presId="urn:microsoft.com/office/officeart/2005/8/layout/vList5"/>
    <dgm:cxn modelId="{6C6FC389-867B-4E86-A3B1-05298DAC166B}" type="presOf" srcId="{798C2C10-662F-4E75-A5B5-D79146484269}" destId="{4E062ED7-C8B7-4731-A7F1-BE128EC98711}" srcOrd="0" destOrd="3" presId="urn:microsoft.com/office/officeart/2005/8/layout/vList5"/>
    <dgm:cxn modelId="{48306590-A74B-4794-B526-E913004DC442}" type="presOf" srcId="{548D4458-7DA4-42BF-86CB-3786593BAF27}" destId="{4E062ED7-C8B7-4731-A7F1-BE128EC98711}" srcOrd="0" destOrd="9" presId="urn:microsoft.com/office/officeart/2005/8/layout/vList5"/>
    <dgm:cxn modelId="{BFB34CAA-4FCC-4519-A43A-F733455A217C}" srcId="{8B6C3B02-9B97-4461-849D-8C27B7EC535B}" destId="{B89C6407-2BE2-4480-B463-96750AC78FFE}" srcOrd="2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7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7" presId="urn:microsoft.com/office/officeart/2005/8/layout/vList5"/>
    <dgm:cxn modelId="{420B62D3-FE4F-40A0-B131-C8DF3D0C141F}" srcId="{8B6C3B02-9B97-4461-849D-8C27B7EC535B}" destId="{12639EF0-BB1A-4373-80A6-973906E4B20F}" srcOrd="4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5" presId="urn:microsoft.com/office/officeart/2005/8/layout/vList5"/>
    <dgm:cxn modelId="{F99DEAD6-D354-4C2E-A912-E72BD9E0D9A7}" srcId="{8B6C3B02-9B97-4461-849D-8C27B7EC535B}" destId="{7276CFAD-4AB0-4615-B7B2-34C290675CFD}" srcOrd="5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4" presId="urn:microsoft.com/office/officeart/2005/8/layout/vList5"/>
    <dgm:cxn modelId="{3CD1C0E7-01F4-4BE9-9ACB-DCCC1007E3E5}" type="presOf" srcId="{B89C6407-2BE2-4480-B463-96750AC78FFE}" destId="{4E062ED7-C8B7-4731-A7F1-BE128EC98711}" srcOrd="0" destOrd="2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8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Confusion Matrix 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Data Preparation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304A9991-7FB4-48A4-BB91-2DABD1469E68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Accuracy Report (MCC, BA)</a:t>
          </a:r>
          <a:endParaRPr lang="en-GB" sz="1500" dirty="0"/>
        </a:p>
      </dgm:t>
    </dgm:pt>
    <dgm:pt modelId="{F6889F92-41C4-4015-A0A2-747B53826000}" type="parTrans" cxnId="{0C460555-F151-46B2-BF2B-C166C8A02639}">
      <dgm:prSet/>
      <dgm:spPr/>
      <dgm:t>
        <a:bodyPr/>
        <a:lstStyle/>
        <a:p>
          <a:endParaRPr lang="en-GB"/>
        </a:p>
      </dgm:t>
    </dgm:pt>
    <dgm:pt modelId="{C4D119A4-A99D-4323-8621-917B74BD0C9A}" type="sibTrans" cxnId="{0C460555-F151-46B2-BF2B-C166C8A02639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3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3" presId="urn:microsoft.com/office/officeart/2005/8/layout/vList5"/>
    <dgm:cxn modelId="{7788635E-6D07-433D-963A-EB3919C119B1}" srcId="{9B2B852C-EAA3-47DA-A8FA-B03219776D86}" destId="{7A0E02F4-3F9C-4069-925A-EB6E3A3FA1FE}" srcOrd="2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0C460555-F151-46B2-BF2B-C166C8A02639}" srcId="{9B2B852C-EAA3-47DA-A8FA-B03219776D86}" destId="{304A9991-7FB4-48A4-BB91-2DABD1469E68}" srcOrd="1" destOrd="0" parTransId="{F6889F92-41C4-4015-A0A2-747B53826000}" sibTransId="{C4D119A4-A99D-4323-8621-917B74BD0C9A}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4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4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2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1AC41DE7-F09A-4DB8-BF87-23467879726A}" type="presOf" srcId="{304A9991-7FB4-48A4-BB91-2DABD1469E68}" destId="{7FCCB0FB-B29E-4A63-AD5D-91FA8360F37E}" srcOrd="0" destOrd="1" presId="urn:microsoft.com/office/officeart/2005/8/layout/vList5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 :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Features, Formats, Interactions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Feature Selection 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Merge levels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Feature Selection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Real world skewed data  Log scale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Data Preparation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Confusion Matrix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Accuracy Report (MCC, BA)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4137308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556590"/>
            <a:ext cx="10972800" cy="94819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Non-transparent registry </a:t>
            </a:r>
            <a:r>
              <a:rPr lang="en-GB" sz="2000" dirty="0">
                <a:sym typeface="Wingdings" panose="05000000000000000000" pitchFamily="2" charset="2"/>
              </a:rPr>
              <a:t> Unethical </a:t>
            </a:r>
          </a:p>
          <a:p>
            <a:r>
              <a:rPr lang="en-GB" sz="2000" dirty="0">
                <a:sym typeface="Wingdings" panose="05000000000000000000" pitchFamily="2" charset="2"/>
              </a:rPr>
              <a:t>Missing, Optional, False inputs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573955"/>
            <a:ext cx="10972800" cy="212536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| Completed, Withdrawn</a:t>
            </a:r>
          </a:p>
          <a:p>
            <a:r>
              <a:rPr lang="en-GB" sz="2000" dirty="0"/>
              <a:t>Phases: 1, 2, 3, 4</a:t>
            </a:r>
            <a:br>
              <a:rPr lang="en-GB" sz="2000" dirty="0"/>
            </a:br>
            <a:r>
              <a:rPr lang="en-US" sz="2000" dirty="0">
                <a:sym typeface="Wingdings" panose="05000000000000000000" pitchFamily="2" charset="2"/>
              </a:rPr>
              <a:t>Phase 1: (21012, 73) | Phase 2: (19747, 73) | Phase 3: (13317, 73) | Phase 4: (12420, 73)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1071583"/>
            <a:ext cx="10972800" cy="89760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 </a:t>
            </a:r>
            <a:r>
              <a:rPr lang="en-US" sz="2000" dirty="0">
                <a:sym typeface="Wingdings" panose="05000000000000000000" pitchFamily="2" charset="2"/>
              </a:rPr>
              <a:t> Variety, Structured</a:t>
            </a:r>
            <a:endParaRPr lang="en-US" sz="2000" dirty="0"/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  <a:p>
            <a:r>
              <a:rPr lang="en-US" sz="2000" dirty="0">
                <a:sym typeface="Wingdings" panose="05000000000000000000" pitchFamily="2" charset="2"/>
              </a:rPr>
              <a:t>67000 records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076517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80593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93438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Many missing, inaccurate registries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</p:cNvCxnSpPr>
          <p:nvPr/>
        </p:nvCxnSpPr>
        <p:spPr>
          <a:xfrm>
            <a:off x="8847948" y="3343486"/>
            <a:ext cx="1100650" cy="120299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</p:cNvCxnSpPr>
          <p:nvPr/>
        </p:nvCxnSpPr>
        <p:spPr>
          <a:xfrm>
            <a:off x="4307523" y="3798959"/>
            <a:ext cx="0" cy="50116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4307523" y="5214521"/>
            <a:ext cx="0" cy="58655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08883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Classification Report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905303" y="408927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553636723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02414733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531470" y="228599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FB3EC97-CFD4-18C0-5C67-9419FD568CEB}"/>
              </a:ext>
            </a:extLst>
          </p:cNvPr>
          <p:cNvGrpSpPr/>
          <p:nvPr/>
        </p:nvGrpSpPr>
        <p:grpSpPr>
          <a:xfrm>
            <a:off x="574875" y="909248"/>
            <a:ext cx="10984377" cy="5754469"/>
            <a:chOff x="586450" y="909248"/>
            <a:chExt cx="10984377" cy="575446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C472132-5D48-1F80-B2C9-8536CD869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84428" y="3791564"/>
              <a:ext cx="5486399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950AC3A-891F-671F-7599-F2B502FB4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450" y="3791564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213D03-A565-B363-6B02-CE7249196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84426" y="909248"/>
              <a:ext cx="5486400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13FD52-7304-D574-CCCB-2C514C8C0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6450" y="909248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D8EBA6-F13B-9891-83BA-FB348C7CE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7" y="1225164"/>
            <a:ext cx="5287113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B5C16B-5A07-0192-C73D-1F03ADF58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5164"/>
            <a:ext cx="5372850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35FB39E-3272-D92C-9125-F3C06DBF3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87" y="3873484"/>
            <a:ext cx="5287113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61F3796-1B61-CFA2-3252-D326B10039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64803"/>
            <a:ext cx="5372850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0562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41722"/>
            <a:ext cx="10972800" cy="473326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</a:p>
          <a:p>
            <a:pPr marL="0" indent="0" algn="ctr">
              <a:buNone/>
            </a:pPr>
            <a:r>
              <a:rPr lang="en-US" sz="1800" dirty="0"/>
              <a:t>LightBoost outperformed</a:t>
            </a:r>
          </a:p>
          <a:p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Missing etc.)</a:t>
            </a:r>
          </a:p>
          <a:p>
            <a:pPr lvl="1"/>
            <a:r>
              <a:rPr lang="en-US" sz="1800" dirty="0"/>
              <a:t>Faster - Large Datasets</a:t>
            </a:r>
          </a:p>
          <a:p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between top classifiers</a:t>
            </a:r>
          </a:p>
          <a:p>
            <a:pPr lvl="1"/>
            <a:r>
              <a:rPr lang="en-US" sz="1800" dirty="0"/>
              <a:t>Boost: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8732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b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 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important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C2201-BFB4-BE44-95E3-C5031C5EFFD6}"/>
              </a:ext>
            </a:extLst>
          </p:cNvPr>
          <p:cNvSpPr txBox="1"/>
          <p:nvPr/>
        </p:nvSpPr>
        <p:spPr>
          <a:xfrm>
            <a:off x="599954" y="937549"/>
            <a:ext cx="109824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Factors ~ Termination ~ Phase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52440"/>
            <a:ext cx="6786623" cy="4085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23" y="1852439"/>
            <a:ext cx="3441977" cy="408526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Features’ Evaluation</a:t>
            </a:r>
            <a:endParaRPr lang="en-GB" sz="3000" b="1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4B46513-4A49-58D4-8935-B7F54A3BEBBB}"/>
              </a:ext>
            </a:extLst>
          </p:cNvPr>
          <p:cNvGrpSpPr/>
          <p:nvPr/>
        </p:nvGrpSpPr>
        <p:grpSpPr>
          <a:xfrm>
            <a:off x="811332" y="864805"/>
            <a:ext cx="10547158" cy="5958470"/>
            <a:chOff x="846057" y="899530"/>
            <a:chExt cx="10547158" cy="5958470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D4ADD35-D2D4-DA05-5903-913AACBA2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6057" y="899531"/>
              <a:ext cx="5316547" cy="292836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FBEBC9B-A546-B8B1-FD16-74D1E79ADF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7065" y="899530"/>
              <a:ext cx="5206150" cy="2928368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DDB2D2A-0022-B9CE-0C3A-8A8B40881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058" y="3874197"/>
              <a:ext cx="5316546" cy="298380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A91FFED-CDFA-FBE7-D2E8-B94068B2A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7064" y="3874197"/>
              <a:ext cx="5206149" cy="2983802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Evaluation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r>
              <a:rPr lang="en-US" sz="2400" dirty="0"/>
              <a:t>Top Predictors ~ Phases :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Older / Healthy  Phase  1 - New intervention</a:t>
            </a:r>
            <a:endParaRPr lang="en-US" dirty="0"/>
          </a:p>
          <a:p>
            <a:pPr lvl="1"/>
            <a:r>
              <a:rPr lang="en-US" dirty="0">
                <a:sym typeface="Wingdings" panose="05000000000000000000" pitchFamily="2" charset="2"/>
              </a:rPr>
              <a:t># Adverse  ≥ Phase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Study design  Phases 2-3 (Scaled)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Placebo/ Stand.  Phase 3 (Interv. Comparison)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3EBE4DE9-C03D-9837-2223-72ED773D31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" r="-1545" b="865"/>
          <a:stretch>
            <a:fillRect/>
          </a:stretch>
        </p:blipFill>
        <p:spPr>
          <a:xfrm>
            <a:off x="6126482" y="3579194"/>
            <a:ext cx="5557516" cy="18324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5A75C3-71D6-FE46-0600-AD372C10CF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64"/>
          <a:stretch>
            <a:fillRect/>
          </a:stretch>
        </p:blipFill>
        <p:spPr>
          <a:xfrm>
            <a:off x="6126482" y="1519274"/>
            <a:ext cx="5486400" cy="186329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B4BA61B-C5D9-0ADA-6879-916E8C08C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2" y="3583228"/>
            <a:ext cx="5486401" cy="183862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86FD39C-0F72-3001-9114-22AD0303F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44" b="2527"/>
          <a:stretch>
            <a:fillRect/>
          </a:stretch>
        </p:blipFill>
        <p:spPr>
          <a:xfrm>
            <a:off x="508004" y="1519275"/>
            <a:ext cx="5486400" cy="186329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600" y="55031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600" y="588264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9818658" y="3949498"/>
            <a:ext cx="1763742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41232"/>
            <a:ext cx="1097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1FBFAB-7CB4-71D7-BB90-40702C41F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10564"/>
            <a:ext cx="5143762" cy="263893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B0C6D8-89CB-A205-CDFC-9B7AA405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082217"/>
            <a:ext cx="4073544" cy="194578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667F01-A309-14B3-6009-732618CFA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967" y="1310564"/>
            <a:ext cx="5320433" cy="26389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99462F-A4F7-3D43-AE01-D02AF21C2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7456" y="4082216"/>
            <a:ext cx="4906910" cy="16175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50291"/>
            <a:ext cx="10972800" cy="3357418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500" dirty="0"/>
              <a:t>Enrollment</a:t>
            </a:r>
          </a:p>
          <a:p>
            <a:r>
              <a:rPr lang="en-GB" sz="2500" dirty="0"/>
              <a:t>Disease category (e.g., neoplasms)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Number of facilities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Healthy Volunteers</a:t>
            </a:r>
          </a:p>
          <a:p>
            <a:r>
              <a:rPr lang="en-GB" sz="2500" dirty="0"/>
              <a:t>Number of Adverse Events</a:t>
            </a:r>
          </a:p>
          <a:p>
            <a:r>
              <a:rPr lang="en-GB" sz="2500" dirty="0"/>
              <a:t>Funder type (e.g., Industry)</a:t>
            </a:r>
          </a:p>
          <a:p>
            <a:r>
              <a:rPr lang="en-GB" sz="25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45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Early Termination (Background Research)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2054822-7CFA-3734-870F-31D73313B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47" y="5400348"/>
            <a:ext cx="7787506" cy="12840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1163351"/>
            <a:ext cx="109728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Literature Alignment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 checked 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r>
              <a:rPr lang="en-GB" sz="2000" dirty="0"/>
              <a:t>(e.g, </a:t>
            </a:r>
            <a:r>
              <a:rPr lang="en-GB" sz="2000" dirty="0">
                <a:sym typeface="Wingdings" panose="05000000000000000000" pitchFamily="2" charset="2"/>
              </a:rPr>
              <a:t>LightBoost)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lost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EPV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optimally registered fields, null etc.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Models</a:t>
            </a:r>
            <a:br>
              <a:rPr lang="en-US" sz="2000" b="1" dirty="0"/>
            </a:br>
            <a:r>
              <a:rPr lang="en-US" sz="2000" dirty="0"/>
              <a:t>Difference only in 2</a:t>
            </a:r>
            <a:r>
              <a:rPr lang="en-US" sz="2000" baseline="30000" dirty="0"/>
              <a:t>nd</a:t>
            </a:r>
            <a:r>
              <a:rPr lang="en-US" sz="2000" dirty="0"/>
              <a:t>-3</a:t>
            </a:r>
            <a:r>
              <a:rPr lang="en-US" sz="2000" baseline="30000" dirty="0"/>
              <a:t>rd</a:t>
            </a:r>
            <a:r>
              <a:rPr lang="en-US" sz="2000" dirty="0"/>
              <a:t> decimal</a:t>
            </a:r>
            <a:br>
              <a:rPr lang="en-US" sz="2000" dirty="0"/>
            </a:br>
            <a:r>
              <a:rPr lang="en-US" sz="2000" dirty="0"/>
              <a:t>No alternative classic statistics models</a:t>
            </a:r>
          </a:p>
          <a:p>
            <a:r>
              <a:rPr lang="en-US" sz="2000" b="1" dirty="0"/>
              <a:t>No field specific analysis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Low Enrollment analysis</a:t>
            </a:r>
          </a:p>
          <a:p>
            <a:pPr lvl="1"/>
            <a:r>
              <a:rPr lang="en-US" sz="2000" dirty="0"/>
              <a:t>Condition fields 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39769</TotalTime>
  <Words>1440</Words>
  <Application>Microsoft Office PowerPoint</Application>
  <PresentationFormat>Widescreen</PresentationFormat>
  <Paragraphs>269</Paragraphs>
  <Slides>28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Electronic Health Records – EHR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Models’ Evaluation Metrics </vt:lpstr>
      <vt:lpstr>Model per Phase</vt:lpstr>
      <vt:lpstr>Metrics</vt:lpstr>
      <vt:lpstr>Model Performance</vt:lpstr>
      <vt:lpstr>Features ~ Phases</vt:lpstr>
      <vt:lpstr>Features’ Evaluation Metrics </vt:lpstr>
      <vt:lpstr>Features’ Evaluation</vt:lpstr>
      <vt:lpstr>Features Evaluation</vt:lpstr>
      <vt:lpstr>PowerPoint Presentation</vt:lpstr>
      <vt:lpstr>Withdrawn Analysis</vt:lpstr>
      <vt:lpstr>Early Termination (Background Research)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2025-11-27T02:28:16Z</dcterms:modified>
</cp:coreProperties>
</file>