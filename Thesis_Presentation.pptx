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8" r:id="rId2"/>
    <p:sldId id="257" r:id="rId3"/>
    <p:sldId id="271" r:id="rId4"/>
    <p:sldId id="259" r:id="rId5"/>
    <p:sldId id="264" r:id="rId6"/>
    <p:sldId id="260" r:id="rId7"/>
    <p:sldId id="280" r:id="rId8"/>
    <p:sldId id="263" r:id="rId9"/>
    <p:sldId id="270" r:id="rId10"/>
    <p:sldId id="281" r:id="rId11"/>
    <p:sldId id="262" r:id="rId12"/>
    <p:sldId id="266" r:id="rId13"/>
    <p:sldId id="289" r:id="rId14"/>
    <p:sldId id="269" r:id="rId15"/>
    <p:sldId id="275" r:id="rId16"/>
    <p:sldId id="274" r:id="rId17"/>
    <p:sldId id="273" r:id="rId18"/>
    <p:sldId id="290" r:id="rId19"/>
    <p:sldId id="268" r:id="rId20"/>
    <p:sldId id="279" r:id="rId21"/>
    <p:sldId id="267" r:id="rId22"/>
    <p:sldId id="276" r:id="rId23"/>
    <p:sldId id="284" r:id="rId24"/>
    <p:sldId id="285" r:id="rId25"/>
    <p:sldId id="288" r:id="rId26"/>
    <p:sldId id="277" r:id="rId27"/>
    <p:sldId id="278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1AB489-5E09-4285-9F90-C052C4C85D79}">
          <p14:sldIdLst>
            <p14:sldId id="258"/>
            <p14:sldId id="257"/>
            <p14:sldId id="271"/>
            <p14:sldId id="259"/>
            <p14:sldId id="264"/>
            <p14:sldId id="260"/>
            <p14:sldId id="280"/>
            <p14:sldId id="263"/>
            <p14:sldId id="270"/>
            <p14:sldId id="281"/>
            <p14:sldId id="262"/>
            <p14:sldId id="266"/>
            <p14:sldId id="289"/>
            <p14:sldId id="269"/>
            <p14:sldId id="275"/>
            <p14:sldId id="274"/>
            <p14:sldId id="273"/>
            <p14:sldId id="290"/>
            <p14:sldId id="268"/>
            <p14:sldId id="279"/>
            <p14:sldId id="267"/>
            <p14:sldId id="276"/>
            <p14:sldId id="284"/>
            <p14:sldId id="285"/>
            <p14:sldId id="288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D2D08-A2CD-4302-88FB-740D1140D192}" v="159" dt="2025-10-21T02:43:22.9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50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redo custSel addSld delSld modSld sldOrd addSection delSection modSection">
      <pc:chgData name="Evgenia Andreou" userId="8e89e74f621e7047" providerId="LiveId" clId="{EF53017E-E624-4052-9F70-6403551E244D}" dt="2025-10-21T02:43:31.824" v="28507" actId="20577"/>
      <pc:docMkLst>
        <pc:docMk/>
      </pc:docMkLst>
      <pc:sldChg chg="addSp delSp modSp new mod">
        <pc:chgData name="Evgenia Andreou" userId="8e89e74f621e7047" providerId="LiveId" clId="{EF53017E-E624-4052-9F70-6403551E244D}" dt="2025-10-11T21:48:51.871" v="17837" actId="20577"/>
        <pc:sldMkLst>
          <pc:docMk/>
          <pc:sldMk cId="568867521" sldId="257"/>
        </pc:sldMkLst>
        <pc:spChg chg="add mod">
          <ac:chgData name="Evgenia Andreou" userId="8e89e74f621e7047" providerId="LiveId" clId="{EF53017E-E624-4052-9F70-6403551E244D}" dt="2025-10-11T21:48:10.436" v="17828" actId="1076"/>
          <ac:spMkLst>
            <pc:docMk/>
            <pc:sldMk cId="568867521" sldId="257"/>
            <ac:spMk id="3" creationId="{09FB8F2E-C1EA-0356-22BA-7189EA91775F}"/>
          </ac:spMkLst>
        </pc:spChg>
        <pc:spChg chg="add mod">
          <ac:chgData name="Evgenia Andreou" userId="8e89e74f621e7047" providerId="LiveId" clId="{EF53017E-E624-4052-9F70-6403551E244D}" dt="2025-10-11T21:48:51.871" v="17837" actId="20577"/>
          <ac:spMkLst>
            <pc:docMk/>
            <pc:sldMk cId="568867521" sldId="257"/>
            <ac:spMk id="4" creationId="{DA253F5B-969C-ED7C-E6DD-0409268E6EFB}"/>
          </ac:spMkLst>
        </pc:spChg>
        <pc:picChg chg="add mod">
          <ac:chgData name="Evgenia Andreou" userId="8e89e74f621e7047" providerId="LiveId" clId="{EF53017E-E624-4052-9F70-6403551E244D}" dt="2025-10-08T00:19:16.877" v="5303" actId="1076"/>
          <ac:picMkLst>
            <pc:docMk/>
            <pc:sldMk cId="568867521" sldId="257"/>
            <ac:picMk id="5" creationId="{640D1803-8150-CAD8-031A-2FBAFFCD8E65}"/>
          </ac:picMkLst>
        </pc:picChg>
      </pc:sldChg>
      <pc:sldChg chg="addSp modSp new mod ord">
        <pc:chgData name="Evgenia Andreou" userId="8e89e74f621e7047" providerId="LiveId" clId="{EF53017E-E624-4052-9F70-6403551E244D}" dt="2025-10-07T15:05:08.499" v="347" actId="1076"/>
        <pc:sldMkLst>
          <pc:docMk/>
          <pc:sldMk cId="1223022622" sldId="258"/>
        </pc:sldMkLst>
        <pc:spChg chg="mod">
          <ac:chgData name="Evgenia Andreou" userId="8e89e74f621e7047" providerId="LiveId" clId="{EF53017E-E624-4052-9F70-6403551E244D}" dt="2025-10-07T15:04:59.174" v="343" actId="1076"/>
          <ac:spMkLst>
            <pc:docMk/>
            <pc:sldMk cId="1223022622" sldId="258"/>
            <ac:spMk id="2" creationId="{68F7CEDF-EFB3-C401-7155-FB36C7BDA927}"/>
          </ac:spMkLst>
        </pc:spChg>
        <pc:picChg chg="add mod">
          <ac:chgData name="Evgenia Andreou" userId="8e89e74f621e7047" providerId="LiveId" clId="{EF53017E-E624-4052-9F70-6403551E244D}" dt="2025-10-07T15:05:08.499" v="347" actId="1076"/>
          <ac:picMkLst>
            <pc:docMk/>
            <pc:sldMk cId="1223022622" sldId="258"/>
            <ac:picMk id="3" creationId="{57CAA8E1-B682-7871-AB00-72A2D1931990}"/>
          </ac:picMkLst>
        </pc:picChg>
      </pc:sldChg>
      <pc:sldChg chg="addSp delSp modSp new mod">
        <pc:chgData name="Evgenia Andreou" userId="8e89e74f621e7047" providerId="LiveId" clId="{EF53017E-E624-4052-9F70-6403551E244D}" dt="2025-10-21T00:44:15.472" v="28335" actId="478"/>
        <pc:sldMkLst>
          <pc:docMk/>
          <pc:sldMk cId="660911001" sldId="259"/>
        </pc:sldMkLst>
        <pc:spChg chg="add mod">
          <ac:chgData name="Evgenia Andreou" userId="8e89e74f621e7047" providerId="LiveId" clId="{EF53017E-E624-4052-9F70-6403551E244D}" dt="2025-10-20T23:07:46.389" v="26974" actId="1076"/>
          <ac:spMkLst>
            <pc:docMk/>
            <pc:sldMk cId="660911001" sldId="259"/>
            <ac:spMk id="2" creationId="{478943A5-0C0E-B40C-BF7E-B0721302C28E}"/>
          </ac:spMkLst>
        </pc:spChg>
        <pc:spChg chg="add del mod">
          <ac:chgData name="Evgenia Andreou" userId="8e89e74f621e7047" providerId="LiveId" clId="{EF53017E-E624-4052-9F70-6403551E244D}" dt="2025-10-21T00:44:15.472" v="28335" actId="478"/>
          <ac:spMkLst>
            <pc:docMk/>
            <pc:sldMk cId="660911001" sldId="259"/>
            <ac:spMk id="3" creationId="{F78465C9-6DA6-401A-580A-AFFF81BA6FB5}"/>
          </ac:spMkLst>
        </pc:spChg>
        <pc:spChg chg="add mod">
          <ac:chgData name="Evgenia Andreou" userId="8e89e74f621e7047" providerId="LiveId" clId="{EF53017E-E624-4052-9F70-6403551E244D}" dt="2025-10-20T23:08:43.808" v="27007" actId="114"/>
          <ac:spMkLst>
            <pc:docMk/>
            <pc:sldMk cId="660911001" sldId="259"/>
            <ac:spMk id="4" creationId="{2222F026-5A5E-1709-C1FE-1CF7F1927D19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0-21T00:44:11.855" v="28333" actId="478"/>
        <pc:sldMkLst>
          <pc:docMk/>
          <pc:sldMk cId="3253723412" sldId="260"/>
        </pc:sldMkLst>
        <pc:spChg chg="add mod">
          <ac:chgData name="Evgenia Andreou" userId="8e89e74f621e7047" providerId="LiveId" clId="{EF53017E-E624-4052-9F70-6403551E244D}" dt="2025-10-10T21:27:17.737" v="13414" actId="20577"/>
          <ac:spMkLst>
            <pc:docMk/>
            <pc:sldMk cId="3253723412" sldId="260"/>
            <ac:spMk id="2" creationId="{8ED081B3-55DA-8B56-A28C-A5E0E86DDBDA}"/>
          </ac:spMkLst>
        </pc:spChg>
        <pc:spChg chg="add mod">
          <ac:chgData name="Evgenia Andreou" userId="8e89e74f621e7047" providerId="LiveId" clId="{EF53017E-E624-4052-9F70-6403551E244D}" dt="2025-10-16T02:25:16.153" v="19053" actId="20577"/>
          <ac:spMkLst>
            <pc:docMk/>
            <pc:sldMk cId="3253723412" sldId="260"/>
            <ac:spMk id="3" creationId="{364C2508-D28E-6C2B-E788-4415DE3EF595}"/>
          </ac:spMkLst>
        </pc:spChg>
        <pc:spChg chg="add mod">
          <ac:chgData name="Evgenia Andreou" userId="8e89e74f621e7047" providerId="LiveId" clId="{EF53017E-E624-4052-9F70-6403551E244D}" dt="2025-10-16T02:26:20.618" v="19070" actId="20577"/>
          <ac:spMkLst>
            <pc:docMk/>
            <pc:sldMk cId="3253723412" sldId="260"/>
            <ac:spMk id="4" creationId="{8E7D1FB3-01A9-C464-C45A-EB8E9A04BC4D}"/>
          </ac:spMkLst>
        </pc:spChg>
        <pc:spChg chg="add del mod">
          <ac:chgData name="Evgenia Andreou" userId="8e89e74f621e7047" providerId="LiveId" clId="{EF53017E-E624-4052-9F70-6403551E244D}" dt="2025-10-21T00:44:11.855" v="28333" actId="478"/>
          <ac:spMkLst>
            <pc:docMk/>
            <pc:sldMk cId="3253723412" sldId="260"/>
            <ac:spMk id="5" creationId="{189D5D1A-6DFF-E6EA-8E08-041BC172BD98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0-21T00:44:04.984" v="28330" actId="478"/>
        <pc:sldMkLst>
          <pc:docMk/>
          <pc:sldMk cId="1363710211" sldId="262"/>
        </pc:sldMkLst>
        <pc:spChg chg="mod">
          <ac:chgData name="Evgenia Andreou" userId="8e89e74f621e7047" providerId="LiveId" clId="{EF53017E-E624-4052-9F70-6403551E244D}" dt="2025-10-17T16:42:03.704" v="20921" actId="1036"/>
          <ac:spMkLst>
            <pc:docMk/>
            <pc:sldMk cId="1363710211" sldId="262"/>
            <ac:spMk id="48" creationId="{59307BED-4FA4-9677-7182-9759FCDD1FAC}"/>
          </ac:spMkLst>
        </pc:spChg>
        <pc:spChg chg="mod">
          <ac:chgData name="Evgenia Andreou" userId="8e89e74f621e7047" providerId="LiveId" clId="{EF53017E-E624-4052-9F70-6403551E244D}" dt="2025-10-17T16:42:03.704" v="20921" actId="1036"/>
          <ac:spMkLst>
            <pc:docMk/>
            <pc:sldMk cId="1363710211" sldId="262"/>
            <ac:spMk id="49" creationId="{40B10CA0-1D8F-03C6-6C82-0C2AF266E014}"/>
          </ac:spMkLst>
        </pc:spChg>
        <pc:spChg chg="mod">
          <ac:chgData name="Evgenia Andreou" userId="8e89e74f621e7047" providerId="LiveId" clId="{EF53017E-E624-4052-9F70-6403551E244D}" dt="2025-10-17T16:42:03.704" v="20921" actId="1036"/>
          <ac:spMkLst>
            <pc:docMk/>
            <pc:sldMk cId="1363710211" sldId="262"/>
            <ac:spMk id="50" creationId="{10E261A7-102E-0102-FCCE-3EEC34CF7775}"/>
          </ac:spMkLst>
        </pc:spChg>
        <pc:spChg chg="add mod">
          <ac:chgData name="Evgenia Andreou" userId="8e89e74f621e7047" providerId="LiveId" clId="{EF53017E-E624-4052-9F70-6403551E244D}" dt="2025-10-11T15:34:50.394" v="14970" actId="1036"/>
          <ac:spMkLst>
            <pc:docMk/>
            <pc:sldMk cId="1363710211" sldId="262"/>
            <ac:spMk id="55" creationId="{081AC4B7-598C-2F88-A032-2294E11EBD73}"/>
          </ac:spMkLst>
        </pc:spChg>
        <pc:spChg chg="add mod">
          <ac:chgData name="Evgenia Andreou" userId="8e89e74f621e7047" providerId="LiveId" clId="{EF53017E-E624-4052-9F70-6403551E244D}" dt="2025-10-17T16:42:03.704" v="20921" actId="1036"/>
          <ac:spMkLst>
            <pc:docMk/>
            <pc:sldMk cId="1363710211" sldId="262"/>
            <ac:spMk id="56" creationId="{F38E0F4D-3906-4595-112D-2B289BE983BA}"/>
          </ac:spMkLst>
        </pc:spChg>
        <pc:spChg chg="mod">
          <ac:chgData name="Evgenia Andreou" userId="8e89e74f621e7047" providerId="LiveId" clId="{EF53017E-E624-4052-9F70-6403551E244D}" dt="2025-10-11T15:34:50.394" v="14970" actId="1036"/>
          <ac:spMkLst>
            <pc:docMk/>
            <pc:sldMk cId="1363710211" sldId="262"/>
            <ac:spMk id="57" creationId="{2C62390F-44DD-BBB5-91FD-0CB05D102B80}"/>
          </ac:spMkLst>
        </pc:spChg>
        <pc:spChg chg="mod">
          <ac:chgData name="Evgenia Andreou" userId="8e89e74f621e7047" providerId="LiveId" clId="{EF53017E-E624-4052-9F70-6403551E244D}" dt="2025-10-09T21:54:33.882" v="8497" actId="13822"/>
          <ac:spMkLst>
            <pc:docMk/>
            <pc:sldMk cId="1363710211" sldId="262"/>
            <ac:spMk id="58" creationId="{1AE321AC-F7DE-7AA1-AE9D-9F27C85FBEBF}"/>
          </ac:spMkLst>
        </pc:spChg>
        <pc:spChg chg="mod">
          <ac:chgData name="Evgenia Andreou" userId="8e89e74f621e7047" providerId="LiveId" clId="{EF53017E-E624-4052-9F70-6403551E244D}" dt="2025-10-10T15:47:38.870" v="11447" actId="1037"/>
          <ac:spMkLst>
            <pc:docMk/>
            <pc:sldMk cId="1363710211" sldId="262"/>
            <ac:spMk id="59" creationId="{ABD9FE42-4E36-8E07-F6E6-77DF311CE98A}"/>
          </ac:spMkLst>
        </pc:spChg>
        <pc:spChg chg="add mod">
          <ac:chgData name="Evgenia Andreou" userId="8e89e74f621e7047" providerId="LiveId" clId="{EF53017E-E624-4052-9F70-6403551E244D}" dt="2025-10-11T15:34:50.394" v="14970" actId="1036"/>
          <ac:spMkLst>
            <pc:docMk/>
            <pc:sldMk cId="1363710211" sldId="262"/>
            <ac:spMk id="60" creationId="{8B89AC4E-F7F8-2B91-208F-81BBB9E91841}"/>
          </ac:spMkLst>
        </pc:spChg>
        <pc:spChg chg="add mod">
          <ac:chgData name="Evgenia Andreou" userId="8e89e74f621e7047" providerId="LiveId" clId="{EF53017E-E624-4052-9F70-6403551E244D}" dt="2025-10-17T16:42:03.704" v="20921" actId="1036"/>
          <ac:spMkLst>
            <pc:docMk/>
            <pc:sldMk cId="1363710211" sldId="262"/>
            <ac:spMk id="61" creationId="{79F4F368-F421-D566-55EC-19445D0F38B6}"/>
          </ac:spMkLst>
        </pc:spChg>
        <pc:spChg chg="add mod">
          <ac:chgData name="Evgenia Andreou" userId="8e89e74f621e7047" providerId="LiveId" clId="{EF53017E-E624-4052-9F70-6403551E244D}" dt="2025-10-17T16:42:03.704" v="20921" actId="1036"/>
          <ac:spMkLst>
            <pc:docMk/>
            <pc:sldMk cId="1363710211" sldId="262"/>
            <ac:spMk id="62" creationId="{276814B7-E327-3B1E-F177-5D0C4F86C148}"/>
          </ac:spMkLst>
        </pc:spChg>
        <pc:spChg chg="mod">
          <ac:chgData name="Evgenia Andreou" userId="8e89e74f621e7047" providerId="LiveId" clId="{EF53017E-E624-4052-9F70-6403551E244D}" dt="2025-10-17T16:42:03.704" v="20921" actId="1036"/>
          <ac:spMkLst>
            <pc:docMk/>
            <pc:sldMk cId="1363710211" sldId="262"/>
            <ac:spMk id="63" creationId="{685977E3-BE66-C325-7617-8006ED1FCC83}"/>
          </ac:spMkLst>
        </pc:spChg>
        <pc:spChg chg="add mod">
          <ac:chgData name="Evgenia Andreou" userId="8e89e74f621e7047" providerId="LiveId" clId="{EF53017E-E624-4052-9F70-6403551E244D}" dt="2025-10-11T15:34:50.394" v="14970" actId="1036"/>
          <ac:spMkLst>
            <pc:docMk/>
            <pc:sldMk cId="1363710211" sldId="262"/>
            <ac:spMk id="64" creationId="{96375C8D-75B6-B300-A413-940AA01BDE3E}"/>
          </ac:spMkLst>
        </pc:spChg>
        <pc:spChg chg="mod">
          <ac:chgData name="Evgenia Andreou" userId="8e89e74f621e7047" providerId="LiveId" clId="{EF53017E-E624-4052-9F70-6403551E244D}" dt="2025-10-17T16:42:03.704" v="20921" actId="1036"/>
          <ac:spMkLst>
            <pc:docMk/>
            <pc:sldMk cId="1363710211" sldId="262"/>
            <ac:spMk id="65" creationId="{BC395692-D7A5-4CC4-921A-B43C008650B1}"/>
          </ac:spMkLst>
        </pc:spChg>
        <pc:spChg chg="add mod">
          <ac:chgData name="Evgenia Andreou" userId="8e89e74f621e7047" providerId="LiveId" clId="{EF53017E-E624-4052-9F70-6403551E244D}" dt="2025-10-17T16:42:03.704" v="20921" actId="1036"/>
          <ac:spMkLst>
            <pc:docMk/>
            <pc:sldMk cId="1363710211" sldId="262"/>
            <ac:spMk id="86" creationId="{F81FE769-DE8F-1B11-F876-C5419C6A0A11}"/>
          </ac:spMkLst>
        </pc:spChg>
        <pc:spChg chg="add mod">
          <ac:chgData name="Evgenia Andreou" userId="8e89e74f621e7047" providerId="LiveId" clId="{EF53017E-E624-4052-9F70-6403551E244D}" dt="2025-10-11T15:34:50.394" v="14970" actId="1036"/>
          <ac:spMkLst>
            <pc:docMk/>
            <pc:sldMk cId="1363710211" sldId="262"/>
            <ac:spMk id="94" creationId="{28E262A4-85BC-A987-DFF2-C03B2E4F7690}"/>
          </ac:spMkLst>
        </pc:spChg>
        <pc:spChg chg="add mod">
          <ac:chgData name="Evgenia Andreou" userId="8e89e74f621e7047" providerId="LiveId" clId="{EF53017E-E624-4052-9F70-6403551E244D}" dt="2025-10-17T16:42:03.704" v="20921" actId="1036"/>
          <ac:spMkLst>
            <pc:docMk/>
            <pc:sldMk cId="1363710211" sldId="262"/>
            <ac:spMk id="582" creationId="{8AD59409-A14C-E64D-73A3-2C4EE7BB5E73}"/>
          </ac:spMkLst>
        </pc:spChg>
        <pc:spChg chg="add del mod">
          <ac:chgData name="Evgenia Andreou" userId="8e89e74f621e7047" providerId="LiveId" clId="{EF53017E-E624-4052-9F70-6403551E244D}" dt="2025-10-21T00:44:04.984" v="28330" actId="478"/>
          <ac:spMkLst>
            <pc:docMk/>
            <pc:sldMk cId="1363710211" sldId="262"/>
            <ac:spMk id="674" creationId="{80F9C81D-4E45-A0E0-6443-8DA3BA0C384A}"/>
          </ac:spMkLst>
        </pc:spChg>
        <pc:spChg chg="add mod">
          <ac:chgData name="Evgenia Andreou" userId="8e89e74f621e7047" providerId="LiveId" clId="{EF53017E-E624-4052-9F70-6403551E244D}" dt="2025-10-17T16:42:26.231" v="20923" actId="1076"/>
          <ac:spMkLst>
            <pc:docMk/>
            <pc:sldMk cId="1363710211" sldId="262"/>
            <ac:spMk id="677" creationId="{1263351C-9AB9-9F3E-1A06-CBF996165FBC}"/>
          </ac:spMkLst>
        </pc:spChg>
        <pc:cxnChg chg="mod">
          <ac:chgData name="Evgenia Andreou" userId="8e89e74f621e7047" providerId="LiveId" clId="{EF53017E-E624-4052-9F70-6403551E244D}" dt="2025-10-09T23:10:09.914" v="10180" actId="1076"/>
          <ac:cxnSpMkLst>
            <pc:docMk/>
            <pc:sldMk cId="1363710211" sldId="262"/>
            <ac:cxnSpMk id="68" creationId="{5E0EECE8-AB14-663A-F02F-8B737CA2E325}"/>
          </ac:cxnSpMkLst>
        </pc:cxnChg>
        <pc:cxnChg chg="mod">
          <ac:chgData name="Evgenia Andreou" userId="8e89e74f621e7047" providerId="LiveId" clId="{EF53017E-E624-4052-9F70-6403551E244D}" dt="2025-10-09T23:09:00.754" v="10156" actId="1076"/>
          <ac:cxnSpMkLst>
            <pc:docMk/>
            <pc:sldMk cId="1363710211" sldId="262"/>
            <ac:cxnSpMk id="70" creationId="{53232069-8A2F-8848-7025-41FE72768F8C}"/>
          </ac:cxnSpMkLst>
        </pc:cxnChg>
        <pc:cxnChg chg="mod">
          <ac:chgData name="Evgenia Andreou" userId="8e89e74f621e7047" providerId="LiveId" clId="{EF53017E-E624-4052-9F70-6403551E244D}" dt="2025-10-10T15:47:38.870" v="11447" actId="1037"/>
          <ac:cxnSpMkLst>
            <pc:docMk/>
            <pc:sldMk cId="1363710211" sldId="262"/>
            <ac:cxnSpMk id="73" creationId="{194E404E-5C6E-E5EE-A78B-BA3B2B61EEB2}"/>
          </ac:cxnSpMkLst>
        </pc:cxnChg>
        <pc:cxnChg chg="mod">
          <ac:chgData name="Evgenia Andreou" userId="8e89e74f621e7047" providerId="LiveId" clId="{EF53017E-E624-4052-9F70-6403551E244D}" dt="2025-10-10T15:47:38.870" v="11447" actId="1037"/>
          <ac:cxnSpMkLst>
            <pc:docMk/>
            <pc:sldMk cId="1363710211" sldId="262"/>
            <ac:cxnSpMk id="74" creationId="{F00E1C02-3F02-6CE1-AA6B-17A0488972D1}"/>
          </ac:cxnSpMkLst>
        </pc:cxnChg>
        <pc:cxnChg chg="mod">
          <ac:chgData name="Evgenia Andreou" userId="8e89e74f621e7047" providerId="LiveId" clId="{EF53017E-E624-4052-9F70-6403551E244D}" dt="2025-10-10T15:47:38.870" v="11447" actId="1037"/>
          <ac:cxnSpMkLst>
            <pc:docMk/>
            <pc:sldMk cId="1363710211" sldId="262"/>
            <ac:cxnSpMk id="75" creationId="{4CC1E783-18E4-8F6D-ECF6-34DDBB6B81E0}"/>
          </ac:cxnSpMkLst>
        </pc:cxnChg>
        <pc:cxnChg chg="mod">
          <ac:chgData name="Evgenia Andreou" userId="8e89e74f621e7047" providerId="LiveId" clId="{EF53017E-E624-4052-9F70-6403551E244D}" dt="2025-10-09T21:56:01.966" v="8523" actId="14100"/>
          <ac:cxnSpMkLst>
            <pc:docMk/>
            <pc:sldMk cId="1363710211" sldId="262"/>
            <ac:cxnSpMk id="77" creationId="{4464893D-F15C-B75F-4AAC-E1B5E329FBDD}"/>
          </ac:cxnSpMkLst>
        </pc:cxnChg>
        <pc:cxnChg chg="mod">
          <ac:chgData name="Evgenia Andreou" userId="8e89e74f621e7047" providerId="LiveId" clId="{EF53017E-E624-4052-9F70-6403551E244D}" dt="2025-10-09T23:10:04.722" v="10179" actId="1076"/>
          <ac:cxnSpMkLst>
            <pc:docMk/>
            <pc:sldMk cId="1363710211" sldId="262"/>
            <ac:cxnSpMk id="78" creationId="{233F2D15-C7AE-A91A-DC48-28D5E93B476C}"/>
          </ac:cxnSpMkLst>
        </pc:cxnChg>
        <pc:cxnChg chg="mod">
          <ac:chgData name="Evgenia Andreou" userId="8e89e74f621e7047" providerId="LiveId" clId="{EF53017E-E624-4052-9F70-6403551E244D}" dt="2025-10-10T15:48:18.089" v="11496" actId="1038"/>
          <ac:cxnSpMkLst>
            <pc:docMk/>
            <pc:sldMk cId="1363710211" sldId="262"/>
            <ac:cxnSpMk id="81" creationId="{05344E2E-FFEC-B46E-FB1C-FBAC268A6731}"/>
          </ac:cxnSpMkLst>
        </pc:cxnChg>
        <pc:cxnChg chg="mod">
          <ac:chgData name="Evgenia Andreou" userId="8e89e74f621e7047" providerId="LiveId" clId="{EF53017E-E624-4052-9F70-6403551E244D}" dt="2025-10-10T15:48:18.089" v="11496" actId="1038"/>
          <ac:cxnSpMkLst>
            <pc:docMk/>
            <pc:sldMk cId="1363710211" sldId="262"/>
            <ac:cxnSpMk id="83" creationId="{5156EED3-9E21-BC6B-951D-F2914FC68A98}"/>
          </ac:cxnSpMkLst>
        </pc:cxnChg>
        <pc:cxnChg chg="mod">
          <ac:chgData name="Evgenia Andreou" userId="8e89e74f621e7047" providerId="LiveId" clId="{EF53017E-E624-4052-9F70-6403551E244D}" dt="2025-10-10T15:48:18.089" v="11496" actId="1038"/>
          <ac:cxnSpMkLst>
            <pc:docMk/>
            <pc:sldMk cId="1363710211" sldId="262"/>
            <ac:cxnSpMk id="85" creationId="{78652D68-0DB3-6990-6918-EE78DE3D987D}"/>
          </ac:cxnSpMkLst>
        </pc:cxnChg>
        <pc:cxnChg chg="mod">
          <ac:chgData name="Evgenia Andreou" userId="8e89e74f621e7047" providerId="LiveId" clId="{EF53017E-E624-4052-9F70-6403551E244D}" dt="2025-10-09T21:54:23.747" v="8495" actId="1076"/>
          <ac:cxnSpMkLst>
            <pc:docMk/>
            <pc:sldMk cId="1363710211" sldId="262"/>
            <ac:cxnSpMk id="87" creationId="{1132FF9E-F1BD-E667-E01F-0E0BEB517FC0}"/>
          </ac:cxnSpMkLst>
        </pc:cxnChg>
        <pc:cxnChg chg="mod">
          <ac:chgData name="Evgenia Andreou" userId="8e89e74f621e7047" providerId="LiveId" clId="{EF53017E-E624-4052-9F70-6403551E244D}" dt="2025-10-09T21:55:06.606" v="8501" actId="1076"/>
          <ac:cxnSpMkLst>
            <pc:docMk/>
            <pc:sldMk cId="1363710211" sldId="262"/>
            <ac:cxnSpMk id="91" creationId="{D878F7C9-712D-5126-FCE4-342FE5DE8A81}"/>
          </ac:cxnSpMkLst>
        </pc:cxnChg>
        <pc:cxnChg chg="add mod">
          <ac:chgData name="Evgenia Andreou" userId="8e89e74f621e7047" providerId="LiveId" clId="{EF53017E-E624-4052-9F70-6403551E244D}" dt="2025-10-09T21:57:25.969" v="8625" actId="14100"/>
          <ac:cxnSpMkLst>
            <pc:docMk/>
            <pc:sldMk cId="1363710211" sldId="262"/>
            <ac:cxnSpMk id="267" creationId="{C3CC4946-4231-BDC9-1298-AA44DA81682E}"/>
          </ac:cxnSpMkLst>
        </pc:cxnChg>
        <pc:cxnChg chg="add mod">
          <ac:chgData name="Evgenia Andreou" userId="8e89e74f621e7047" providerId="LiveId" clId="{EF53017E-E624-4052-9F70-6403551E244D}" dt="2025-10-09T23:10:15.941" v="10181" actId="1076"/>
          <ac:cxnSpMkLst>
            <pc:docMk/>
            <pc:sldMk cId="1363710211" sldId="262"/>
            <ac:cxnSpMk id="509" creationId="{175509C9-F69A-1947-F16B-D0374B7D2F77}"/>
          </ac:cxnSpMkLst>
        </pc:cxnChg>
        <pc:cxnChg chg="add mod">
          <ac:chgData name="Evgenia Andreou" userId="8e89e74f621e7047" providerId="LiveId" clId="{EF53017E-E624-4052-9F70-6403551E244D}" dt="2025-10-10T15:48:18.089" v="11496" actId="1038"/>
          <ac:cxnSpMkLst>
            <pc:docMk/>
            <pc:sldMk cId="1363710211" sldId="262"/>
            <ac:cxnSpMk id="583" creationId="{B799BC5B-8485-A3BC-50A1-D4C731EE3820}"/>
          </ac:cxnSpMkLst>
        </pc:cxnChg>
        <pc:cxnChg chg="add mod">
          <ac:chgData name="Evgenia Andreou" userId="8e89e74f621e7047" providerId="LiveId" clId="{EF53017E-E624-4052-9F70-6403551E244D}" dt="2025-10-09T21:55:06.606" v="8501" actId="1076"/>
          <ac:cxnSpMkLst>
            <pc:docMk/>
            <pc:sldMk cId="1363710211" sldId="262"/>
            <ac:cxnSpMk id="591" creationId="{D3B9B5F9-8660-70D3-44AA-D8E39564648C}"/>
          </ac:cxnSpMkLst>
        </pc:cxnChg>
        <pc:cxnChg chg="add mod">
          <ac:chgData name="Evgenia Andreou" userId="8e89e74f621e7047" providerId="LiveId" clId="{EF53017E-E624-4052-9F70-6403551E244D}" dt="2025-10-09T21:55:52.925" v="8521" actId="14100"/>
          <ac:cxnSpMkLst>
            <pc:docMk/>
            <pc:sldMk cId="1363710211" sldId="262"/>
            <ac:cxnSpMk id="624" creationId="{0E2627AA-30FB-8252-5A08-C663C633D9C7}"/>
          </ac:cxnSpMkLst>
        </pc:cxnChg>
      </pc:sldChg>
      <pc:sldChg chg="addSp delSp modSp new mod setBg modClrScheme chgLayout">
        <pc:chgData name="Evgenia Andreou" userId="8e89e74f621e7047" providerId="LiveId" clId="{EF53017E-E624-4052-9F70-6403551E244D}" dt="2025-10-21T00:44:09.312" v="28332" actId="478"/>
        <pc:sldMkLst>
          <pc:docMk/>
          <pc:sldMk cId="2711995207" sldId="263"/>
        </pc:sldMkLst>
        <pc:spChg chg="add mod">
          <ac:chgData name="Evgenia Andreou" userId="8e89e74f621e7047" providerId="LiveId" clId="{EF53017E-E624-4052-9F70-6403551E244D}" dt="2025-10-18T17:41:51.782" v="22105" actId="20577"/>
          <ac:spMkLst>
            <pc:docMk/>
            <pc:sldMk cId="2711995207" sldId="263"/>
            <ac:spMk id="3" creationId="{79AA6C9D-2E20-3FDC-E624-B09367AC8F9F}"/>
          </ac:spMkLst>
        </pc:spChg>
        <pc:spChg chg="add mod ord">
          <ac:chgData name="Evgenia Andreou" userId="8e89e74f621e7047" providerId="LiveId" clId="{EF53017E-E624-4052-9F70-6403551E244D}" dt="2025-10-19T16:26:53.442" v="24046" actId="6549"/>
          <ac:spMkLst>
            <pc:docMk/>
            <pc:sldMk cId="2711995207" sldId="263"/>
            <ac:spMk id="7" creationId="{7379714B-1FF3-323E-6749-EA95E8C454BF}"/>
          </ac:spMkLst>
        </pc:spChg>
        <pc:spChg chg="add del mod">
          <ac:chgData name="Evgenia Andreou" userId="8e89e74f621e7047" providerId="LiveId" clId="{EF53017E-E624-4052-9F70-6403551E244D}" dt="2025-10-21T00:44:09.312" v="28332" actId="478"/>
          <ac:spMkLst>
            <pc:docMk/>
            <pc:sldMk cId="2711995207" sldId="263"/>
            <ac:spMk id="9" creationId="{10B6CF37-5EA1-0CA3-7427-E6DA886DE6A0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0-21T00:44:13.664" v="28334" actId="478"/>
        <pc:sldMkLst>
          <pc:docMk/>
          <pc:sldMk cId="872456864" sldId="264"/>
        </pc:sldMkLst>
        <pc:spChg chg="add mod">
          <ac:chgData name="Evgenia Andreou" userId="8e89e74f621e7047" providerId="LiveId" clId="{EF53017E-E624-4052-9F70-6403551E244D}" dt="2025-10-20T23:07:15.408" v="26973" actId="20577"/>
          <ac:spMkLst>
            <pc:docMk/>
            <pc:sldMk cId="872456864" sldId="264"/>
            <ac:spMk id="2" creationId="{86DB2BA2-C66A-5EC1-F184-C2C46DC0A30F}"/>
          </ac:spMkLst>
        </pc:spChg>
        <pc:spChg chg="add del mod">
          <ac:chgData name="Evgenia Andreou" userId="8e89e74f621e7047" providerId="LiveId" clId="{EF53017E-E624-4052-9F70-6403551E244D}" dt="2025-10-21T00:44:13.664" v="28334" actId="478"/>
          <ac:spMkLst>
            <pc:docMk/>
            <pc:sldMk cId="872456864" sldId="264"/>
            <ac:spMk id="3" creationId="{4C3341F2-B655-B192-E0AD-5D76EF18AAE0}"/>
          </ac:spMkLst>
        </pc:spChg>
        <pc:spChg chg="add mod ord">
          <ac:chgData name="Evgenia Andreou" userId="8e89e74f621e7047" providerId="LiveId" clId="{EF53017E-E624-4052-9F70-6403551E244D}" dt="2025-10-20T23:07:01.391" v="26972" actId="1076"/>
          <ac:spMkLst>
            <pc:docMk/>
            <pc:sldMk cId="872456864" sldId="264"/>
            <ac:spMk id="6" creationId="{281D5DE3-2913-0700-B818-661824D303F3}"/>
          </ac:spMkLst>
        </pc:spChg>
        <pc:spChg chg="add mod ord">
          <ac:chgData name="Evgenia Andreou" userId="8e89e74f621e7047" providerId="LiveId" clId="{EF53017E-E624-4052-9F70-6403551E244D}" dt="2025-10-17T16:39:57.386" v="20847" actId="115"/>
          <ac:spMkLst>
            <pc:docMk/>
            <pc:sldMk cId="872456864" sldId="264"/>
            <ac:spMk id="7" creationId="{0871E4C9-769D-7B7A-AAF4-AA60C90D5ABE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0-21T02:43:31.824" v="28507" actId="20577"/>
        <pc:sldMkLst>
          <pc:docMk/>
          <pc:sldMk cId="1969514135" sldId="266"/>
        </pc:sldMkLst>
        <pc:spChg chg="add del mod">
          <ac:chgData name="Evgenia Andreou" userId="8e89e74f621e7047" providerId="LiveId" clId="{EF53017E-E624-4052-9F70-6403551E244D}" dt="2025-10-21T02:43:07.326" v="28503" actId="478"/>
          <ac:spMkLst>
            <pc:docMk/>
            <pc:sldMk cId="1969514135" sldId="266"/>
            <ac:spMk id="21" creationId="{F3922187-5F14-0075-CF1B-375942286D8A}"/>
          </ac:spMkLst>
        </pc:spChg>
        <pc:spChg chg="add del mod">
          <ac:chgData name="Evgenia Andreou" userId="8e89e74f621e7047" providerId="LiveId" clId="{EF53017E-E624-4052-9F70-6403551E244D}" dt="2025-10-21T00:44:02.100" v="28329" actId="478"/>
          <ac:spMkLst>
            <pc:docMk/>
            <pc:sldMk cId="1969514135" sldId="266"/>
            <ac:spMk id="37" creationId="{EA79F48E-583C-E594-292B-831CD9902ADD}"/>
          </ac:spMkLst>
        </pc:spChg>
        <pc:spChg chg="add mod">
          <ac:chgData name="Evgenia Andreou" userId="8e89e74f621e7047" providerId="LiveId" clId="{EF53017E-E624-4052-9F70-6403551E244D}" dt="2025-10-17T16:43:01.819" v="20943" actId="255"/>
          <ac:spMkLst>
            <pc:docMk/>
            <pc:sldMk cId="1969514135" sldId="266"/>
            <ac:spMk id="42" creationId="{2DFEE1D9-3445-82AA-690D-F8B09B9501C3}"/>
          </ac:spMkLst>
        </pc:spChg>
        <pc:graphicFrameChg chg="add mod modGraphic">
          <ac:chgData name="Evgenia Andreou" userId="8e89e74f621e7047" providerId="LiveId" clId="{EF53017E-E624-4052-9F70-6403551E244D}" dt="2025-10-20T23:02:01.795" v="26913" actId="20577"/>
          <ac:graphicFrameMkLst>
            <pc:docMk/>
            <pc:sldMk cId="1969514135" sldId="266"/>
            <ac:graphicFrameMk id="9" creationId="{573E6068-02CB-5172-F662-3212E8C1CE9F}"/>
          </ac:graphicFrameMkLst>
        </pc:graphicFrameChg>
        <pc:graphicFrameChg chg="add mod modGraphic">
          <ac:chgData name="Evgenia Andreou" userId="8e89e74f621e7047" providerId="LiveId" clId="{EF53017E-E624-4052-9F70-6403551E244D}" dt="2025-10-21T02:43:31.824" v="28507" actId="20577"/>
          <ac:graphicFrameMkLst>
            <pc:docMk/>
            <pc:sldMk cId="1969514135" sldId="266"/>
            <ac:graphicFrameMk id="20" creationId="{97A848B3-A454-77E9-2411-EE831EF40542}"/>
          </ac:graphicFrameMkLst>
        </pc:graphicFrameChg>
        <pc:cxnChg chg="add mod">
          <ac:chgData name="Evgenia Andreou" userId="8e89e74f621e7047" providerId="LiveId" clId="{EF53017E-E624-4052-9F70-6403551E244D}" dt="2025-10-19T00:53:01.809" v="23177" actId="692"/>
          <ac:cxnSpMkLst>
            <pc:docMk/>
            <pc:sldMk cId="1969514135" sldId="266"/>
            <ac:cxnSpMk id="23" creationId="{42E6D7F1-480D-196A-1DF3-C90C8D4F1BF7}"/>
          </ac:cxnSpMkLst>
        </pc:cxnChg>
      </pc:sldChg>
      <pc:sldChg chg="addSp delSp modSp new mod ord">
        <pc:chgData name="Evgenia Andreou" userId="8e89e74f621e7047" providerId="LiveId" clId="{EF53017E-E624-4052-9F70-6403551E244D}" dt="2025-10-21T00:43:48.238" v="28325" actId="478"/>
        <pc:sldMkLst>
          <pc:docMk/>
          <pc:sldMk cId="4231469208" sldId="267"/>
        </pc:sldMkLst>
        <pc:spChg chg="mod">
          <ac:chgData name="Evgenia Andreou" userId="8e89e74f621e7047" providerId="LiveId" clId="{EF53017E-E624-4052-9F70-6403551E244D}" dt="2025-10-20T17:11:01.038" v="26274" actId="1076"/>
          <ac:spMkLst>
            <pc:docMk/>
            <pc:sldMk cId="4231469208" sldId="267"/>
            <ac:spMk id="2" creationId="{158FA76F-2FAB-0554-AA54-F10AD8DB0CE6}"/>
          </ac:spMkLst>
        </pc:spChg>
        <pc:spChg chg="mod">
          <ac:chgData name="Evgenia Andreou" userId="8e89e74f621e7047" providerId="LiveId" clId="{EF53017E-E624-4052-9F70-6403551E244D}" dt="2025-10-20T17:12:46.505" v="26404" actId="113"/>
          <ac:spMkLst>
            <pc:docMk/>
            <pc:sldMk cId="4231469208" sldId="267"/>
            <ac:spMk id="3" creationId="{8C8DAC97-AA0F-A07F-8A56-4E882F374D1B}"/>
          </ac:spMkLst>
        </pc:spChg>
        <pc:spChg chg="add del mod">
          <ac:chgData name="Evgenia Andreou" userId="8e89e74f621e7047" providerId="LiveId" clId="{EF53017E-E624-4052-9F70-6403551E244D}" dt="2025-10-21T00:43:48.238" v="28325" actId="478"/>
          <ac:spMkLst>
            <pc:docMk/>
            <pc:sldMk cId="4231469208" sldId="267"/>
            <ac:spMk id="5" creationId="{8CEC2581-429E-0386-F581-3BEFF6D7922F}"/>
          </ac:spMkLst>
        </pc:spChg>
      </pc:sldChg>
      <pc:sldChg chg="addSp delSp modSp new mod">
        <pc:chgData name="Evgenia Andreou" userId="8e89e74f621e7047" providerId="LiveId" clId="{EF53017E-E624-4052-9F70-6403551E244D}" dt="2025-10-21T02:38:11.886" v="28376" actId="14100"/>
        <pc:sldMkLst>
          <pc:docMk/>
          <pc:sldMk cId="3208481001" sldId="268"/>
        </pc:sldMkLst>
        <pc:spChg chg="mod">
          <ac:chgData name="Evgenia Andreou" userId="8e89e74f621e7047" providerId="LiveId" clId="{EF53017E-E624-4052-9F70-6403551E244D}" dt="2025-10-20T01:49:35.708" v="25957" actId="1036"/>
          <ac:spMkLst>
            <pc:docMk/>
            <pc:sldMk cId="3208481001" sldId="268"/>
            <ac:spMk id="2" creationId="{CD8A3B03-5129-00F7-346A-0DAC09CCDBDF}"/>
          </ac:spMkLst>
        </pc:spChg>
        <pc:spChg chg="add del">
          <ac:chgData name="Evgenia Andreou" userId="8e89e74f621e7047" providerId="LiveId" clId="{EF53017E-E624-4052-9F70-6403551E244D}" dt="2025-10-20T01:44:38.357" v="25718" actId="22"/>
          <ac:spMkLst>
            <pc:docMk/>
            <pc:sldMk cId="3208481001" sldId="268"/>
            <ac:spMk id="4" creationId="{2CB0726D-EE4E-1F24-E57E-6EBB06BFD077}"/>
          </ac:spMkLst>
        </pc:spChg>
        <pc:spChg chg="add del">
          <ac:chgData name="Evgenia Andreou" userId="8e89e74f621e7047" providerId="LiveId" clId="{EF53017E-E624-4052-9F70-6403551E244D}" dt="2025-10-20T01:45:01.949" v="25723" actId="22"/>
          <ac:spMkLst>
            <pc:docMk/>
            <pc:sldMk cId="3208481001" sldId="268"/>
            <ac:spMk id="11" creationId="{B7DB9B2A-F4C5-9DDC-651E-89AD061BF105}"/>
          </ac:spMkLst>
        </pc:spChg>
        <pc:spChg chg="add del mod">
          <ac:chgData name="Evgenia Andreou" userId="8e89e74f621e7047" providerId="LiveId" clId="{EF53017E-E624-4052-9F70-6403551E244D}" dt="2025-10-20T01:45:42.425" v="25737" actId="478"/>
          <ac:spMkLst>
            <pc:docMk/>
            <pc:sldMk cId="3208481001" sldId="268"/>
            <ac:spMk id="16" creationId="{483738EA-A477-4FD6-0161-F794AEF9235D}"/>
          </ac:spMkLst>
        </pc:spChg>
        <pc:spChg chg="add del">
          <ac:chgData name="Evgenia Andreou" userId="8e89e74f621e7047" providerId="LiveId" clId="{EF53017E-E624-4052-9F70-6403551E244D}" dt="2025-10-20T01:45:32.591" v="25732" actId="478"/>
          <ac:spMkLst>
            <pc:docMk/>
            <pc:sldMk cId="3208481001" sldId="268"/>
            <ac:spMk id="20" creationId="{B63E8309-006B-A693-9170-F36EC3305127}"/>
          </ac:spMkLst>
        </pc:spChg>
        <pc:picChg chg="add del mod">
          <ac:chgData name="Evgenia Andreou" userId="8e89e74f621e7047" providerId="LiveId" clId="{EF53017E-E624-4052-9F70-6403551E244D}" dt="2025-10-20T01:44:28.845" v="25716" actId="478"/>
          <ac:picMkLst>
            <pc:docMk/>
            <pc:sldMk cId="3208481001" sldId="268"/>
            <ac:picMk id="6" creationId="{260C4B3E-1073-3BB9-71A3-E929FE4A4F46}"/>
          </ac:picMkLst>
        </pc:picChg>
        <pc:picChg chg="add del mod">
          <ac:chgData name="Evgenia Andreou" userId="8e89e74f621e7047" providerId="LiveId" clId="{EF53017E-E624-4052-9F70-6403551E244D}" dt="2025-10-20T23:36:24.636" v="27008" actId="478"/>
          <ac:picMkLst>
            <pc:docMk/>
            <pc:sldMk cId="3208481001" sldId="268"/>
            <ac:picMk id="7" creationId="{F07EB0A3-28D8-BD2D-6452-AA92320C2AE2}"/>
          </ac:picMkLst>
        </pc:picChg>
        <pc:picChg chg="add del mod">
          <ac:chgData name="Evgenia Andreou" userId="8e89e74f621e7047" providerId="LiveId" clId="{EF53017E-E624-4052-9F70-6403551E244D}" dt="2025-10-20T01:44:28.845" v="25716" actId="478"/>
          <ac:picMkLst>
            <pc:docMk/>
            <pc:sldMk cId="3208481001" sldId="268"/>
            <ac:picMk id="8" creationId="{A53687A5-718C-E5CE-8EAC-06FFB0152A98}"/>
          </ac:picMkLst>
        </pc:picChg>
        <pc:picChg chg="add del mod">
          <ac:chgData name="Evgenia Andreou" userId="8e89e74f621e7047" providerId="LiveId" clId="{EF53017E-E624-4052-9F70-6403551E244D}" dt="2025-10-20T01:44:28.845" v="25716" actId="478"/>
          <ac:picMkLst>
            <pc:docMk/>
            <pc:sldMk cId="3208481001" sldId="268"/>
            <ac:picMk id="10" creationId="{3E82CA1D-3850-5AC2-9E87-D10D089F1863}"/>
          </ac:picMkLst>
        </pc:picChg>
        <pc:picChg chg="add del mod">
          <ac:chgData name="Evgenia Andreou" userId="8e89e74f621e7047" providerId="LiveId" clId="{EF53017E-E624-4052-9F70-6403551E244D}" dt="2025-10-20T23:36:24.636" v="27008" actId="478"/>
          <ac:picMkLst>
            <pc:docMk/>
            <pc:sldMk cId="3208481001" sldId="268"/>
            <ac:picMk id="13" creationId="{FE417AEB-0914-425A-40AB-A3542F3C1E41}"/>
          </ac:picMkLst>
        </pc:picChg>
        <pc:picChg chg="add del mod modCrop">
          <ac:chgData name="Evgenia Andreou" userId="8e89e74f621e7047" providerId="LiveId" clId="{EF53017E-E624-4052-9F70-6403551E244D}" dt="2025-10-20T01:44:28.845" v="25716" actId="478"/>
          <ac:picMkLst>
            <pc:docMk/>
            <pc:sldMk cId="3208481001" sldId="268"/>
            <ac:picMk id="14" creationId="{9D873EC4-0AD1-D5C3-EB61-19702FDC73AB}"/>
          </ac:picMkLst>
        </pc:picChg>
        <pc:picChg chg="add del mod">
          <ac:chgData name="Evgenia Andreou" userId="8e89e74f621e7047" providerId="LiveId" clId="{EF53017E-E624-4052-9F70-6403551E244D}" dt="2025-10-20T23:36:24.636" v="27008" actId="478"/>
          <ac:picMkLst>
            <pc:docMk/>
            <pc:sldMk cId="3208481001" sldId="268"/>
            <ac:picMk id="18" creationId="{863D52E1-4D85-46F3-DC92-A33682D9BB18}"/>
          </ac:picMkLst>
        </pc:picChg>
        <pc:picChg chg="add del mod">
          <ac:chgData name="Evgenia Andreou" userId="8e89e74f621e7047" providerId="LiveId" clId="{EF53017E-E624-4052-9F70-6403551E244D}" dt="2025-10-20T23:36:24.636" v="27008" actId="478"/>
          <ac:picMkLst>
            <pc:docMk/>
            <pc:sldMk cId="3208481001" sldId="268"/>
            <ac:picMk id="22" creationId="{1FE215D3-0098-9203-4F59-1961C63BAC2A}"/>
          </ac:picMkLst>
        </pc:picChg>
        <pc:picChg chg="add mod">
          <ac:chgData name="Evgenia Andreou" userId="8e89e74f621e7047" providerId="LiveId" clId="{EF53017E-E624-4052-9F70-6403551E244D}" dt="2025-10-21T02:38:03.457" v="28373" actId="14100"/>
          <ac:picMkLst>
            <pc:docMk/>
            <pc:sldMk cId="3208481001" sldId="268"/>
            <ac:picMk id="24" creationId="{9854B908-6F9F-29E0-02F3-7D5EAFFABB87}"/>
          </ac:picMkLst>
        </pc:picChg>
        <pc:picChg chg="add mod">
          <ac:chgData name="Evgenia Andreou" userId="8e89e74f621e7047" providerId="LiveId" clId="{EF53017E-E624-4052-9F70-6403551E244D}" dt="2025-10-21T02:38:11.886" v="28376" actId="14100"/>
          <ac:picMkLst>
            <pc:docMk/>
            <pc:sldMk cId="3208481001" sldId="268"/>
            <ac:picMk id="26" creationId="{4A7AAAC0-FD89-913F-200E-40FA13D59F3B}"/>
          </ac:picMkLst>
        </pc:picChg>
        <pc:picChg chg="add mod">
          <ac:chgData name="Evgenia Andreou" userId="8e89e74f621e7047" providerId="LiveId" clId="{EF53017E-E624-4052-9F70-6403551E244D}" dt="2025-10-21T02:38:05.868" v="28374" actId="14100"/>
          <ac:picMkLst>
            <pc:docMk/>
            <pc:sldMk cId="3208481001" sldId="268"/>
            <ac:picMk id="28" creationId="{8842E45A-587F-2D1A-551B-04AAC398F866}"/>
          </ac:picMkLst>
        </pc:picChg>
        <pc:picChg chg="add mod">
          <ac:chgData name="Evgenia Andreou" userId="8e89e74f621e7047" providerId="LiveId" clId="{EF53017E-E624-4052-9F70-6403551E244D}" dt="2025-10-21T02:38:09.216" v="28375" actId="14100"/>
          <ac:picMkLst>
            <pc:docMk/>
            <pc:sldMk cId="3208481001" sldId="268"/>
            <ac:picMk id="30" creationId="{85817C5D-A64B-A831-0BB4-FCCD10935BCC}"/>
          </ac:picMkLst>
        </pc:picChg>
      </pc:sldChg>
      <pc:sldChg chg="addSp delSp modSp new mod setBg">
        <pc:chgData name="Evgenia Andreou" userId="8e89e74f621e7047" providerId="LiveId" clId="{EF53017E-E624-4052-9F70-6403551E244D}" dt="2025-10-21T02:39:54.502" v="28423" actId="20577"/>
        <pc:sldMkLst>
          <pc:docMk/>
          <pc:sldMk cId="2732646992" sldId="269"/>
        </pc:sldMkLst>
        <pc:spChg chg="mod">
          <ac:chgData name="Evgenia Andreou" userId="8e89e74f621e7047" providerId="LiveId" clId="{EF53017E-E624-4052-9F70-6403551E244D}" dt="2025-10-21T00:43:11.434" v="28319" actId="1036"/>
          <ac:spMkLst>
            <pc:docMk/>
            <pc:sldMk cId="2732646992" sldId="269"/>
            <ac:spMk id="3" creationId="{6F632D25-C12C-AD1F-8350-99DDF3642E48}"/>
          </ac:spMkLst>
        </pc:spChg>
        <pc:spChg chg="mod">
          <ac:chgData name="Evgenia Andreou" userId="8e89e74f621e7047" providerId="LiveId" clId="{EF53017E-E624-4052-9F70-6403551E244D}" dt="2025-10-21T02:39:54.502" v="28423" actId="20577"/>
          <ac:spMkLst>
            <pc:docMk/>
            <pc:sldMk cId="2732646992" sldId="269"/>
            <ac:spMk id="4" creationId="{AAF344B0-E792-5660-B4CD-3CA83C53A45C}"/>
          </ac:spMkLst>
        </pc:spChg>
        <pc:spChg chg="add mod">
          <ac:chgData name="Evgenia Andreou" userId="8e89e74f621e7047" providerId="LiveId" clId="{EF53017E-E624-4052-9F70-6403551E244D}" dt="2025-10-21T00:42:58.881" v="28303" actId="207"/>
          <ac:spMkLst>
            <pc:docMk/>
            <pc:sldMk cId="2732646992" sldId="269"/>
            <ac:spMk id="6" creationId="{D452C38D-9B6D-A352-EA5B-4C5BF5BB4E9C}"/>
          </ac:spMkLst>
        </pc:spChg>
        <pc:spChg chg="add del mod">
          <ac:chgData name="Evgenia Andreou" userId="8e89e74f621e7047" providerId="LiveId" clId="{EF53017E-E624-4052-9F70-6403551E244D}" dt="2025-10-21T00:43:13.977" v="28320" actId="478"/>
          <ac:spMkLst>
            <pc:docMk/>
            <pc:sldMk cId="2732646992" sldId="269"/>
            <ac:spMk id="7" creationId="{9C254950-B755-5AD0-0E39-5D0370278537}"/>
          </ac:spMkLst>
        </pc:spChg>
        <pc:spChg chg="add mod">
          <ac:chgData name="Evgenia Andreou" userId="8e89e74f621e7047" providerId="LiveId" clId="{EF53017E-E624-4052-9F70-6403551E244D}" dt="2025-10-21T00:42:58.881" v="28303" actId="207"/>
          <ac:spMkLst>
            <pc:docMk/>
            <pc:sldMk cId="2732646992" sldId="269"/>
            <ac:spMk id="8" creationId="{18713944-C6CC-5B4C-56CF-DD77419EEBEF}"/>
          </ac:spMkLst>
        </pc:spChg>
      </pc:sldChg>
      <pc:sldChg chg="delSp modSp new mod ord">
        <pc:chgData name="Evgenia Andreou" userId="8e89e74f621e7047" providerId="LiveId" clId="{EF53017E-E624-4052-9F70-6403551E244D}" dt="2025-10-11T21:33:29.677" v="16979" actId="20577"/>
        <pc:sldMkLst>
          <pc:docMk/>
          <pc:sldMk cId="2295317214" sldId="270"/>
        </pc:sldMkLst>
        <pc:spChg chg="mod">
          <ac:chgData name="Evgenia Andreou" userId="8e89e74f621e7047" providerId="LiveId" clId="{EF53017E-E624-4052-9F70-6403551E244D}" dt="2025-10-11T21:33:29.677" v="16979" actId="20577"/>
          <ac:spMkLst>
            <pc:docMk/>
            <pc:sldMk cId="2295317214" sldId="270"/>
            <ac:spMk id="2" creationId="{309DCB67-04C1-40E3-1963-550929F13B21}"/>
          </ac:spMkLst>
        </pc:spChg>
      </pc:sldChg>
      <pc:sldChg chg="modSp new mod">
        <pc:chgData name="Evgenia Andreou" userId="8e89e74f621e7047" providerId="LiveId" clId="{EF53017E-E624-4052-9F70-6403551E244D}" dt="2025-10-11T22:02:22.369" v="18138"/>
        <pc:sldMkLst>
          <pc:docMk/>
          <pc:sldMk cId="2301623070" sldId="271"/>
        </pc:sldMkLst>
        <pc:spChg chg="mod">
          <ac:chgData name="Evgenia Andreou" userId="8e89e74f621e7047" providerId="LiveId" clId="{EF53017E-E624-4052-9F70-6403551E244D}" dt="2025-10-11T22:02:22.369" v="18138"/>
          <ac:spMkLst>
            <pc:docMk/>
            <pc:sldMk cId="2301623070" sldId="271"/>
            <ac:spMk id="2" creationId="{CDD171AF-4846-67D2-CC20-E35F25A49F78}"/>
          </ac:spMkLst>
        </pc:spChg>
      </pc:sldChg>
      <pc:sldChg chg="delSp modSp new mod">
        <pc:chgData name="Evgenia Andreou" userId="8e89e74f621e7047" providerId="LiveId" clId="{EF53017E-E624-4052-9F70-6403551E244D}" dt="2025-10-11T22:11:04.813" v="18270"/>
        <pc:sldMkLst>
          <pc:docMk/>
          <pc:sldMk cId="322220874" sldId="273"/>
        </pc:sldMkLst>
        <pc:spChg chg="mod">
          <ac:chgData name="Evgenia Andreou" userId="8e89e74f621e7047" providerId="LiveId" clId="{EF53017E-E624-4052-9F70-6403551E244D}" dt="2025-10-11T22:11:04.813" v="18270"/>
          <ac:spMkLst>
            <pc:docMk/>
            <pc:sldMk cId="322220874" sldId="273"/>
            <ac:spMk id="2" creationId="{C1372E30-38DD-5181-224E-44A7786493A0}"/>
          </ac:spMkLst>
        </pc:spChg>
      </pc:sldChg>
      <pc:sldChg chg="addSp delSp modSp new mod">
        <pc:chgData name="Evgenia Andreou" userId="8e89e74f621e7047" providerId="LiveId" clId="{EF53017E-E624-4052-9F70-6403551E244D}" dt="2025-10-21T00:45:46.793" v="28356" actId="1035"/>
        <pc:sldMkLst>
          <pc:docMk/>
          <pc:sldMk cId="201207592" sldId="274"/>
        </pc:sldMkLst>
        <pc:spChg chg="mod">
          <ac:chgData name="Evgenia Andreou" userId="8e89e74f621e7047" providerId="LiveId" clId="{EF53017E-E624-4052-9F70-6403551E244D}" dt="2025-10-19T19:34:19.549" v="24636" actId="1076"/>
          <ac:spMkLst>
            <pc:docMk/>
            <pc:sldMk cId="201207592" sldId="274"/>
            <ac:spMk id="2" creationId="{F110A5BB-543A-E6BC-B214-DAC764A85F60}"/>
          </ac:spMkLst>
        </pc:spChg>
        <pc:spChg chg="mod">
          <ac:chgData name="Evgenia Andreou" userId="8e89e74f621e7047" providerId="LiveId" clId="{EF53017E-E624-4052-9F70-6403551E244D}" dt="2025-10-21T00:45:46.793" v="28356" actId="1035"/>
          <ac:spMkLst>
            <pc:docMk/>
            <pc:sldMk cId="201207592" sldId="274"/>
            <ac:spMk id="3" creationId="{A3AF1BF4-48AB-F18F-B99C-6D42C28D6198}"/>
          </ac:spMkLst>
        </pc:spChg>
        <pc:spChg chg="add del mod">
          <ac:chgData name="Evgenia Andreou" userId="8e89e74f621e7047" providerId="LiveId" clId="{EF53017E-E624-4052-9F70-6403551E244D}" dt="2025-10-21T00:43:43.472" v="28324" actId="478"/>
          <ac:spMkLst>
            <pc:docMk/>
            <pc:sldMk cId="201207592" sldId="274"/>
            <ac:spMk id="15" creationId="{6A0DDE19-4072-B427-EB85-D406FDE1C09A}"/>
          </ac:spMkLst>
        </pc:spChg>
        <pc:picChg chg="add mod ord">
          <ac:chgData name="Evgenia Andreou" userId="8e89e74f621e7047" providerId="LiveId" clId="{EF53017E-E624-4052-9F70-6403551E244D}" dt="2025-10-21T00:45:39.727" v="28355" actId="2085"/>
          <ac:picMkLst>
            <pc:docMk/>
            <pc:sldMk cId="201207592" sldId="274"/>
            <ac:picMk id="6" creationId="{443DDD4E-E012-875F-8BEF-2790662F02DE}"/>
          </ac:picMkLst>
        </pc:picChg>
        <pc:picChg chg="add mod">
          <ac:chgData name="Evgenia Andreou" userId="8e89e74f621e7047" providerId="LiveId" clId="{EF53017E-E624-4052-9F70-6403551E244D}" dt="2025-10-21T00:45:39.727" v="28355" actId="2085"/>
          <ac:picMkLst>
            <pc:docMk/>
            <pc:sldMk cId="201207592" sldId="274"/>
            <ac:picMk id="8" creationId="{9ED4859F-8361-86CF-2C9A-AB29747D9211}"/>
          </ac:picMkLst>
        </pc:picChg>
        <pc:picChg chg="add mod">
          <ac:chgData name="Evgenia Andreou" userId="8e89e74f621e7047" providerId="LiveId" clId="{EF53017E-E624-4052-9F70-6403551E244D}" dt="2025-10-21T00:45:39.727" v="28355" actId="2085"/>
          <ac:picMkLst>
            <pc:docMk/>
            <pc:sldMk cId="201207592" sldId="274"/>
            <ac:picMk id="12" creationId="{BFE3335F-C327-808D-A219-1554D422FB47}"/>
          </ac:picMkLst>
        </pc:picChg>
      </pc:sldChg>
      <pc:sldChg chg="addSp delSp modSp new mod ord">
        <pc:chgData name="Evgenia Andreou" userId="8e89e74f621e7047" providerId="LiveId" clId="{EF53017E-E624-4052-9F70-6403551E244D}" dt="2025-10-21T00:43:40.032" v="28322" actId="478"/>
        <pc:sldMkLst>
          <pc:docMk/>
          <pc:sldMk cId="311389722" sldId="275"/>
        </pc:sldMkLst>
        <pc:spChg chg="mod">
          <ac:chgData name="Evgenia Andreou" userId="8e89e74f621e7047" providerId="LiveId" clId="{EF53017E-E624-4052-9F70-6403551E244D}" dt="2025-10-19T20:25:43.608" v="24838" actId="1076"/>
          <ac:spMkLst>
            <pc:docMk/>
            <pc:sldMk cId="311389722" sldId="275"/>
            <ac:spMk id="2" creationId="{6E8EBE9B-3914-EB9A-7C62-D2B996F953D9}"/>
          </ac:spMkLst>
        </pc:spChg>
        <pc:spChg chg="mod">
          <ac:chgData name="Evgenia Andreou" userId="8e89e74f621e7047" providerId="LiveId" clId="{EF53017E-E624-4052-9F70-6403551E244D}" dt="2025-10-20T23:01:07.516" v="26888" actId="1076"/>
          <ac:spMkLst>
            <pc:docMk/>
            <pc:sldMk cId="311389722" sldId="275"/>
            <ac:spMk id="3" creationId="{C743E199-295C-C3F2-FEEF-357550E7830B}"/>
          </ac:spMkLst>
        </pc:spChg>
        <pc:spChg chg="add mod">
          <ac:chgData name="Evgenia Andreou" userId="8e89e74f621e7047" providerId="LiveId" clId="{EF53017E-E624-4052-9F70-6403551E244D}" dt="2025-10-11T22:03:12.777" v="18159" actId="1035"/>
          <ac:spMkLst>
            <pc:docMk/>
            <pc:sldMk cId="311389722" sldId="275"/>
            <ac:spMk id="7" creationId="{D2272408-34BE-0155-1CC7-F6316558B794}"/>
          </ac:spMkLst>
        </pc:spChg>
        <pc:spChg chg="add mod">
          <ac:chgData name="Evgenia Andreou" userId="8e89e74f621e7047" providerId="LiveId" clId="{EF53017E-E624-4052-9F70-6403551E244D}" dt="2025-10-19T20:27:58.185" v="25004" actId="1037"/>
          <ac:spMkLst>
            <pc:docMk/>
            <pc:sldMk cId="311389722" sldId="275"/>
            <ac:spMk id="8" creationId="{C88040E1-943C-D2F8-3E4A-337C2357B34F}"/>
          </ac:spMkLst>
        </pc:spChg>
        <pc:spChg chg="add mod">
          <ac:chgData name="Evgenia Andreou" userId="8e89e74f621e7047" providerId="LiveId" clId="{EF53017E-E624-4052-9F70-6403551E244D}" dt="2025-10-20T02:02:06.518" v="26175" actId="20577"/>
          <ac:spMkLst>
            <pc:docMk/>
            <pc:sldMk cId="311389722" sldId="275"/>
            <ac:spMk id="18" creationId="{7F0E8D2E-2823-1F9A-3CE5-98B44B588B13}"/>
          </ac:spMkLst>
        </pc:spChg>
        <pc:spChg chg="add mod">
          <ac:chgData name="Evgenia Andreou" userId="8e89e74f621e7047" providerId="LiveId" clId="{EF53017E-E624-4052-9F70-6403551E244D}" dt="2025-10-11T22:03:12.777" v="18159" actId="1035"/>
          <ac:spMkLst>
            <pc:docMk/>
            <pc:sldMk cId="311389722" sldId="275"/>
            <ac:spMk id="19" creationId="{5B7AD27B-FE4D-3C6A-6819-327D0F4DF8B4}"/>
          </ac:spMkLst>
        </pc:spChg>
        <pc:spChg chg="add mod">
          <ac:chgData name="Evgenia Andreou" userId="8e89e74f621e7047" providerId="LiveId" clId="{EF53017E-E624-4052-9F70-6403551E244D}" dt="2025-10-20T23:01:09.854" v="26889" actId="14100"/>
          <ac:spMkLst>
            <pc:docMk/>
            <pc:sldMk cId="311389722" sldId="275"/>
            <ac:spMk id="32" creationId="{8EB9DB21-5C07-5D50-4678-27F3C1770CEB}"/>
          </ac:spMkLst>
        </pc:spChg>
        <pc:spChg chg="add del mod">
          <ac:chgData name="Evgenia Andreou" userId="8e89e74f621e7047" providerId="LiveId" clId="{EF53017E-E624-4052-9F70-6403551E244D}" dt="2025-10-21T00:43:40.032" v="28322" actId="478"/>
          <ac:spMkLst>
            <pc:docMk/>
            <pc:sldMk cId="311389722" sldId="275"/>
            <ac:spMk id="34" creationId="{CDDE3C2B-CFB6-136E-1A68-6AA788CEAB32}"/>
          </ac:spMkLst>
        </pc:spChg>
        <pc:grpChg chg="add mod ord">
          <ac:chgData name="Evgenia Andreou" userId="8e89e74f621e7047" providerId="LiveId" clId="{EF53017E-E624-4052-9F70-6403551E244D}" dt="2025-10-10T23:21:14.127" v="14731" actId="164"/>
          <ac:grpSpMkLst>
            <pc:docMk/>
            <pc:sldMk cId="311389722" sldId="275"/>
            <ac:grpSpMk id="26" creationId="{6330883D-514A-8A33-E65E-2EA0F3DC69D2}"/>
          </ac:grpSpMkLst>
        </pc:grpChg>
        <pc:grpChg chg="add mod">
          <ac:chgData name="Evgenia Andreou" userId="8e89e74f621e7047" providerId="LiveId" clId="{EF53017E-E624-4052-9F70-6403551E244D}" dt="2025-10-20T23:01:21.839" v="26890" actId="1076"/>
          <ac:grpSpMkLst>
            <pc:docMk/>
            <pc:sldMk cId="311389722" sldId="275"/>
            <ac:grpSpMk id="31" creationId="{02973CF0-ED55-864F-16C6-7E0268AD3B31}"/>
          </ac:grpSpMkLst>
        </pc:grpChg>
        <pc:picChg chg="add mod modCrop">
          <ac:chgData name="Evgenia Andreou" userId="8e89e74f621e7047" providerId="LiveId" clId="{EF53017E-E624-4052-9F70-6403551E244D}" dt="2025-10-20T23:00:10.634" v="26873" actId="732"/>
          <ac:picMkLst>
            <pc:docMk/>
            <pc:sldMk cId="311389722" sldId="275"/>
            <ac:picMk id="28" creationId="{B39FFB14-6ED5-EFD8-FF35-BC179B296738}"/>
          </ac:picMkLst>
        </pc:picChg>
        <pc:cxnChg chg="add mod">
          <ac:chgData name="Evgenia Andreou" userId="8e89e74f621e7047" providerId="LiveId" clId="{EF53017E-E624-4052-9F70-6403551E244D}" dt="2025-10-19T20:27:58.185" v="25004" actId="1037"/>
          <ac:cxnSpMkLst>
            <pc:docMk/>
            <pc:sldMk cId="311389722" sldId="275"/>
            <ac:cxnSpMk id="10" creationId="{2110992D-FB03-67BB-0BBE-6BDD716730E9}"/>
          </ac:cxnSpMkLst>
        </pc:cxnChg>
        <pc:cxnChg chg="add mod">
          <ac:chgData name="Evgenia Andreou" userId="8e89e74f621e7047" providerId="LiveId" clId="{EF53017E-E624-4052-9F70-6403551E244D}" dt="2025-10-11T22:03:12.777" v="18159" actId="1035"/>
          <ac:cxnSpMkLst>
            <pc:docMk/>
            <pc:sldMk cId="311389722" sldId="275"/>
            <ac:cxnSpMk id="15" creationId="{93134625-F132-7B71-B743-4C0A5922D35A}"/>
          </ac:cxnSpMkLst>
        </pc:cxnChg>
      </pc:sldChg>
      <pc:sldChg chg="addSp delSp modSp new mod setBg">
        <pc:chgData name="Evgenia Andreou" userId="8e89e74f621e7047" providerId="LiveId" clId="{EF53017E-E624-4052-9F70-6403551E244D}" dt="2025-10-21T00:52:41.360" v="28372" actId="207"/>
        <pc:sldMkLst>
          <pc:docMk/>
          <pc:sldMk cId="1839987358" sldId="276"/>
        </pc:sldMkLst>
        <pc:spChg chg="mod">
          <ac:chgData name="Evgenia Andreou" userId="8e89e74f621e7047" providerId="LiveId" clId="{EF53017E-E624-4052-9F70-6403551E244D}" dt="2025-10-21T00:52:41.360" v="28372" actId="207"/>
          <ac:spMkLst>
            <pc:docMk/>
            <pc:sldMk cId="1839987358" sldId="276"/>
            <ac:spMk id="2" creationId="{2266DF65-6188-8376-76BA-FBFCD6D58A83}"/>
          </ac:spMkLst>
        </pc:spChg>
        <pc:spChg chg="add del">
          <ac:chgData name="Evgenia Andreou" userId="8e89e74f621e7047" providerId="LiveId" clId="{EF53017E-E624-4052-9F70-6403551E244D}" dt="2025-10-20T23:56:57.987" v="27601" actId="22"/>
          <ac:spMkLst>
            <pc:docMk/>
            <pc:sldMk cId="1839987358" sldId="276"/>
            <ac:spMk id="18" creationId="{2B59AA0B-478B-AB99-9D72-4BBF7A74FDFC}"/>
          </ac:spMkLst>
        </pc:spChg>
        <pc:spChg chg="add del">
          <ac:chgData name="Evgenia Andreou" userId="8e89e74f621e7047" providerId="LiveId" clId="{EF53017E-E624-4052-9F70-6403551E244D}" dt="2025-10-20T23:57:29.996" v="27610" actId="22"/>
          <ac:spMkLst>
            <pc:docMk/>
            <pc:sldMk cId="1839987358" sldId="276"/>
            <ac:spMk id="24" creationId="{498EE514-A352-3664-B641-FB8F5DE88FC7}"/>
          </ac:spMkLst>
        </pc:spChg>
        <pc:spChg chg="add del">
          <ac:chgData name="Evgenia Andreou" userId="8e89e74f621e7047" providerId="LiveId" clId="{EF53017E-E624-4052-9F70-6403551E244D}" dt="2025-10-20T23:57:47.152" v="27615" actId="22"/>
          <ac:spMkLst>
            <pc:docMk/>
            <pc:sldMk cId="1839987358" sldId="276"/>
            <ac:spMk id="28" creationId="{2FBFECE0-D4C3-121B-6252-A5D1718B308E}"/>
          </ac:spMkLst>
        </pc:spChg>
        <pc:picChg chg="add del mod">
          <ac:chgData name="Evgenia Andreou" userId="8e89e74f621e7047" providerId="LiveId" clId="{EF53017E-E624-4052-9F70-6403551E244D}" dt="2025-10-20T23:56:47.322" v="27598" actId="478"/>
          <ac:picMkLst>
            <pc:docMk/>
            <pc:sldMk cId="1839987358" sldId="276"/>
            <ac:picMk id="4" creationId="{B8E04EFB-1D08-E713-4270-422F7347B499}"/>
          </ac:picMkLst>
        </pc:picChg>
        <pc:picChg chg="add del mod">
          <ac:chgData name="Evgenia Andreou" userId="8e89e74f621e7047" providerId="LiveId" clId="{EF53017E-E624-4052-9F70-6403551E244D}" dt="2025-10-20T23:56:49.773" v="27599" actId="478"/>
          <ac:picMkLst>
            <pc:docMk/>
            <pc:sldMk cId="1839987358" sldId="276"/>
            <ac:picMk id="6" creationId="{87B48562-063A-31FE-27C0-291C4C3EE903}"/>
          </ac:picMkLst>
        </pc:picChg>
        <pc:picChg chg="add del mod">
          <ac:chgData name="Evgenia Andreou" userId="8e89e74f621e7047" providerId="LiveId" clId="{EF53017E-E624-4052-9F70-6403551E244D}" dt="2025-10-20T01:55:26.867" v="26037" actId="478"/>
          <ac:picMkLst>
            <pc:docMk/>
            <pc:sldMk cId="1839987358" sldId="276"/>
            <ac:picMk id="8" creationId="{B0327C26-A4F5-F8D4-DD5B-C61B2965DA07}"/>
          </ac:picMkLst>
        </pc:picChg>
        <pc:picChg chg="add del mod">
          <ac:chgData name="Evgenia Andreou" userId="8e89e74f621e7047" providerId="LiveId" clId="{EF53017E-E624-4052-9F70-6403551E244D}" dt="2025-10-20T23:56:47.322" v="27598" actId="478"/>
          <ac:picMkLst>
            <pc:docMk/>
            <pc:sldMk cId="1839987358" sldId="276"/>
            <ac:picMk id="9" creationId="{E4A637DA-DEAE-59ED-0E48-8E7E12A6FBBC}"/>
          </ac:picMkLst>
        </pc:picChg>
        <pc:picChg chg="add del mod modCrop">
          <ac:chgData name="Evgenia Andreou" userId="8e89e74f621e7047" providerId="LiveId" clId="{EF53017E-E624-4052-9F70-6403551E244D}" dt="2025-10-20T01:55:26.867" v="26037" actId="478"/>
          <ac:picMkLst>
            <pc:docMk/>
            <pc:sldMk cId="1839987358" sldId="276"/>
            <ac:picMk id="10" creationId="{518DA735-5841-873F-6819-4E5C20C60124}"/>
          </ac:picMkLst>
        </pc:picChg>
        <pc:picChg chg="add del mod">
          <ac:chgData name="Evgenia Andreou" userId="8e89e74f621e7047" providerId="LiveId" clId="{EF53017E-E624-4052-9F70-6403551E244D}" dt="2025-10-20T01:55:26.867" v="26037" actId="478"/>
          <ac:picMkLst>
            <pc:docMk/>
            <pc:sldMk cId="1839987358" sldId="276"/>
            <ac:picMk id="12" creationId="{92986647-B409-4101-4022-3589C3C836FA}"/>
          </ac:picMkLst>
        </pc:picChg>
        <pc:picChg chg="add del mod">
          <ac:chgData name="Evgenia Andreou" userId="8e89e74f621e7047" providerId="LiveId" clId="{EF53017E-E624-4052-9F70-6403551E244D}" dt="2025-10-20T23:56:47.322" v="27598" actId="478"/>
          <ac:picMkLst>
            <pc:docMk/>
            <pc:sldMk cId="1839987358" sldId="276"/>
            <ac:picMk id="13" creationId="{07AD259F-15C1-9AA9-8776-67CF43B4BF05}"/>
          </ac:picMkLst>
        </pc:picChg>
        <pc:picChg chg="add del mod modCrop">
          <ac:chgData name="Evgenia Andreou" userId="8e89e74f621e7047" providerId="LiveId" clId="{EF53017E-E624-4052-9F70-6403551E244D}" dt="2025-10-20T01:55:26.867" v="26037" actId="478"/>
          <ac:picMkLst>
            <pc:docMk/>
            <pc:sldMk cId="1839987358" sldId="276"/>
            <ac:picMk id="14" creationId="{5C2EF46D-76B5-8FB6-34AF-E700E2D0198F}"/>
          </ac:picMkLst>
        </pc:picChg>
        <pc:picChg chg="add del mod">
          <ac:chgData name="Evgenia Andreou" userId="8e89e74f621e7047" providerId="LiveId" clId="{EF53017E-E624-4052-9F70-6403551E244D}" dt="2025-10-20T01:57:12.273" v="26052" actId="478"/>
          <ac:picMkLst>
            <pc:docMk/>
            <pc:sldMk cId="1839987358" sldId="276"/>
            <ac:picMk id="15" creationId="{1656BFD5-3950-6843-A0E4-7BE9FAA52ADC}"/>
          </ac:picMkLst>
        </pc:picChg>
        <pc:picChg chg="add del mod">
          <ac:chgData name="Evgenia Andreou" userId="8e89e74f621e7047" providerId="LiveId" clId="{EF53017E-E624-4052-9F70-6403551E244D}" dt="2025-10-20T23:56:47.322" v="27598" actId="478"/>
          <ac:picMkLst>
            <pc:docMk/>
            <pc:sldMk cId="1839987358" sldId="276"/>
            <ac:picMk id="16" creationId="{028E4EE1-758F-16B6-6963-DFF85D262BB6}"/>
          </ac:picMkLst>
        </pc:picChg>
        <pc:picChg chg="add mod">
          <ac:chgData name="Evgenia Andreou" userId="8e89e74f621e7047" providerId="LiveId" clId="{EF53017E-E624-4052-9F70-6403551E244D}" dt="2025-10-21T00:51:57.234" v="28364" actId="14100"/>
          <ac:picMkLst>
            <pc:docMk/>
            <pc:sldMk cId="1839987358" sldId="276"/>
            <ac:picMk id="20" creationId="{57DAF09B-1794-2935-A36D-C6D4470E3D9D}"/>
          </ac:picMkLst>
        </pc:picChg>
        <pc:picChg chg="add mod">
          <ac:chgData name="Evgenia Andreou" userId="8e89e74f621e7047" providerId="LiveId" clId="{EF53017E-E624-4052-9F70-6403551E244D}" dt="2025-10-21T00:52:03.995" v="28365" actId="14100"/>
          <ac:picMkLst>
            <pc:docMk/>
            <pc:sldMk cId="1839987358" sldId="276"/>
            <ac:picMk id="22" creationId="{20519679-5CE8-BE87-CE6A-DD2A5E0D6081}"/>
          </ac:picMkLst>
        </pc:picChg>
        <pc:picChg chg="add mod">
          <ac:chgData name="Evgenia Andreou" userId="8e89e74f621e7047" providerId="LiveId" clId="{EF53017E-E624-4052-9F70-6403551E244D}" dt="2025-10-21T00:52:22.673" v="28370" actId="14100"/>
          <ac:picMkLst>
            <pc:docMk/>
            <pc:sldMk cId="1839987358" sldId="276"/>
            <ac:picMk id="26" creationId="{D449E891-34CC-EF80-D7DB-A9A76841ABBC}"/>
          </ac:picMkLst>
        </pc:picChg>
        <pc:picChg chg="add mod">
          <ac:chgData name="Evgenia Andreou" userId="8e89e74f621e7047" providerId="LiveId" clId="{EF53017E-E624-4052-9F70-6403551E244D}" dt="2025-10-21T00:52:22.673" v="28370" actId="14100"/>
          <ac:picMkLst>
            <pc:docMk/>
            <pc:sldMk cId="1839987358" sldId="276"/>
            <ac:picMk id="30" creationId="{9E62DD2C-5727-886B-18CA-BD00A70CD234}"/>
          </ac:picMkLst>
        </pc:picChg>
      </pc:sldChg>
      <pc:sldChg chg="addSp delSp modSp new mod">
        <pc:chgData name="Evgenia Andreou" userId="8e89e74f621e7047" providerId="LiveId" clId="{EF53017E-E624-4052-9F70-6403551E244D}" dt="2025-10-21T00:43:53.595" v="28327" actId="478"/>
        <pc:sldMkLst>
          <pc:docMk/>
          <pc:sldMk cId="2946716891" sldId="277"/>
        </pc:sldMkLst>
        <pc:spChg chg="mod">
          <ac:chgData name="Evgenia Andreou" userId="8e89e74f621e7047" providerId="LiveId" clId="{EF53017E-E624-4052-9F70-6403551E244D}" dt="2025-10-19T23:53:15.880" v="25383" actId="1076"/>
          <ac:spMkLst>
            <pc:docMk/>
            <pc:sldMk cId="2946716891" sldId="277"/>
            <ac:spMk id="2" creationId="{FB03F8E8-2E98-47AD-EA90-7034E59DE430}"/>
          </ac:spMkLst>
        </pc:spChg>
        <pc:spChg chg="mod">
          <ac:chgData name="Evgenia Andreou" userId="8e89e74f621e7047" providerId="LiveId" clId="{EF53017E-E624-4052-9F70-6403551E244D}" dt="2025-10-20T17:17:26.279" v="26493" actId="20577"/>
          <ac:spMkLst>
            <pc:docMk/>
            <pc:sldMk cId="2946716891" sldId="277"/>
            <ac:spMk id="3" creationId="{1ABCE21A-3F83-3DDC-7BD2-BF9D4DD5C680}"/>
          </ac:spMkLst>
        </pc:spChg>
        <pc:spChg chg="mod">
          <ac:chgData name="Evgenia Andreou" userId="8e89e74f621e7047" providerId="LiveId" clId="{EF53017E-E624-4052-9F70-6403551E244D}" dt="2025-10-20T22:43:47.764" v="26869"/>
          <ac:spMkLst>
            <pc:docMk/>
            <pc:sldMk cId="2946716891" sldId="277"/>
            <ac:spMk id="4" creationId="{401DE421-F807-3BEB-AAE2-D3F1FCDFEE89}"/>
          </ac:spMkLst>
        </pc:spChg>
        <pc:spChg chg="add del mod">
          <ac:chgData name="Evgenia Andreou" userId="8e89e74f621e7047" providerId="LiveId" clId="{EF53017E-E624-4052-9F70-6403551E244D}" dt="2025-10-21T00:43:53.595" v="28327" actId="478"/>
          <ac:spMkLst>
            <pc:docMk/>
            <pc:sldMk cId="2946716891" sldId="277"/>
            <ac:spMk id="5" creationId="{E6EFCF06-0051-9AF4-E54D-3103E4DA7EB1}"/>
          </ac:spMkLst>
        </pc:spChg>
      </pc:sldChg>
      <pc:sldChg chg="addSp delSp modSp new mod">
        <pc:chgData name="Evgenia Andreou" userId="8e89e74f621e7047" providerId="LiveId" clId="{EF53017E-E624-4052-9F70-6403551E244D}" dt="2025-10-21T00:43:55.484" v="28328" actId="478"/>
        <pc:sldMkLst>
          <pc:docMk/>
          <pc:sldMk cId="1725771169" sldId="278"/>
        </pc:sldMkLst>
        <pc:spChg chg="mod">
          <ac:chgData name="Evgenia Andreou" userId="8e89e74f621e7047" providerId="LiveId" clId="{EF53017E-E624-4052-9F70-6403551E244D}" dt="2025-10-20T22:42:41.303" v="26760" actId="1076"/>
          <ac:spMkLst>
            <pc:docMk/>
            <pc:sldMk cId="1725771169" sldId="278"/>
            <ac:spMk id="2" creationId="{691FB1F2-9B2C-952D-6552-CDCF58BA3473}"/>
          </ac:spMkLst>
        </pc:spChg>
        <pc:spChg chg="mod">
          <ac:chgData name="Evgenia Andreou" userId="8e89e74f621e7047" providerId="LiveId" clId="{EF53017E-E624-4052-9F70-6403551E244D}" dt="2025-10-20T22:43:10.366" v="26777" actId="20577"/>
          <ac:spMkLst>
            <pc:docMk/>
            <pc:sldMk cId="1725771169" sldId="278"/>
            <ac:spMk id="3" creationId="{F231BD6F-33DE-5ED7-7A3C-3B8D40A5DEF5}"/>
          </ac:spMkLst>
        </pc:spChg>
        <pc:spChg chg="add del mod">
          <ac:chgData name="Evgenia Andreou" userId="8e89e74f621e7047" providerId="LiveId" clId="{EF53017E-E624-4052-9F70-6403551E244D}" dt="2025-10-21T00:43:55.484" v="28328" actId="478"/>
          <ac:spMkLst>
            <pc:docMk/>
            <pc:sldMk cId="1725771169" sldId="278"/>
            <ac:spMk id="9" creationId="{92EACA24-158F-E9C5-2A56-8C434A476CC0}"/>
          </ac:spMkLst>
        </pc:spChg>
      </pc:sldChg>
      <pc:sldChg chg="addSp delSp modSp new mod setBg">
        <pc:chgData name="Evgenia Andreou" userId="8e89e74f621e7047" providerId="LiveId" clId="{EF53017E-E624-4052-9F70-6403551E244D}" dt="2025-10-21T00:13:24.348" v="27831" actId="1037"/>
        <pc:sldMkLst>
          <pc:docMk/>
          <pc:sldMk cId="1267936960" sldId="279"/>
        </pc:sldMkLst>
        <pc:spChg chg="mod">
          <ac:chgData name="Evgenia Andreou" userId="8e89e74f621e7047" providerId="LiveId" clId="{EF53017E-E624-4052-9F70-6403551E244D}" dt="2025-10-20T01:51:46.076" v="25971" actId="20577"/>
          <ac:spMkLst>
            <pc:docMk/>
            <pc:sldMk cId="1267936960" sldId="279"/>
            <ac:spMk id="2" creationId="{0C918C95-FA1E-7B34-5FD5-342E1E438703}"/>
          </ac:spMkLst>
        </pc:spChg>
        <pc:spChg chg="add del">
          <ac:chgData name="Evgenia Andreou" userId="8e89e74f621e7047" providerId="LiveId" clId="{EF53017E-E624-4052-9F70-6403551E244D}" dt="2025-10-20T01:52:01.732" v="25973" actId="22"/>
          <ac:spMkLst>
            <pc:docMk/>
            <pc:sldMk cId="1267936960" sldId="279"/>
            <ac:spMk id="4" creationId="{90637E4E-0E6C-508A-2483-07722E265A0F}"/>
          </ac:spMkLst>
        </pc:spChg>
        <pc:picChg chg="add del mod">
          <ac:chgData name="Evgenia Andreou" userId="8e89e74f621e7047" providerId="LiveId" clId="{EF53017E-E624-4052-9F70-6403551E244D}" dt="2025-10-20T01:49:43.304" v="25958" actId="478"/>
          <ac:picMkLst>
            <pc:docMk/>
            <pc:sldMk cId="1267936960" sldId="279"/>
            <ac:picMk id="6" creationId="{95975E4A-2861-928B-9574-0DF1D60A0CB8}"/>
          </ac:picMkLst>
        </pc:picChg>
        <pc:picChg chg="add del mod">
          <ac:chgData name="Evgenia Andreou" userId="8e89e74f621e7047" providerId="LiveId" clId="{EF53017E-E624-4052-9F70-6403551E244D}" dt="2025-10-21T00:03:51.252" v="27732" actId="478"/>
          <ac:picMkLst>
            <pc:docMk/>
            <pc:sldMk cId="1267936960" sldId="279"/>
            <ac:picMk id="7" creationId="{B3F54402-9DB5-BD09-411D-8C5A3E1AA7B7}"/>
          </ac:picMkLst>
        </pc:picChg>
        <pc:picChg chg="add del mod modCrop">
          <ac:chgData name="Evgenia Andreou" userId="8e89e74f621e7047" providerId="LiveId" clId="{EF53017E-E624-4052-9F70-6403551E244D}" dt="2025-10-21T00:03:51.252" v="27732" actId="478"/>
          <ac:picMkLst>
            <pc:docMk/>
            <pc:sldMk cId="1267936960" sldId="279"/>
            <ac:picMk id="9" creationId="{1A9AD8CF-5FEF-09AB-84F8-4FC422A24938}"/>
          </ac:picMkLst>
        </pc:picChg>
        <pc:picChg chg="add del mod">
          <ac:chgData name="Evgenia Andreou" userId="8e89e74f621e7047" providerId="LiveId" clId="{EF53017E-E624-4052-9F70-6403551E244D}" dt="2025-10-20T01:49:43.304" v="25958" actId="478"/>
          <ac:picMkLst>
            <pc:docMk/>
            <pc:sldMk cId="1267936960" sldId="279"/>
            <ac:picMk id="10" creationId="{491D4236-8CE3-28D2-7F89-DD111C2C2D46}"/>
          </ac:picMkLst>
        </pc:picChg>
        <pc:picChg chg="add del mod modCrop">
          <ac:chgData name="Evgenia Andreou" userId="8e89e74f621e7047" providerId="LiveId" clId="{EF53017E-E624-4052-9F70-6403551E244D}" dt="2025-10-20T01:49:43.304" v="25958" actId="478"/>
          <ac:picMkLst>
            <pc:docMk/>
            <pc:sldMk cId="1267936960" sldId="279"/>
            <ac:picMk id="12" creationId="{4F7887FC-AF62-599A-2813-96171AADBA95}"/>
          </ac:picMkLst>
        </pc:picChg>
        <pc:picChg chg="add del mod modCrop">
          <ac:chgData name="Evgenia Andreou" userId="8e89e74f621e7047" providerId="LiveId" clId="{EF53017E-E624-4052-9F70-6403551E244D}" dt="2025-10-21T00:03:51.252" v="27732" actId="478"/>
          <ac:picMkLst>
            <pc:docMk/>
            <pc:sldMk cId="1267936960" sldId="279"/>
            <ac:picMk id="13" creationId="{5DAE260E-F6DF-89AF-1EB3-68D96B04A8CA}"/>
          </ac:picMkLst>
        </pc:picChg>
        <pc:picChg chg="add del mod">
          <ac:chgData name="Evgenia Andreou" userId="8e89e74f621e7047" providerId="LiveId" clId="{EF53017E-E624-4052-9F70-6403551E244D}" dt="2025-10-20T01:49:43.304" v="25958" actId="478"/>
          <ac:picMkLst>
            <pc:docMk/>
            <pc:sldMk cId="1267936960" sldId="279"/>
            <ac:picMk id="14" creationId="{2E429D55-78DF-CB67-28BE-C798D532B23D}"/>
          </ac:picMkLst>
        </pc:picChg>
        <pc:picChg chg="add del mod">
          <ac:chgData name="Evgenia Andreou" userId="8e89e74f621e7047" providerId="LiveId" clId="{EF53017E-E624-4052-9F70-6403551E244D}" dt="2025-10-21T00:03:51.252" v="27732" actId="478"/>
          <ac:picMkLst>
            <pc:docMk/>
            <pc:sldMk cId="1267936960" sldId="279"/>
            <ac:picMk id="16" creationId="{CF0AA87D-A614-407A-2281-E2B8DAC529B2}"/>
          </ac:picMkLst>
        </pc:picChg>
        <pc:picChg chg="add del mod">
          <ac:chgData name="Evgenia Andreou" userId="8e89e74f621e7047" providerId="LiveId" clId="{EF53017E-E624-4052-9F70-6403551E244D}" dt="2025-10-21T00:11:41.384" v="27810" actId="478"/>
          <ac:picMkLst>
            <pc:docMk/>
            <pc:sldMk cId="1267936960" sldId="279"/>
            <ac:picMk id="18" creationId="{CC68BEFB-7947-9097-4FB9-958BAE7EDB08}"/>
          </ac:picMkLst>
        </pc:picChg>
        <pc:picChg chg="add del mod">
          <ac:chgData name="Evgenia Andreou" userId="8e89e74f621e7047" providerId="LiveId" clId="{EF53017E-E624-4052-9F70-6403551E244D}" dt="2025-10-21T00:05:59.114" v="27737" actId="478"/>
          <ac:picMkLst>
            <pc:docMk/>
            <pc:sldMk cId="1267936960" sldId="279"/>
            <ac:picMk id="20" creationId="{FF868CEA-81E6-4CCE-6A82-D9D6CB1F1438}"/>
          </ac:picMkLst>
        </pc:picChg>
        <pc:picChg chg="add mod">
          <ac:chgData name="Evgenia Andreou" userId="8e89e74f621e7047" providerId="LiveId" clId="{EF53017E-E624-4052-9F70-6403551E244D}" dt="2025-10-21T00:13:00.148" v="27825" actId="1076"/>
          <ac:picMkLst>
            <pc:docMk/>
            <pc:sldMk cId="1267936960" sldId="279"/>
            <ac:picMk id="22" creationId="{6F175C6F-61CC-06A2-A4BC-6ECC39FBD98A}"/>
          </ac:picMkLst>
        </pc:picChg>
        <pc:picChg chg="add del mod">
          <ac:chgData name="Evgenia Andreou" userId="8e89e74f621e7047" providerId="LiveId" clId="{EF53017E-E624-4052-9F70-6403551E244D}" dt="2025-10-21T00:12:56.997" v="27823" actId="478"/>
          <ac:picMkLst>
            <pc:docMk/>
            <pc:sldMk cId="1267936960" sldId="279"/>
            <ac:picMk id="24" creationId="{BD092457-BB29-3B81-E554-E05CDB8E41E5}"/>
          </ac:picMkLst>
        </pc:picChg>
        <pc:picChg chg="add del mod">
          <ac:chgData name="Evgenia Andreou" userId="8e89e74f621e7047" providerId="LiveId" clId="{EF53017E-E624-4052-9F70-6403551E244D}" dt="2025-10-21T00:13:09.180" v="27828" actId="478"/>
          <ac:picMkLst>
            <pc:docMk/>
            <pc:sldMk cId="1267936960" sldId="279"/>
            <ac:picMk id="26" creationId="{E797C02F-FBB6-E52A-1FB8-3D8A763EC689}"/>
          </ac:picMkLst>
        </pc:picChg>
        <pc:picChg chg="add del mod">
          <ac:chgData name="Evgenia Andreou" userId="8e89e74f621e7047" providerId="LiveId" clId="{EF53017E-E624-4052-9F70-6403551E244D}" dt="2025-10-21T00:11:43.167" v="27811" actId="478"/>
          <ac:picMkLst>
            <pc:docMk/>
            <pc:sldMk cId="1267936960" sldId="279"/>
            <ac:picMk id="27" creationId="{D7BA1C6D-8EE5-B0F3-3E35-90B7B35E898E}"/>
          </ac:picMkLst>
        </pc:picChg>
        <pc:picChg chg="add mod">
          <ac:chgData name="Evgenia Andreou" userId="8e89e74f621e7047" providerId="LiveId" clId="{EF53017E-E624-4052-9F70-6403551E244D}" dt="2025-10-21T00:12:49.149" v="27821" actId="1076"/>
          <ac:picMkLst>
            <pc:docMk/>
            <pc:sldMk cId="1267936960" sldId="279"/>
            <ac:picMk id="28" creationId="{6AAC3F08-54F2-62EA-DACA-DC6E55DC9F00}"/>
          </ac:picMkLst>
        </pc:picChg>
        <pc:picChg chg="add mod">
          <ac:chgData name="Evgenia Andreou" userId="8e89e74f621e7047" providerId="LiveId" clId="{EF53017E-E624-4052-9F70-6403551E244D}" dt="2025-10-21T00:13:24.348" v="27831" actId="1037"/>
          <ac:picMkLst>
            <pc:docMk/>
            <pc:sldMk cId="1267936960" sldId="279"/>
            <ac:picMk id="29" creationId="{D0986D5D-A04A-94E2-B442-4349224E9AF7}"/>
          </ac:picMkLst>
        </pc:picChg>
        <pc:picChg chg="add del mod">
          <ac:chgData name="Evgenia Andreou" userId="8e89e74f621e7047" providerId="LiveId" clId="{EF53017E-E624-4052-9F70-6403551E244D}" dt="2025-10-21T00:11:55.626" v="27816" actId="478"/>
          <ac:picMkLst>
            <pc:docMk/>
            <pc:sldMk cId="1267936960" sldId="279"/>
            <ac:picMk id="31" creationId="{7C5D2A5F-8A39-636E-8A86-FD2F5350CD8B}"/>
          </ac:picMkLst>
        </pc:picChg>
        <pc:picChg chg="add mod">
          <ac:chgData name="Evgenia Andreou" userId="8e89e74f621e7047" providerId="LiveId" clId="{EF53017E-E624-4052-9F70-6403551E244D}" dt="2025-10-21T00:12:49.149" v="27821" actId="1076"/>
          <ac:picMkLst>
            <pc:docMk/>
            <pc:sldMk cId="1267936960" sldId="279"/>
            <ac:picMk id="33" creationId="{EA81A4BA-4D0B-B320-8454-370B8AED4EB4}"/>
          </ac:picMkLst>
        </pc:picChg>
      </pc:sldChg>
      <pc:sldChg chg="addSp modSp new mod modClrScheme chgLayout">
        <pc:chgData name="Evgenia Andreou" userId="8e89e74f621e7047" providerId="LiveId" clId="{EF53017E-E624-4052-9F70-6403551E244D}" dt="2025-10-18T17:41:27.299" v="22104" actId="255"/>
        <pc:sldMkLst>
          <pc:docMk/>
          <pc:sldMk cId="2646428108" sldId="280"/>
        </pc:sldMkLst>
        <pc:spChg chg="mod ord">
          <ac:chgData name="Evgenia Andreou" userId="8e89e74f621e7047" providerId="LiveId" clId="{EF53017E-E624-4052-9F70-6403551E244D}" dt="2025-10-18T17:40:45.753" v="22093" actId="14100"/>
          <ac:spMkLst>
            <pc:docMk/>
            <pc:sldMk cId="2646428108" sldId="280"/>
            <ac:spMk id="2" creationId="{CF22C3FE-4952-8B04-EE9E-11D16A30959E}"/>
          </ac:spMkLst>
        </pc:spChg>
        <pc:spChg chg="add mod ord">
          <ac:chgData name="Evgenia Andreou" userId="8e89e74f621e7047" providerId="LiveId" clId="{EF53017E-E624-4052-9F70-6403551E244D}" dt="2025-10-18T17:41:27.299" v="22104" actId="255"/>
          <ac:spMkLst>
            <pc:docMk/>
            <pc:sldMk cId="2646428108" sldId="280"/>
            <ac:spMk id="3" creationId="{B0C37985-7345-9CF5-2D16-CDB3C376723F}"/>
          </ac:spMkLst>
        </pc:spChg>
      </pc:sldChg>
      <pc:sldChg chg="addSp delSp modSp new mod">
        <pc:chgData name="Evgenia Andreou" userId="8e89e74f621e7047" providerId="LiveId" clId="{EF53017E-E624-4052-9F70-6403551E244D}" dt="2025-10-21T00:44:06.853" v="28331" actId="478"/>
        <pc:sldMkLst>
          <pc:docMk/>
          <pc:sldMk cId="2935283230" sldId="281"/>
        </pc:sldMkLst>
        <pc:spChg chg="mod">
          <ac:chgData name="Evgenia Andreou" userId="8e89e74f621e7047" providerId="LiveId" clId="{EF53017E-E624-4052-9F70-6403551E244D}" dt="2025-10-18T17:40:00.716" v="22074" actId="255"/>
          <ac:spMkLst>
            <pc:docMk/>
            <pc:sldMk cId="2935283230" sldId="281"/>
            <ac:spMk id="2" creationId="{A3D82945-C5A3-891C-124F-4B2A9A7BA511}"/>
          </ac:spMkLst>
        </pc:spChg>
        <pc:spChg chg="mod">
          <ac:chgData name="Evgenia Andreou" userId="8e89e74f621e7047" providerId="LiveId" clId="{EF53017E-E624-4052-9F70-6403551E244D}" dt="2025-10-18T17:40:05.354" v="22075" actId="255"/>
          <ac:spMkLst>
            <pc:docMk/>
            <pc:sldMk cId="2935283230" sldId="281"/>
            <ac:spMk id="3" creationId="{9770C937-D67E-0A40-7F75-05BDEA92620B}"/>
          </ac:spMkLst>
        </pc:spChg>
        <pc:spChg chg="add del mod">
          <ac:chgData name="Evgenia Andreou" userId="8e89e74f621e7047" providerId="LiveId" clId="{EF53017E-E624-4052-9F70-6403551E244D}" dt="2025-10-21T00:44:06.853" v="28331" actId="478"/>
          <ac:spMkLst>
            <pc:docMk/>
            <pc:sldMk cId="2935283230" sldId="281"/>
            <ac:spMk id="4" creationId="{C1A48291-84BF-79FD-B90B-0573AA5996D1}"/>
          </ac:spMkLst>
        </pc:spChg>
      </pc:sldChg>
      <pc:sldChg chg="addSp delSp modSp new del mod ord setBg">
        <pc:chgData name="Evgenia Andreou" userId="8e89e74f621e7047" providerId="LiveId" clId="{EF53017E-E624-4052-9F70-6403551E244D}" dt="2025-10-21T00:43:22.321" v="28321" actId="2696"/>
        <pc:sldMkLst>
          <pc:docMk/>
          <pc:sldMk cId="2339128384" sldId="283"/>
        </pc:sldMkLst>
        <pc:spChg chg="mod">
          <ac:chgData name="Evgenia Andreou" userId="8e89e74f621e7047" providerId="LiveId" clId="{EF53017E-E624-4052-9F70-6403551E244D}" dt="2025-10-21T00:28:13.960" v="28057" actId="20577"/>
          <ac:spMkLst>
            <pc:docMk/>
            <pc:sldMk cId="2339128384" sldId="283"/>
            <ac:spMk id="2" creationId="{94CB9AE7-BB38-8852-CBE1-D1BCA4DA6D67}"/>
          </ac:spMkLst>
        </pc:spChg>
        <pc:spChg chg="add del mod">
          <ac:chgData name="Evgenia Andreou" userId="8e89e74f621e7047" providerId="LiveId" clId="{EF53017E-E624-4052-9F70-6403551E244D}" dt="2025-10-20T02:04:34.632" v="26264" actId="478"/>
          <ac:spMkLst>
            <pc:docMk/>
            <pc:sldMk cId="2339128384" sldId="283"/>
            <ac:spMk id="4" creationId="{C5575E09-92B3-5722-A3E4-338DF7013149}"/>
          </ac:spMkLst>
        </pc:spChg>
        <pc:spChg chg="add mod">
          <ac:chgData name="Evgenia Andreou" userId="8e89e74f621e7047" providerId="LiveId" clId="{EF53017E-E624-4052-9F70-6403551E244D}" dt="2025-10-21T00:38:52.290" v="28197" actId="1076"/>
          <ac:spMkLst>
            <pc:docMk/>
            <pc:sldMk cId="2339128384" sldId="283"/>
            <ac:spMk id="7" creationId="{DBFD618A-1B64-C3BB-75DD-52509963E1DE}"/>
          </ac:spMkLst>
        </pc:spChg>
        <pc:spChg chg="add mod">
          <ac:chgData name="Evgenia Andreou" userId="8e89e74f621e7047" providerId="LiveId" clId="{EF53017E-E624-4052-9F70-6403551E244D}" dt="2025-10-21T00:40:15.209" v="28285" actId="21"/>
          <ac:spMkLst>
            <pc:docMk/>
            <pc:sldMk cId="2339128384" sldId="283"/>
            <ac:spMk id="14" creationId="{F38D9E0B-60A1-4FDC-BA7D-2E1B83930A09}"/>
          </ac:spMkLst>
        </pc:spChg>
        <pc:picChg chg="add del mod">
          <ac:chgData name="Evgenia Andreou" userId="8e89e74f621e7047" providerId="LiveId" clId="{EF53017E-E624-4052-9F70-6403551E244D}" dt="2025-10-21T00:20:37.642" v="27838" actId="478"/>
          <ac:picMkLst>
            <pc:docMk/>
            <pc:sldMk cId="2339128384" sldId="283"/>
            <ac:picMk id="6" creationId="{A57DABF5-AD71-29A8-D168-B5231D2BCCE8}"/>
          </ac:picMkLst>
        </pc:picChg>
        <pc:picChg chg="add del mod ord">
          <ac:chgData name="Evgenia Andreou" userId="8e89e74f621e7047" providerId="LiveId" clId="{EF53017E-E624-4052-9F70-6403551E244D}" dt="2025-10-21T00:40:15.209" v="28285" actId="21"/>
          <ac:picMkLst>
            <pc:docMk/>
            <pc:sldMk cId="2339128384" sldId="283"/>
            <ac:picMk id="8" creationId="{15F988DF-C682-B2A4-1312-FDC9AADA5309}"/>
          </ac:picMkLst>
        </pc:picChg>
        <pc:picChg chg="add del mod">
          <ac:chgData name="Evgenia Andreou" userId="8e89e74f621e7047" providerId="LiveId" clId="{EF53017E-E624-4052-9F70-6403551E244D}" dt="2025-10-21T00:29:44.369" v="28061" actId="21"/>
          <ac:picMkLst>
            <pc:docMk/>
            <pc:sldMk cId="2339128384" sldId="283"/>
            <ac:picMk id="10" creationId="{93469FEA-F210-45B3-92A9-EEAE481DBC6C}"/>
          </ac:picMkLst>
        </pc:picChg>
        <pc:picChg chg="add mod">
          <ac:chgData name="Evgenia Andreou" userId="8e89e74f621e7047" providerId="LiveId" clId="{EF53017E-E624-4052-9F70-6403551E244D}" dt="2025-10-21T00:34:25.595" v="28193" actId="207"/>
          <ac:picMkLst>
            <pc:docMk/>
            <pc:sldMk cId="2339128384" sldId="283"/>
            <ac:picMk id="12" creationId="{512402B4-13C9-4C74-7004-97259C15F273}"/>
          </ac:picMkLst>
        </pc:picChg>
      </pc:sldChg>
      <pc:sldChg chg="addSp delSp modSp new mod ord">
        <pc:chgData name="Evgenia Andreou" userId="8e89e74f621e7047" providerId="LiveId" clId="{EF53017E-E624-4052-9F70-6403551E244D}" dt="2025-10-21T00:43:50.548" v="28326" actId="478"/>
        <pc:sldMkLst>
          <pc:docMk/>
          <pc:sldMk cId="1583996442" sldId="284"/>
        </pc:sldMkLst>
        <pc:spChg chg="mod">
          <ac:chgData name="Evgenia Andreou" userId="8e89e74f621e7047" providerId="LiveId" clId="{EF53017E-E624-4052-9F70-6403551E244D}" dt="2025-10-17T22:47:32.424" v="21595" actId="27636"/>
          <ac:spMkLst>
            <pc:docMk/>
            <pc:sldMk cId="1583996442" sldId="284"/>
            <ac:spMk id="2" creationId="{D78BB8F6-86CD-F67C-A5AC-A96346005AB1}"/>
          </ac:spMkLst>
        </pc:spChg>
        <pc:spChg chg="add mod">
          <ac:chgData name="Evgenia Andreou" userId="8e89e74f621e7047" providerId="LiveId" clId="{EF53017E-E624-4052-9F70-6403551E244D}" dt="2025-10-19T23:04:14.061" v="25294" actId="27636"/>
          <ac:spMkLst>
            <pc:docMk/>
            <pc:sldMk cId="1583996442" sldId="284"/>
            <ac:spMk id="5" creationId="{997345AD-832D-F3D6-8EAB-FB12F55F6DFF}"/>
          </ac:spMkLst>
        </pc:spChg>
        <pc:spChg chg="add del mod">
          <ac:chgData name="Evgenia Andreou" userId="8e89e74f621e7047" providerId="LiveId" clId="{EF53017E-E624-4052-9F70-6403551E244D}" dt="2025-10-21T00:43:50.548" v="28326" actId="478"/>
          <ac:spMkLst>
            <pc:docMk/>
            <pc:sldMk cId="1583996442" sldId="284"/>
            <ac:spMk id="6" creationId="{8AD4CF20-E308-67C9-F65C-7D0B997E6B19}"/>
          </ac:spMkLst>
        </pc:spChg>
        <pc:spChg chg="add mod">
          <ac:chgData name="Evgenia Andreou" userId="8e89e74f621e7047" providerId="LiveId" clId="{EF53017E-E624-4052-9F70-6403551E244D}" dt="2025-10-19T23:39:12.222" v="25380" actId="20577"/>
          <ac:spMkLst>
            <pc:docMk/>
            <pc:sldMk cId="1583996442" sldId="284"/>
            <ac:spMk id="8" creationId="{AAFD135F-78E3-632E-FA22-F645956311C7}"/>
          </ac:spMkLst>
        </pc:spChg>
      </pc:sldChg>
      <pc:sldChg chg="delSp modSp new mod">
        <pc:chgData name="Evgenia Andreou" userId="8e89e74f621e7047" providerId="LiveId" clId="{EF53017E-E624-4052-9F70-6403551E244D}" dt="2025-10-18T23:28:09.415" v="22896" actId="255"/>
        <pc:sldMkLst>
          <pc:docMk/>
          <pc:sldMk cId="1947621257" sldId="285"/>
        </pc:sldMkLst>
        <pc:spChg chg="mod">
          <ac:chgData name="Evgenia Andreou" userId="8e89e74f621e7047" providerId="LiveId" clId="{EF53017E-E624-4052-9F70-6403551E244D}" dt="2025-10-18T23:28:09.415" v="22896" actId="255"/>
          <ac:spMkLst>
            <pc:docMk/>
            <pc:sldMk cId="1947621257" sldId="285"/>
            <ac:spMk id="2" creationId="{24E1F17E-F8F5-06F4-FC0D-300EA7F02B3E}"/>
          </ac:spMkLst>
        </pc:spChg>
      </pc:sldChg>
      <pc:sldChg chg="modSp new del mod">
        <pc:chgData name="Evgenia Andreou" userId="8e89e74f621e7047" providerId="LiveId" clId="{EF53017E-E624-4052-9F70-6403551E244D}" dt="2025-10-20T00:09:47.102" v="25387" actId="2696"/>
        <pc:sldMkLst>
          <pc:docMk/>
          <pc:sldMk cId="2969696474" sldId="286"/>
        </pc:sldMkLst>
      </pc:sldChg>
      <pc:sldChg chg="modSp new del mod ord">
        <pc:chgData name="Evgenia Andreou" userId="8e89e74f621e7047" providerId="LiveId" clId="{EF53017E-E624-4052-9F70-6403551E244D}" dt="2025-10-20T23:48:30.077" v="27086" actId="2696"/>
        <pc:sldMkLst>
          <pc:docMk/>
          <pc:sldMk cId="3656561646" sldId="287"/>
        </pc:sldMkLst>
        <pc:spChg chg="mod">
          <ac:chgData name="Evgenia Andreou" userId="8e89e74f621e7047" providerId="LiveId" clId="{EF53017E-E624-4052-9F70-6403551E244D}" dt="2025-10-20T23:48:27.320" v="27085" actId="21"/>
          <ac:spMkLst>
            <pc:docMk/>
            <pc:sldMk cId="3656561646" sldId="287"/>
            <ac:spMk id="3" creationId="{E5B70C52-3868-E1E9-0F3B-AA2DDDC64558}"/>
          </ac:spMkLst>
        </pc:spChg>
      </pc:sldChg>
      <pc:sldChg chg="delSp modSp new mod">
        <pc:chgData name="Evgenia Andreou" userId="8e89e74f621e7047" providerId="LiveId" clId="{EF53017E-E624-4052-9F70-6403551E244D}" dt="2025-10-20T17:19:27.267" v="26629" actId="20577"/>
        <pc:sldMkLst>
          <pc:docMk/>
          <pc:sldMk cId="949992360" sldId="288"/>
        </pc:sldMkLst>
        <pc:spChg chg="mod">
          <ac:chgData name="Evgenia Andreou" userId="8e89e74f621e7047" providerId="LiveId" clId="{EF53017E-E624-4052-9F70-6403551E244D}" dt="2025-10-20T01:43:52.269" v="25711" actId="255"/>
          <ac:spMkLst>
            <pc:docMk/>
            <pc:sldMk cId="949992360" sldId="288"/>
            <ac:spMk id="2" creationId="{BCDD52F8-754B-3D68-571B-AC8DA7898223}"/>
          </ac:spMkLst>
        </pc:spChg>
        <pc:spChg chg="mod">
          <ac:chgData name="Evgenia Andreou" userId="8e89e74f621e7047" providerId="LiveId" clId="{EF53017E-E624-4052-9F70-6403551E244D}" dt="2025-10-20T17:19:27.267" v="26629" actId="20577"/>
          <ac:spMkLst>
            <pc:docMk/>
            <pc:sldMk cId="949992360" sldId="288"/>
            <ac:spMk id="3" creationId="{E2AD935D-B379-9015-F001-5112F9711EE0}"/>
          </ac:spMkLst>
        </pc:spChg>
        <pc:spChg chg="del">
          <ac:chgData name="Evgenia Andreou" userId="8e89e74f621e7047" providerId="LiveId" clId="{EF53017E-E624-4052-9F70-6403551E244D}" dt="2025-10-20T01:43:30.405" v="25683" actId="478"/>
          <ac:spMkLst>
            <pc:docMk/>
            <pc:sldMk cId="949992360" sldId="288"/>
            <ac:spMk id="4" creationId="{56EEC483-F8E9-2D31-0B3B-C903DF7911F5}"/>
          </ac:spMkLst>
        </pc:spChg>
      </pc:sldChg>
      <pc:sldChg chg="addSp delSp modSp new mod ord setBg">
        <pc:chgData name="Evgenia Andreou" userId="8e89e74f621e7047" providerId="LiveId" clId="{EF53017E-E624-4052-9F70-6403551E244D}" dt="2025-10-21T00:40:54.326" v="28297" actId="1036"/>
        <pc:sldMkLst>
          <pc:docMk/>
          <pc:sldMk cId="3830437061" sldId="289"/>
        </pc:sldMkLst>
        <pc:spChg chg="mod">
          <ac:chgData name="Evgenia Andreou" userId="8e89e74f621e7047" providerId="LiveId" clId="{EF53017E-E624-4052-9F70-6403551E244D}" dt="2025-10-21T00:39:17.936" v="28245" actId="20577"/>
          <ac:spMkLst>
            <pc:docMk/>
            <pc:sldMk cId="3830437061" sldId="289"/>
            <ac:spMk id="2" creationId="{25AFCAEF-3E01-ECE0-5645-11458B460E0B}"/>
          </ac:spMkLst>
        </pc:spChg>
        <pc:spChg chg="del">
          <ac:chgData name="Evgenia Andreou" userId="8e89e74f621e7047" providerId="LiveId" clId="{EF53017E-E624-4052-9F70-6403551E244D}" dt="2025-10-21T00:20:08.537" v="27832" actId="22"/>
          <ac:spMkLst>
            <pc:docMk/>
            <pc:sldMk cId="3830437061" sldId="289"/>
            <ac:spMk id="3" creationId="{AC00FC95-238B-5006-5087-BF1656AD6D93}"/>
          </ac:spMkLst>
        </pc:spChg>
        <pc:spChg chg="mod">
          <ac:chgData name="Evgenia Andreou" userId="8e89e74f621e7047" providerId="LiveId" clId="{EF53017E-E624-4052-9F70-6403551E244D}" dt="2025-10-21T00:40:09.403" v="28284" actId="27636"/>
          <ac:spMkLst>
            <pc:docMk/>
            <pc:sldMk cId="3830437061" sldId="289"/>
            <ac:spMk id="4" creationId="{56CF2FDF-502C-5D01-C3E4-63B727FB7DD5}"/>
          </ac:spMkLst>
        </pc:spChg>
        <pc:picChg chg="add mod ord">
          <ac:chgData name="Evgenia Andreou" userId="8e89e74f621e7047" providerId="LiveId" clId="{EF53017E-E624-4052-9F70-6403551E244D}" dt="2025-10-21T00:40:32.966" v="28289" actId="1076"/>
          <ac:picMkLst>
            <pc:docMk/>
            <pc:sldMk cId="3830437061" sldId="289"/>
            <ac:picMk id="6" creationId="{E8F25B79-77F5-B9FD-F3BD-ABC1CCD2EDBE}"/>
          </ac:picMkLst>
        </pc:picChg>
        <pc:picChg chg="add mod">
          <ac:chgData name="Evgenia Andreou" userId="8e89e74f621e7047" providerId="LiveId" clId="{EF53017E-E624-4052-9F70-6403551E244D}" dt="2025-10-21T00:40:32.966" v="28289" actId="1076"/>
          <ac:picMkLst>
            <pc:docMk/>
            <pc:sldMk cId="3830437061" sldId="289"/>
            <ac:picMk id="8" creationId="{D3F433D3-5CFA-6940-7A2C-756A58B933D6}"/>
          </ac:picMkLst>
        </pc:picChg>
        <pc:picChg chg="add mod">
          <ac:chgData name="Evgenia Andreou" userId="8e89e74f621e7047" providerId="LiveId" clId="{EF53017E-E624-4052-9F70-6403551E244D}" dt="2025-10-21T00:40:32.966" v="28289" actId="1076"/>
          <ac:picMkLst>
            <pc:docMk/>
            <pc:sldMk cId="3830437061" sldId="289"/>
            <ac:picMk id="10" creationId="{0A77FD6E-1028-9A63-0F5F-FAB76B243B2C}"/>
          </ac:picMkLst>
        </pc:picChg>
        <pc:picChg chg="add mod">
          <ac:chgData name="Evgenia Andreou" userId="8e89e74f621e7047" providerId="LiveId" clId="{EF53017E-E624-4052-9F70-6403551E244D}" dt="2025-10-21T00:40:32.966" v="28289" actId="1076"/>
          <ac:picMkLst>
            <pc:docMk/>
            <pc:sldMk cId="3830437061" sldId="289"/>
            <ac:picMk id="11" creationId="{93469FEA-F210-45B3-92A9-EEAE481DBC6C}"/>
          </ac:picMkLst>
        </pc:picChg>
        <pc:picChg chg="add mod">
          <ac:chgData name="Evgenia Andreou" userId="8e89e74f621e7047" providerId="LiveId" clId="{EF53017E-E624-4052-9F70-6403551E244D}" dt="2025-10-21T00:40:54.326" v="28297" actId="1036"/>
          <ac:picMkLst>
            <pc:docMk/>
            <pc:sldMk cId="3830437061" sldId="289"/>
            <ac:picMk id="12" creationId="{15F988DF-C682-B2A4-1312-FDC9AADA5309}"/>
          </ac:picMkLst>
        </pc:picChg>
      </pc:sldChg>
      <pc:sldChg chg="addSp delSp modSp new mod">
        <pc:chgData name="Evgenia Andreou" userId="8e89e74f621e7047" providerId="LiveId" clId="{EF53017E-E624-4052-9F70-6403551E244D}" dt="2025-10-21T00:00:38.928" v="27691"/>
        <pc:sldMkLst>
          <pc:docMk/>
          <pc:sldMk cId="1568349809" sldId="290"/>
        </pc:sldMkLst>
        <pc:spChg chg="mod">
          <ac:chgData name="Evgenia Andreou" userId="8e89e74f621e7047" providerId="LiveId" clId="{EF53017E-E624-4052-9F70-6403551E244D}" dt="2025-10-20T23:55:16.078" v="27579" actId="255"/>
          <ac:spMkLst>
            <pc:docMk/>
            <pc:sldMk cId="1568349809" sldId="290"/>
            <ac:spMk id="2" creationId="{D6E992A4-3342-4D17-D7D8-CB45D8A172FC}"/>
          </ac:spMkLst>
        </pc:spChg>
        <pc:spChg chg="mod">
          <ac:chgData name="Evgenia Andreou" userId="8e89e74f621e7047" providerId="LiveId" clId="{EF53017E-E624-4052-9F70-6403551E244D}" dt="2025-10-20T23:56:37.394" v="27596" actId="692"/>
          <ac:spMkLst>
            <pc:docMk/>
            <pc:sldMk cId="1568349809" sldId="290"/>
            <ac:spMk id="3" creationId="{04B7BC3B-5F63-AD93-DF81-0FE7E566E573}"/>
          </ac:spMkLst>
        </pc:spChg>
        <pc:spChg chg="del mod">
          <ac:chgData name="Evgenia Andreou" userId="8e89e74f621e7047" providerId="LiveId" clId="{EF53017E-E624-4052-9F70-6403551E244D}" dt="2025-10-20T23:50:31.237" v="27249" actId="478"/>
          <ac:spMkLst>
            <pc:docMk/>
            <pc:sldMk cId="1568349809" sldId="290"/>
            <ac:spMk id="4" creationId="{55F48860-DE82-43CC-03C1-42F018C78B8E}"/>
          </ac:spMkLst>
        </pc:spChg>
        <pc:spChg chg="add mod">
          <ac:chgData name="Evgenia Andreou" userId="8e89e74f621e7047" providerId="LiveId" clId="{EF53017E-E624-4052-9F70-6403551E244D}" dt="2025-10-21T00:00:38.928" v="27691"/>
          <ac:spMkLst>
            <pc:docMk/>
            <pc:sldMk cId="1568349809" sldId="290"/>
            <ac:spMk id="5" creationId="{C718A182-FD34-0FCF-F841-2D21F0DFE3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0F13D87-64B0-41AD-8624-57471FE85796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E03138E3-52EE-4CD0-8E3C-F0F8C0C28D99}">
      <dgm:prSet custT="1"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sz="1800" dirty="0"/>
            <a:t>Data Sources</a:t>
          </a:r>
          <a:endParaRPr lang="en-GB" sz="1800" dirty="0"/>
        </a:p>
      </dgm:t>
    </dgm:pt>
    <dgm:pt modelId="{9B4391B9-3A32-470F-9B43-6CD3A86645B1}" type="parTrans" cxnId="{A951CBC3-2547-4FE9-B31D-2616C6EC2D7D}">
      <dgm:prSet/>
      <dgm:spPr/>
      <dgm:t>
        <a:bodyPr/>
        <a:lstStyle/>
        <a:p>
          <a:endParaRPr lang="en-GB"/>
        </a:p>
      </dgm:t>
    </dgm:pt>
    <dgm:pt modelId="{554A85A0-E1F5-4872-A1E2-8F392D73FAC7}" type="sibTrans" cxnId="{A951CBC3-2547-4FE9-B31D-2616C6EC2D7D}">
      <dgm:prSet/>
      <dgm:spPr/>
      <dgm:t>
        <a:bodyPr/>
        <a:lstStyle/>
        <a:p>
          <a:endParaRPr lang="en-GB"/>
        </a:p>
      </dgm:t>
    </dgm:pt>
    <dgm:pt modelId="{70B035EA-BDBD-4B4F-9C51-74DEC3B46254}">
      <dgm:prSet custT="1"/>
      <dgm:spPr/>
      <dgm:t>
        <a:bodyPr/>
        <a:lstStyle/>
        <a:p>
          <a:r>
            <a:rPr lang="en-US" sz="1500" dirty="0"/>
            <a:t>AACT Database </a:t>
          </a:r>
          <a:endParaRPr lang="en-GB" sz="1500" dirty="0"/>
        </a:p>
      </dgm:t>
    </dgm:pt>
    <dgm:pt modelId="{49B493E8-4FBC-43B0-8670-7848ED053197}" type="parTrans" cxnId="{184FB2BD-EA0B-4F88-B8DC-81E26C56F6C3}">
      <dgm:prSet/>
      <dgm:spPr/>
      <dgm:t>
        <a:bodyPr/>
        <a:lstStyle/>
        <a:p>
          <a:endParaRPr lang="en-GB"/>
        </a:p>
      </dgm:t>
    </dgm:pt>
    <dgm:pt modelId="{265D8544-366D-46EF-B8E6-7D48848F0F7A}" type="sibTrans" cxnId="{184FB2BD-EA0B-4F88-B8DC-81E26C56F6C3}">
      <dgm:prSet/>
      <dgm:spPr/>
      <dgm:t>
        <a:bodyPr/>
        <a:lstStyle/>
        <a:p>
          <a:endParaRPr lang="en-GB"/>
        </a:p>
      </dgm:t>
    </dgm:pt>
    <dgm:pt modelId="{D4F8B180-5631-48FE-990B-BFBEFBC87EA1}">
      <dgm:prSet custT="1"/>
      <dgm:spPr/>
      <dgm:t>
        <a:bodyPr/>
        <a:lstStyle/>
        <a:p>
          <a:r>
            <a:rPr lang="en-US" sz="1500" dirty="0"/>
            <a:t>CSV Clinical Trials.gov</a:t>
          </a:r>
          <a:endParaRPr lang="en-GB" sz="1500" dirty="0"/>
        </a:p>
      </dgm:t>
    </dgm:pt>
    <dgm:pt modelId="{28370FFF-7B97-4BA7-8853-9E08D0C388B2}" type="parTrans" cxnId="{C823875F-DF0B-478C-8163-081AEAAB4004}">
      <dgm:prSet/>
      <dgm:spPr/>
      <dgm:t>
        <a:bodyPr/>
        <a:lstStyle/>
        <a:p>
          <a:endParaRPr lang="en-GB"/>
        </a:p>
      </dgm:t>
    </dgm:pt>
    <dgm:pt modelId="{74D7B5B7-2ED3-4024-9E9F-B75E5F21E755}" type="sibTrans" cxnId="{C823875F-DF0B-478C-8163-081AEAAB4004}">
      <dgm:prSet/>
      <dgm:spPr/>
      <dgm:t>
        <a:bodyPr/>
        <a:lstStyle/>
        <a:p>
          <a:endParaRPr lang="en-GB"/>
        </a:p>
      </dgm:t>
    </dgm:pt>
    <dgm:pt modelId="{2F2A67E8-ACD9-4C73-881C-0F727D32AE95}">
      <dgm:prSet custT="1"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GB" sz="1800" dirty="0"/>
            <a:t>Data Engineering</a:t>
          </a:r>
        </a:p>
      </dgm:t>
    </dgm:pt>
    <dgm:pt modelId="{A275FB55-100D-41BA-A526-40603876FD22}" type="parTrans" cxnId="{12FE6C09-00C6-4A02-B542-575FE8B0B255}">
      <dgm:prSet/>
      <dgm:spPr/>
      <dgm:t>
        <a:bodyPr/>
        <a:lstStyle/>
        <a:p>
          <a:endParaRPr lang="en-GB"/>
        </a:p>
      </dgm:t>
    </dgm:pt>
    <dgm:pt modelId="{7C0B296B-2A0D-4999-A0C4-2B03AA5E5374}" type="sibTrans" cxnId="{12FE6C09-00C6-4A02-B542-575FE8B0B255}">
      <dgm:prSet/>
      <dgm:spPr/>
      <dgm:t>
        <a:bodyPr/>
        <a:lstStyle/>
        <a:p>
          <a:endParaRPr lang="en-GB"/>
        </a:p>
      </dgm:t>
    </dgm:pt>
    <dgm:pt modelId="{35BB0A4F-EA77-413C-9E84-DEBFB93A1E88}">
      <dgm:prSet custT="1"/>
      <dgm:spPr/>
      <dgm:t>
        <a:bodyPr/>
        <a:lstStyle/>
        <a:p>
          <a:r>
            <a:rPr lang="en-GB" sz="1500" dirty="0"/>
            <a:t>Missing values : </a:t>
          </a:r>
          <a:r>
            <a:rPr lang="en-US" sz="1500" dirty="0"/>
            <a:t>CSV+AACT, Regular Expression Text Mining, Drop rows, Merge levels</a:t>
          </a:r>
          <a:endParaRPr lang="en-GB" sz="1500" dirty="0"/>
        </a:p>
      </dgm:t>
    </dgm:pt>
    <dgm:pt modelId="{D5ED6B98-9411-4F4F-8541-4763B0D1ABCB}" type="parTrans" cxnId="{FE6114DA-E6B4-465B-967B-43E233EA321A}">
      <dgm:prSet/>
      <dgm:spPr/>
      <dgm:t>
        <a:bodyPr/>
        <a:lstStyle/>
        <a:p>
          <a:endParaRPr lang="en-GB"/>
        </a:p>
      </dgm:t>
    </dgm:pt>
    <dgm:pt modelId="{68D557F7-03D8-49BF-88C8-BA7F7C13F7C3}" type="sibTrans" cxnId="{FE6114DA-E6B4-465B-967B-43E233EA321A}">
      <dgm:prSet/>
      <dgm:spPr/>
      <dgm:t>
        <a:bodyPr/>
        <a:lstStyle/>
        <a:p>
          <a:endParaRPr lang="en-GB"/>
        </a:p>
      </dgm:t>
    </dgm:pt>
    <dgm:pt modelId="{6685804A-377E-4143-859E-8D132C381ECF}">
      <dgm:prSet custT="1"/>
      <dgm:spPr/>
      <dgm:t>
        <a:bodyPr/>
        <a:lstStyle/>
        <a:p>
          <a:r>
            <a:rPr lang="en-GB" sz="1500" dirty="0"/>
            <a:t>New Features/Formats</a:t>
          </a:r>
        </a:p>
      </dgm:t>
    </dgm:pt>
    <dgm:pt modelId="{F5C6F6E8-45D3-4854-8B35-3294023BC47D}" type="parTrans" cxnId="{2115EB43-AED9-4C7C-93CF-B85E01E16247}">
      <dgm:prSet/>
      <dgm:spPr/>
      <dgm:t>
        <a:bodyPr/>
        <a:lstStyle/>
        <a:p>
          <a:endParaRPr lang="en-GB"/>
        </a:p>
      </dgm:t>
    </dgm:pt>
    <dgm:pt modelId="{BF8EC071-F2DF-44DA-A21B-1A8CE3A4C61B}" type="sibTrans" cxnId="{2115EB43-AED9-4C7C-93CF-B85E01E16247}">
      <dgm:prSet/>
      <dgm:spPr/>
      <dgm:t>
        <a:bodyPr/>
        <a:lstStyle/>
        <a:p>
          <a:endParaRPr lang="en-GB"/>
        </a:p>
      </dgm:t>
    </dgm:pt>
    <dgm:pt modelId="{8B6C3B02-9B97-4461-849D-8C27B7EC535B}">
      <dgm:prSet custT="1"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GB" sz="1800" dirty="0"/>
            <a:t>Exploratory (Full Data)</a:t>
          </a:r>
        </a:p>
      </dgm:t>
    </dgm:pt>
    <dgm:pt modelId="{50481D48-BE32-402B-B97D-BE0B16A178F3}" type="parTrans" cxnId="{02B59940-76D4-44CD-B093-5E255D8B8128}">
      <dgm:prSet/>
      <dgm:spPr/>
      <dgm:t>
        <a:bodyPr/>
        <a:lstStyle/>
        <a:p>
          <a:endParaRPr lang="en-GB"/>
        </a:p>
      </dgm:t>
    </dgm:pt>
    <dgm:pt modelId="{0362A28F-AA87-4D8E-9250-A7830272AD07}" type="sibTrans" cxnId="{02B59940-76D4-44CD-B093-5E255D8B8128}">
      <dgm:prSet/>
      <dgm:spPr/>
      <dgm:t>
        <a:bodyPr/>
        <a:lstStyle/>
        <a:p>
          <a:endParaRPr lang="en-GB"/>
        </a:p>
      </dgm:t>
    </dgm:pt>
    <dgm:pt modelId="{C80325A7-6A8F-44B1-B610-6BEE0FD37FF7}">
      <dgm:prSet custT="1"/>
      <dgm:spPr/>
      <dgm:t>
        <a:bodyPr/>
        <a:lstStyle/>
        <a:p>
          <a:r>
            <a:rPr lang="en-US" sz="1500" dirty="0"/>
            <a:t>Distribution Plots</a:t>
          </a:r>
          <a:endParaRPr lang="en-GB" sz="1500" dirty="0"/>
        </a:p>
      </dgm:t>
    </dgm:pt>
    <dgm:pt modelId="{08452F9F-4BD9-4B0C-B864-3DD8DC2A2AEE}" type="parTrans" cxnId="{E2A17C7E-3D95-41AA-9F9F-74B88C49C7E8}">
      <dgm:prSet/>
      <dgm:spPr/>
      <dgm:t>
        <a:bodyPr/>
        <a:lstStyle/>
        <a:p>
          <a:endParaRPr lang="en-GB"/>
        </a:p>
      </dgm:t>
    </dgm:pt>
    <dgm:pt modelId="{336CBB3D-D79F-42E7-9597-B23C06F58606}" type="sibTrans" cxnId="{E2A17C7E-3D95-41AA-9F9F-74B88C49C7E8}">
      <dgm:prSet/>
      <dgm:spPr/>
      <dgm:t>
        <a:bodyPr/>
        <a:lstStyle/>
        <a:p>
          <a:endParaRPr lang="en-GB"/>
        </a:p>
      </dgm:t>
    </dgm:pt>
    <dgm:pt modelId="{F0BD6F29-92E2-44A6-BA3D-247944BD214E}">
      <dgm:prSet custT="1"/>
      <dgm:spPr/>
      <dgm:t>
        <a:bodyPr/>
        <a:lstStyle/>
        <a:p>
          <a:r>
            <a:rPr lang="en-US" sz="1500" dirty="0"/>
            <a:t>Univariable Analysis</a:t>
          </a:r>
          <a:endParaRPr lang="en-GB" sz="1500" dirty="0"/>
        </a:p>
      </dgm:t>
    </dgm:pt>
    <dgm:pt modelId="{451AB790-CEC3-43F7-9F92-CF6F2B46420A}" type="parTrans" cxnId="{052C4D9E-16E3-4E44-92AB-CB76AEE44FCD}">
      <dgm:prSet/>
      <dgm:spPr/>
      <dgm:t>
        <a:bodyPr/>
        <a:lstStyle/>
        <a:p>
          <a:endParaRPr lang="en-GB"/>
        </a:p>
      </dgm:t>
    </dgm:pt>
    <dgm:pt modelId="{F56A2173-FC6F-483E-8296-A8EBA0BA7D5A}" type="sibTrans" cxnId="{052C4D9E-16E3-4E44-92AB-CB76AEE44FCD}">
      <dgm:prSet/>
      <dgm:spPr/>
      <dgm:t>
        <a:bodyPr/>
        <a:lstStyle/>
        <a:p>
          <a:endParaRPr lang="en-GB"/>
        </a:p>
      </dgm:t>
    </dgm:pt>
    <dgm:pt modelId="{22B2DD91-87EF-403E-B763-83B1E7F2447B}">
      <dgm:prSet custT="1"/>
      <dgm:spPr/>
      <dgm:t>
        <a:bodyPr/>
        <a:lstStyle/>
        <a:p>
          <a:r>
            <a:rPr lang="en-US" sz="1500" dirty="0"/>
            <a:t>Chi-square test</a:t>
          </a:r>
          <a:endParaRPr lang="en-GB" sz="1500" dirty="0"/>
        </a:p>
      </dgm:t>
    </dgm:pt>
    <dgm:pt modelId="{C59CC9B3-076B-40E2-977F-9367F4E51005}" type="parTrans" cxnId="{A29450C8-ACD1-4AEA-B8CA-FFFE2D1C328F}">
      <dgm:prSet/>
      <dgm:spPr/>
      <dgm:t>
        <a:bodyPr/>
        <a:lstStyle/>
        <a:p>
          <a:endParaRPr lang="en-GB"/>
        </a:p>
      </dgm:t>
    </dgm:pt>
    <dgm:pt modelId="{2E79637E-A473-400E-A6AC-F0BD4BCEECBE}" type="sibTrans" cxnId="{A29450C8-ACD1-4AEA-B8CA-FFFE2D1C328F}">
      <dgm:prSet/>
      <dgm:spPr/>
      <dgm:t>
        <a:bodyPr/>
        <a:lstStyle/>
        <a:p>
          <a:endParaRPr lang="en-GB"/>
        </a:p>
      </dgm:t>
    </dgm:pt>
    <dgm:pt modelId="{1B630DAE-ADD4-44FD-BCB3-0C1A7AD89032}">
      <dgm:prSet custT="1"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sz="1800" dirty="0"/>
            <a:t>One-Hot-Encoding</a:t>
          </a:r>
          <a:endParaRPr lang="en-GB" sz="1800" dirty="0"/>
        </a:p>
      </dgm:t>
    </dgm:pt>
    <dgm:pt modelId="{1CF21343-291D-4B43-8B71-BCE55B6B45FE}" type="parTrans" cxnId="{F2E5A961-8BC2-4FE4-9547-B01CA3445996}">
      <dgm:prSet/>
      <dgm:spPr/>
      <dgm:t>
        <a:bodyPr/>
        <a:lstStyle/>
        <a:p>
          <a:endParaRPr lang="en-GB"/>
        </a:p>
      </dgm:t>
    </dgm:pt>
    <dgm:pt modelId="{63BC6AF3-69F9-47A6-B58E-419FC59501D3}" type="sibTrans" cxnId="{F2E5A961-8BC2-4FE4-9547-B01CA3445996}">
      <dgm:prSet/>
      <dgm:spPr/>
      <dgm:t>
        <a:bodyPr/>
        <a:lstStyle/>
        <a:p>
          <a:endParaRPr lang="en-GB"/>
        </a:p>
      </dgm:t>
    </dgm:pt>
    <dgm:pt modelId="{730D61CA-41AC-4D3F-8243-9E45B4D76F77}">
      <dgm:prSet custT="1"/>
      <dgm:spPr/>
      <dgm:t>
        <a:bodyPr/>
        <a:lstStyle/>
        <a:p>
          <a:r>
            <a:rPr lang="en-US" sz="1500" dirty="0"/>
            <a:t>Dummies</a:t>
          </a:r>
          <a:endParaRPr lang="en-GB" sz="1500" dirty="0"/>
        </a:p>
      </dgm:t>
    </dgm:pt>
    <dgm:pt modelId="{A8BF64E9-3710-4549-BDFD-4A7D6CF23B2A}" type="parTrans" cxnId="{02F4C598-F914-4762-B437-E47130DDAC8E}">
      <dgm:prSet/>
      <dgm:spPr/>
      <dgm:t>
        <a:bodyPr/>
        <a:lstStyle/>
        <a:p>
          <a:endParaRPr lang="en-GB"/>
        </a:p>
      </dgm:t>
    </dgm:pt>
    <dgm:pt modelId="{515EB30F-FC9B-4A7E-B0E9-26ABB5BC58B4}" type="sibTrans" cxnId="{02F4C598-F914-4762-B437-E47130DDAC8E}">
      <dgm:prSet/>
      <dgm:spPr/>
      <dgm:t>
        <a:bodyPr/>
        <a:lstStyle/>
        <a:p>
          <a:endParaRPr lang="en-GB"/>
        </a:p>
      </dgm:t>
    </dgm:pt>
    <dgm:pt modelId="{7348E3A3-029E-4070-A389-D07317C11EF0}">
      <dgm:prSet custT="1"/>
      <dgm:spPr/>
      <dgm:t>
        <a:bodyPr/>
        <a:lstStyle/>
        <a:p>
          <a:r>
            <a:rPr lang="en-US" sz="1500" dirty="0"/>
            <a:t>Binarize</a:t>
          </a:r>
          <a:endParaRPr lang="en-GB" sz="1500" dirty="0"/>
        </a:p>
      </dgm:t>
    </dgm:pt>
    <dgm:pt modelId="{35EEED5B-D3DB-42F3-B33F-CA527AFD9159}" type="parTrans" cxnId="{B69BDB4A-1AB7-4CFA-8C14-7DB113E1009B}">
      <dgm:prSet/>
      <dgm:spPr/>
      <dgm:t>
        <a:bodyPr/>
        <a:lstStyle/>
        <a:p>
          <a:endParaRPr lang="en-GB"/>
        </a:p>
      </dgm:t>
    </dgm:pt>
    <dgm:pt modelId="{37DF9545-8129-4F0C-9194-315481CDAA37}" type="sibTrans" cxnId="{B69BDB4A-1AB7-4CFA-8C14-7DB113E1009B}">
      <dgm:prSet/>
      <dgm:spPr/>
      <dgm:t>
        <a:bodyPr/>
        <a:lstStyle/>
        <a:p>
          <a:endParaRPr lang="en-GB"/>
        </a:p>
      </dgm:t>
    </dgm:pt>
    <dgm:pt modelId="{A162A01E-EB2C-428F-9AC7-C7CA7B915F70}">
      <dgm:prSet custT="1"/>
      <dgm:spPr/>
      <dgm:t>
        <a:bodyPr/>
        <a:lstStyle/>
        <a:p>
          <a:r>
            <a:rPr lang="en-US" sz="1500" dirty="0"/>
            <a:t>Interaction Terms</a:t>
          </a:r>
          <a:endParaRPr lang="en-GB" sz="1500" dirty="0"/>
        </a:p>
      </dgm:t>
    </dgm:pt>
    <dgm:pt modelId="{BB6B8A30-FC8B-450E-9258-B34A30CE8479}" type="parTrans" cxnId="{47092737-DB6F-46D6-841F-152A625D0691}">
      <dgm:prSet/>
      <dgm:spPr/>
      <dgm:t>
        <a:bodyPr/>
        <a:lstStyle/>
        <a:p>
          <a:endParaRPr lang="en-GB"/>
        </a:p>
      </dgm:t>
    </dgm:pt>
    <dgm:pt modelId="{1D8510D8-370D-41B5-92C1-E7ED71C76223}" type="sibTrans" cxnId="{47092737-DB6F-46D6-841F-152A625D0691}">
      <dgm:prSet/>
      <dgm:spPr/>
      <dgm:t>
        <a:bodyPr/>
        <a:lstStyle/>
        <a:p>
          <a:endParaRPr lang="en-GB"/>
        </a:p>
      </dgm:t>
    </dgm:pt>
    <dgm:pt modelId="{7B58719B-1411-496E-85F7-BBF4C5C57D98}">
      <dgm:prSet custT="1"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GB" sz="1500" dirty="0"/>
            <a:t>Exploratory Analysis (Train Set)</a:t>
          </a:r>
        </a:p>
      </dgm:t>
    </dgm:pt>
    <dgm:pt modelId="{16D171D4-065A-42E5-8F03-87DAD03C55EB}" type="parTrans" cxnId="{78333FD8-85A5-4150-9CF1-A51A2E33C2E6}">
      <dgm:prSet/>
      <dgm:spPr/>
      <dgm:t>
        <a:bodyPr/>
        <a:lstStyle/>
        <a:p>
          <a:endParaRPr lang="en-GB"/>
        </a:p>
      </dgm:t>
    </dgm:pt>
    <dgm:pt modelId="{89D5CCDE-36CF-43F3-847F-0A29A0E3D539}" type="sibTrans" cxnId="{78333FD8-85A5-4150-9CF1-A51A2E33C2E6}">
      <dgm:prSet/>
      <dgm:spPr/>
      <dgm:t>
        <a:bodyPr/>
        <a:lstStyle/>
        <a:p>
          <a:endParaRPr lang="en-GB"/>
        </a:p>
      </dgm:t>
    </dgm:pt>
    <dgm:pt modelId="{974548D4-DE3D-4E0B-A287-5FFC842EC44E}">
      <dgm:prSet custT="1"/>
      <dgm:spPr/>
      <dgm:t>
        <a:bodyPr/>
        <a:lstStyle/>
        <a:p>
          <a:r>
            <a:rPr lang="en-GB" sz="1500" dirty="0"/>
            <a:t>Sparsity Risk : Merge levels</a:t>
          </a:r>
        </a:p>
      </dgm:t>
    </dgm:pt>
    <dgm:pt modelId="{04D76E80-4F17-4081-9EE6-42308EDAABFD}" type="parTrans" cxnId="{87700D6D-3161-4A8A-B591-ADBA5DA21953}">
      <dgm:prSet/>
      <dgm:spPr/>
      <dgm:t>
        <a:bodyPr/>
        <a:lstStyle/>
        <a:p>
          <a:endParaRPr lang="en-GB"/>
        </a:p>
      </dgm:t>
    </dgm:pt>
    <dgm:pt modelId="{FE71AA4B-9F21-4DE3-AFF8-CB8BA4FC3DD8}" type="sibTrans" cxnId="{87700D6D-3161-4A8A-B591-ADBA5DA21953}">
      <dgm:prSet/>
      <dgm:spPr/>
      <dgm:t>
        <a:bodyPr/>
        <a:lstStyle/>
        <a:p>
          <a:endParaRPr lang="en-GB"/>
        </a:p>
      </dgm:t>
    </dgm:pt>
    <dgm:pt modelId="{D0D829F7-0BFD-43B3-9452-44F00E7DF253}">
      <dgm:prSet custT="1"/>
      <dgm:spPr/>
      <dgm:t>
        <a:bodyPr/>
        <a:lstStyle/>
        <a:p>
          <a:r>
            <a:rPr lang="en-GB" sz="1500" dirty="0"/>
            <a:t>Collinearity : Spearman, Cramer-V, 1-way-Anova</a:t>
          </a:r>
        </a:p>
      </dgm:t>
    </dgm:pt>
    <dgm:pt modelId="{D07F223D-4517-4B37-A815-369F9066C23E}" type="parTrans" cxnId="{8DF2321F-AE6B-4896-A3D9-A6F2FFC4A826}">
      <dgm:prSet/>
      <dgm:spPr/>
      <dgm:t>
        <a:bodyPr/>
        <a:lstStyle/>
        <a:p>
          <a:endParaRPr lang="en-GB"/>
        </a:p>
      </dgm:t>
    </dgm:pt>
    <dgm:pt modelId="{398B91B7-EC9F-4C10-B900-B3728EE4CCA3}" type="sibTrans" cxnId="{8DF2321F-AE6B-4896-A3D9-A6F2FFC4A826}">
      <dgm:prSet/>
      <dgm:spPr/>
      <dgm:t>
        <a:bodyPr/>
        <a:lstStyle/>
        <a:p>
          <a:endParaRPr lang="en-GB"/>
        </a:p>
      </dgm:t>
    </dgm:pt>
    <dgm:pt modelId="{D4F7D34C-1CF5-474C-982C-305DB1B8A1A7}">
      <dgm:prSet custT="1"/>
      <dgm:spPr/>
      <dgm:t>
        <a:bodyPr/>
        <a:lstStyle/>
        <a:p>
          <a:r>
            <a:rPr lang="en-GB" sz="1500" dirty="0"/>
            <a:t>Feature Selection : AIC, Distribution</a:t>
          </a:r>
        </a:p>
      </dgm:t>
    </dgm:pt>
    <dgm:pt modelId="{CF368162-F990-4397-8086-C3632AAD82E6}" type="parTrans" cxnId="{0B49F057-16F2-41BF-8CE2-38F6FC0C260C}">
      <dgm:prSet/>
      <dgm:spPr/>
      <dgm:t>
        <a:bodyPr/>
        <a:lstStyle/>
        <a:p>
          <a:endParaRPr lang="en-GB"/>
        </a:p>
      </dgm:t>
    </dgm:pt>
    <dgm:pt modelId="{DCB22254-EB96-4FC8-898C-0F30B963A843}" type="sibTrans" cxnId="{0B49F057-16F2-41BF-8CE2-38F6FC0C260C}">
      <dgm:prSet/>
      <dgm:spPr/>
      <dgm:t>
        <a:bodyPr/>
        <a:lstStyle/>
        <a:p>
          <a:endParaRPr lang="en-GB"/>
        </a:p>
      </dgm:t>
    </dgm:pt>
    <dgm:pt modelId="{3856962B-EAC1-4008-B520-A3E0E0F14824}">
      <dgm:prSet custT="1"/>
      <dgm:spPr/>
      <dgm:t>
        <a:bodyPr/>
        <a:lstStyle/>
        <a:p>
          <a:r>
            <a:rPr lang="en-US" sz="1500" dirty="0"/>
            <a:t>Df1, df2, df3, df4 ~ Phase</a:t>
          </a:r>
          <a:endParaRPr lang="en-GB" sz="1500" dirty="0"/>
        </a:p>
      </dgm:t>
    </dgm:pt>
    <dgm:pt modelId="{23053E62-2C06-49F6-B7A6-62D49056C07E}" type="parTrans" cxnId="{44EBCAF3-F437-48D4-A2D2-339BAEAA1051}">
      <dgm:prSet/>
      <dgm:spPr/>
      <dgm:t>
        <a:bodyPr/>
        <a:lstStyle/>
        <a:p>
          <a:endParaRPr lang="en-GB"/>
        </a:p>
      </dgm:t>
    </dgm:pt>
    <dgm:pt modelId="{C1F24D7A-1C3E-401D-A2EB-77F86B809DCA}" type="sibTrans" cxnId="{44EBCAF3-F437-48D4-A2D2-339BAEAA1051}">
      <dgm:prSet/>
      <dgm:spPr/>
      <dgm:t>
        <a:bodyPr/>
        <a:lstStyle/>
        <a:p>
          <a:endParaRPr lang="en-GB"/>
        </a:p>
      </dgm:t>
    </dgm:pt>
    <dgm:pt modelId="{E2DEBC1B-203B-4E25-807D-BD825CD28B00}">
      <dgm:prSet custT="1"/>
      <dgm:spPr/>
      <dgm:t>
        <a:bodyPr/>
        <a:lstStyle/>
        <a:p>
          <a:r>
            <a:rPr lang="en-US" sz="1500" dirty="0"/>
            <a:t>Mann-Whitney test</a:t>
          </a:r>
          <a:endParaRPr lang="en-GB" sz="1500" dirty="0"/>
        </a:p>
      </dgm:t>
    </dgm:pt>
    <dgm:pt modelId="{21A08BE3-729F-4024-A100-84A07521F091}" type="parTrans" cxnId="{A9355135-1782-4FAC-895B-0266FC914526}">
      <dgm:prSet/>
      <dgm:spPr/>
    </dgm:pt>
    <dgm:pt modelId="{02012C3B-79CF-4F79-BA7C-771397F1104E}" type="sibTrans" cxnId="{A9355135-1782-4FAC-895B-0266FC914526}">
      <dgm:prSet/>
      <dgm:spPr/>
    </dgm:pt>
    <dgm:pt modelId="{8C50726C-E90C-4FFA-B6A0-2ED37CF63F64}" type="pres">
      <dgm:prSet presAssocID="{F0F13D87-64B0-41AD-8624-57471FE85796}" presName="Name0" presStyleCnt="0">
        <dgm:presLayoutVars>
          <dgm:dir/>
          <dgm:animLvl val="lvl"/>
          <dgm:resizeHandles val="exact"/>
        </dgm:presLayoutVars>
      </dgm:prSet>
      <dgm:spPr/>
    </dgm:pt>
    <dgm:pt modelId="{CFBECFF3-9CDE-4645-A2D4-716BE8A1134D}" type="pres">
      <dgm:prSet presAssocID="{E03138E3-52EE-4CD0-8E3C-F0F8C0C28D99}" presName="linNode" presStyleCnt="0"/>
      <dgm:spPr/>
    </dgm:pt>
    <dgm:pt modelId="{90CDA8DC-6CB2-49A7-A18C-F0D302BDC675}" type="pres">
      <dgm:prSet presAssocID="{E03138E3-52EE-4CD0-8E3C-F0F8C0C28D99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C2B29FA8-9630-4575-8343-B620FEB2808E}" type="pres">
      <dgm:prSet presAssocID="{E03138E3-52EE-4CD0-8E3C-F0F8C0C28D99}" presName="descendantText" presStyleLbl="alignAccFollowNode1" presStyleIdx="0" presStyleCnt="5" custScaleX="139293" custScaleY="123483">
        <dgm:presLayoutVars>
          <dgm:bulletEnabled val="1"/>
        </dgm:presLayoutVars>
      </dgm:prSet>
      <dgm:spPr/>
    </dgm:pt>
    <dgm:pt modelId="{75662B48-2F8F-4342-873D-1832B8C6C1A0}" type="pres">
      <dgm:prSet presAssocID="{554A85A0-E1F5-4872-A1E2-8F392D73FAC7}" presName="sp" presStyleCnt="0"/>
      <dgm:spPr/>
    </dgm:pt>
    <dgm:pt modelId="{796ABD26-0390-4B39-A62D-E35ED7901557}" type="pres">
      <dgm:prSet presAssocID="{2F2A67E8-ACD9-4C73-881C-0F727D32AE95}" presName="linNode" presStyleCnt="0"/>
      <dgm:spPr/>
    </dgm:pt>
    <dgm:pt modelId="{20EFAA17-3592-4F78-AEAE-2CD118F957A5}" type="pres">
      <dgm:prSet presAssocID="{2F2A67E8-ACD9-4C73-881C-0F727D32AE95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EFC1B403-9E6E-4411-9B69-79A1584C7937}" type="pres">
      <dgm:prSet presAssocID="{2F2A67E8-ACD9-4C73-881C-0F727D32AE95}" presName="descendantText" presStyleLbl="alignAccFollowNode1" presStyleIdx="1" presStyleCnt="5" custScaleX="139293" custScaleY="123483">
        <dgm:presLayoutVars>
          <dgm:bulletEnabled val="1"/>
        </dgm:presLayoutVars>
      </dgm:prSet>
      <dgm:spPr/>
    </dgm:pt>
    <dgm:pt modelId="{B2A8BB8D-8794-49FC-B132-74637F2E5B23}" type="pres">
      <dgm:prSet presAssocID="{7C0B296B-2A0D-4999-A0C4-2B03AA5E5374}" presName="sp" presStyleCnt="0"/>
      <dgm:spPr/>
    </dgm:pt>
    <dgm:pt modelId="{39BA3085-98BD-4984-9C38-AFDA18857722}" type="pres">
      <dgm:prSet presAssocID="{8B6C3B02-9B97-4461-849D-8C27B7EC535B}" presName="linNode" presStyleCnt="0"/>
      <dgm:spPr/>
    </dgm:pt>
    <dgm:pt modelId="{9E95D006-3A52-4C9F-915C-CE452CD5CD7D}" type="pres">
      <dgm:prSet presAssocID="{8B6C3B02-9B97-4461-849D-8C27B7EC535B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4E062ED7-C8B7-4731-A7F1-BE128EC98711}" type="pres">
      <dgm:prSet presAssocID="{8B6C3B02-9B97-4461-849D-8C27B7EC535B}" presName="descendantText" presStyleLbl="alignAccFollowNode1" presStyleIdx="2" presStyleCnt="5" custScaleX="139293" custScaleY="123483">
        <dgm:presLayoutVars>
          <dgm:bulletEnabled val="1"/>
        </dgm:presLayoutVars>
      </dgm:prSet>
      <dgm:spPr/>
    </dgm:pt>
    <dgm:pt modelId="{49A3742C-CD0C-461C-99F5-211DCD2436E4}" type="pres">
      <dgm:prSet presAssocID="{0362A28F-AA87-4D8E-9250-A7830272AD07}" presName="sp" presStyleCnt="0"/>
      <dgm:spPr/>
    </dgm:pt>
    <dgm:pt modelId="{990FD3F7-AF7F-48A1-9C85-A88C34B1B3A8}" type="pres">
      <dgm:prSet presAssocID="{7B58719B-1411-496E-85F7-BBF4C5C57D98}" presName="linNode" presStyleCnt="0"/>
      <dgm:spPr/>
    </dgm:pt>
    <dgm:pt modelId="{DFA0F332-E585-46AF-8CB0-CDB6BE502710}" type="pres">
      <dgm:prSet presAssocID="{7B58719B-1411-496E-85F7-BBF4C5C57D98}" presName="parentText" presStyleLbl="node1" presStyleIdx="3" presStyleCnt="5" custScaleX="88499">
        <dgm:presLayoutVars>
          <dgm:chMax val="1"/>
          <dgm:bulletEnabled val="1"/>
        </dgm:presLayoutVars>
      </dgm:prSet>
      <dgm:spPr/>
    </dgm:pt>
    <dgm:pt modelId="{9D1954CA-5BA2-49E4-87A1-83C343A4B6BA}" type="pres">
      <dgm:prSet presAssocID="{7B58719B-1411-496E-85F7-BBF4C5C57D98}" presName="descendantText" presStyleLbl="alignAccFollowNode1" presStyleIdx="3" presStyleCnt="5" custScaleX="123079" custScaleY="125861" custLinFactNeighborX="157" custLinFactNeighborY="0">
        <dgm:presLayoutVars>
          <dgm:bulletEnabled val="1"/>
        </dgm:presLayoutVars>
      </dgm:prSet>
      <dgm:spPr/>
    </dgm:pt>
    <dgm:pt modelId="{4C0ABD77-14DA-485C-B94C-182A1A43053D}" type="pres">
      <dgm:prSet presAssocID="{89D5CCDE-36CF-43F3-847F-0A29A0E3D539}" presName="sp" presStyleCnt="0"/>
      <dgm:spPr/>
    </dgm:pt>
    <dgm:pt modelId="{D9064CDF-6605-40BD-B49A-52A169E5233F}" type="pres">
      <dgm:prSet presAssocID="{1B630DAE-ADD4-44FD-BCB3-0C1A7AD89032}" presName="linNode" presStyleCnt="0"/>
      <dgm:spPr/>
    </dgm:pt>
    <dgm:pt modelId="{85F8A152-E030-4643-9E63-6A1E14622364}" type="pres">
      <dgm:prSet presAssocID="{1B630DAE-ADD4-44FD-BCB3-0C1A7AD89032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C2107B7D-2E0C-42A7-A227-A8866946BA39}" type="pres">
      <dgm:prSet presAssocID="{1B630DAE-ADD4-44FD-BCB3-0C1A7AD89032}" presName="descendantText" presStyleLbl="alignAccFollowNode1" presStyleIdx="4" presStyleCnt="5" custScaleX="139293" custScaleY="123483">
        <dgm:presLayoutVars>
          <dgm:bulletEnabled val="1"/>
        </dgm:presLayoutVars>
      </dgm:prSet>
      <dgm:spPr/>
    </dgm:pt>
  </dgm:ptLst>
  <dgm:cxnLst>
    <dgm:cxn modelId="{14E21D00-452E-4C18-9C41-7960E487344B}" type="presOf" srcId="{F0F13D87-64B0-41AD-8624-57471FE85796}" destId="{8C50726C-E90C-4FFA-B6A0-2ED37CF63F64}" srcOrd="0" destOrd="0" presId="urn:microsoft.com/office/officeart/2005/8/layout/vList5"/>
    <dgm:cxn modelId="{12FE6C09-00C6-4A02-B542-575FE8B0B255}" srcId="{F0F13D87-64B0-41AD-8624-57471FE85796}" destId="{2F2A67E8-ACD9-4C73-881C-0F727D32AE95}" srcOrd="1" destOrd="0" parTransId="{A275FB55-100D-41BA-A526-40603876FD22}" sibTransId="{7C0B296B-2A0D-4999-A0C4-2B03AA5E5374}"/>
    <dgm:cxn modelId="{8DF2321F-AE6B-4896-A3D9-A6F2FFC4A826}" srcId="{7B58719B-1411-496E-85F7-BBF4C5C57D98}" destId="{D0D829F7-0BFD-43B3-9452-44F00E7DF253}" srcOrd="1" destOrd="0" parTransId="{D07F223D-4517-4B37-A815-369F9066C23E}" sibTransId="{398B91B7-EC9F-4C10-B900-B3728EE4CCA3}"/>
    <dgm:cxn modelId="{B007A124-C429-453E-89DF-D26A28E8E0FA}" type="presOf" srcId="{6685804A-377E-4143-859E-8D132C381ECF}" destId="{EFC1B403-9E6E-4411-9B69-79A1584C7937}" srcOrd="0" destOrd="1" presId="urn:microsoft.com/office/officeart/2005/8/layout/vList5"/>
    <dgm:cxn modelId="{AC0F9626-3DE3-4505-92BB-4FBE6CB4E7D0}" type="presOf" srcId="{1B630DAE-ADD4-44FD-BCB3-0C1A7AD89032}" destId="{85F8A152-E030-4643-9E63-6A1E14622364}" srcOrd="0" destOrd="0" presId="urn:microsoft.com/office/officeart/2005/8/layout/vList5"/>
    <dgm:cxn modelId="{A9355135-1782-4FAC-895B-0266FC914526}" srcId="{8B6C3B02-9B97-4461-849D-8C27B7EC535B}" destId="{E2DEBC1B-203B-4E25-807D-BD825CD28B00}" srcOrd="3" destOrd="0" parTransId="{21A08BE3-729F-4024-A100-84A07521F091}" sibTransId="{02012C3B-79CF-4F79-BA7C-771397F1104E}"/>
    <dgm:cxn modelId="{47092737-DB6F-46D6-841F-152A625D0691}" srcId="{1B630DAE-ADD4-44FD-BCB3-0C1A7AD89032}" destId="{A162A01E-EB2C-428F-9AC7-C7CA7B915F70}" srcOrd="2" destOrd="0" parTransId="{BB6B8A30-FC8B-450E-9258-B34A30CE8479}" sibTransId="{1D8510D8-370D-41B5-92C1-E7ED71C76223}"/>
    <dgm:cxn modelId="{02B59940-76D4-44CD-B093-5E255D8B8128}" srcId="{F0F13D87-64B0-41AD-8624-57471FE85796}" destId="{8B6C3B02-9B97-4461-849D-8C27B7EC535B}" srcOrd="2" destOrd="0" parTransId="{50481D48-BE32-402B-B97D-BE0B16A178F3}" sibTransId="{0362A28F-AA87-4D8E-9250-A7830272AD07}"/>
    <dgm:cxn modelId="{C823875F-DF0B-478C-8163-081AEAAB4004}" srcId="{E03138E3-52EE-4CD0-8E3C-F0F8C0C28D99}" destId="{D4F8B180-5631-48FE-990B-BFBEFBC87EA1}" srcOrd="1" destOrd="0" parTransId="{28370FFF-7B97-4BA7-8853-9E08D0C388B2}" sibTransId="{74D7B5B7-2ED3-4024-9E9F-B75E5F21E755}"/>
    <dgm:cxn modelId="{F2E5A961-8BC2-4FE4-9547-B01CA3445996}" srcId="{F0F13D87-64B0-41AD-8624-57471FE85796}" destId="{1B630DAE-ADD4-44FD-BCB3-0C1A7AD89032}" srcOrd="4" destOrd="0" parTransId="{1CF21343-291D-4B43-8B71-BCE55B6B45FE}" sibTransId="{63BC6AF3-69F9-47A6-B58E-419FC59501D3}"/>
    <dgm:cxn modelId="{A1023242-A54C-46A2-A90C-03C906236541}" type="presOf" srcId="{E2DEBC1B-203B-4E25-807D-BD825CD28B00}" destId="{4E062ED7-C8B7-4731-A7F1-BE128EC98711}" srcOrd="0" destOrd="3" presId="urn:microsoft.com/office/officeart/2005/8/layout/vList5"/>
    <dgm:cxn modelId="{2115EB43-AED9-4C7C-93CF-B85E01E16247}" srcId="{2F2A67E8-ACD9-4C73-881C-0F727D32AE95}" destId="{6685804A-377E-4143-859E-8D132C381ECF}" srcOrd="1" destOrd="0" parTransId="{F5C6F6E8-45D3-4854-8B35-3294023BC47D}" sibTransId="{BF8EC071-F2DF-44DA-A21B-1A8CE3A4C61B}"/>
    <dgm:cxn modelId="{EC602948-C6E7-4BD6-AE6F-87042007F12D}" type="presOf" srcId="{7348E3A3-029E-4070-A389-D07317C11EF0}" destId="{C2107B7D-2E0C-42A7-A227-A8866946BA39}" srcOrd="0" destOrd="1" presId="urn:microsoft.com/office/officeart/2005/8/layout/vList5"/>
    <dgm:cxn modelId="{78975C48-B1A8-4FA7-89DC-A011683DC623}" type="presOf" srcId="{D4F7D34C-1CF5-474C-982C-305DB1B8A1A7}" destId="{9D1954CA-5BA2-49E4-87A1-83C343A4B6BA}" srcOrd="0" destOrd="2" presId="urn:microsoft.com/office/officeart/2005/8/layout/vList5"/>
    <dgm:cxn modelId="{A867BD6A-FB2B-4B10-89F1-B71AED4A4099}" type="presOf" srcId="{730D61CA-41AC-4D3F-8243-9E45B4D76F77}" destId="{C2107B7D-2E0C-42A7-A227-A8866946BA39}" srcOrd="0" destOrd="0" presId="urn:microsoft.com/office/officeart/2005/8/layout/vList5"/>
    <dgm:cxn modelId="{B69BDB4A-1AB7-4CFA-8C14-7DB113E1009B}" srcId="{1B630DAE-ADD4-44FD-BCB3-0C1A7AD89032}" destId="{7348E3A3-029E-4070-A389-D07317C11EF0}" srcOrd="1" destOrd="0" parTransId="{35EEED5B-D3DB-42F3-B33F-CA527AFD9159}" sibTransId="{37DF9545-8129-4F0C-9194-315481CDAA37}"/>
    <dgm:cxn modelId="{7BE2F04A-EDA1-4214-A862-940FA2F12D00}" type="presOf" srcId="{A162A01E-EB2C-428F-9AC7-C7CA7B915F70}" destId="{C2107B7D-2E0C-42A7-A227-A8866946BA39}" srcOrd="0" destOrd="2" presId="urn:microsoft.com/office/officeart/2005/8/layout/vList5"/>
    <dgm:cxn modelId="{87700D6D-3161-4A8A-B591-ADBA5DA21953}" srcId="{7B58719B-1411-496E-85F7-BBF4C5C57D98}" destId="{974548D4-DE3D-4E0B-A287-5FFC842EC44E}" srcOrd="0" destOrd="0" parTransId="{04D76E80-4F17-4081-9EE6-42308EDAABFD}" sibTransId="{FE71AA4B-9F21-4DE3-AFF8-CB8BA4FC3DD8}"/>
    <dgm:cxn modelId="{A86CF251-A686-4C59-9893-9B54AF5D14FD}" type="presOf" srcId="{35BB0A4F-EA77-413C-9E84-DEBFB93A1E88}" destId="{EFC1B403-9E6E-4411-9B69-79A1584C7937}" srcOrd="0" destOrd="0" presId="urn:microsoft.com/office/officeart/2005/8/layout/vList5"/>
    <dgm:cxn modelId="{5B0DE057-0C2A-4173-AE9B-454D8D8D91E3}" type="presOf" srcId="{D4F8B180-5631-48FE-990B-BFBEFBC87EA1}" destId="{C2B29FA8-9630-4575-8343-B620FEB2808E}" srcOrd="0" destOrd="1" presId="urn:microsoft.com/office/officeart/2005/8/layout/vList5"/>
    <dgm:cxn modelId="{0B49F057-16F2-41BF-8CE2-38F6FC0C260C}" srcId="{7B58719B-1411-496E-85F7-BBF4C5C57D98}" destId="{D4F7D34C-1CF5-474C-982C-305DB1B8A1A7}" srcOrd="2" destOrd="0" parTransId="{CF368162-F990-4397-8086-C3632AAD82E6}" sibTransId="{DCB22254-EB96-4FC8-898C-0F30B963A843}"/>
    <dgm:cxn modelId="{29C0D959-99CC-46A5-AC45-C9713CFF1A1C}" type="presOf" srcId="{7B58719B-1411-496E-85F7-BBF4C5C57D98}" destId="{DFA0F332-E585-46AF-8CB0-CDB6BE502710}" srcOrd="0" destOrd="0" presId="urn:microsoft.com/office/officeart/2005/8/layout/vList5"/>
    <dgm:cxn modelId="{F659057D-36CE-41A2-827A-7B474528CE9C}" type="presOf" srcId="{E03138E3-52EE-4CD0-8E3C-F0F8C0C28D99}" destId="{90CDA8DC-6CB2-49A7-A18C-F0D302BDC675}" srcOrd="0" destOrd="0" presId="urn:microsoft.com/office/officeart/2005/8/layout/vList5"/>
    <dgm:cxn modelId="{E2A17C7E-3D95-41AA-9F9F-74B88C49C7E8}" srcId="{8B6C3B02-9B97-4461-849D-8C27B7EC535B}" destId="{C80325A7-6A8F-44B1-B610-6BEE0FD37FF7}" srcOrd="0" destOrd="0" parTransId="{08452F9F-4BD9-4B0C-B864-3DD8DC2A2AEE}" sibTransId="{336CBB3D-D79F-42E7-9597-B23C06F58606}"/>
    <dgm:cxn modelId="{9D076683-626A-4B0A-8ADD-0E5300E71C84}" type="presOf" srcId="{2F2A67E8-ACD9-4C73-881C-0F727D32AE95}" destId="{20EFAA17-3592-4F78-AEAE-2CD118F957A5}" srcOrd="0" destOrd="0" presId="urn:microsoft.com/office/officeart/2005/8/layout/vList5"/>
    <dgm:cxn modelId="{02F4C598-F914-4762-B437-E47130DDAC8E}" srcId="{1B630DAE-ADD4-44FD-BCB3-0C1A7AD89032}" destId="{730D61CA-41AC-4D3F-8243-9E45B4D76F77}" srcOrd="0" destOrd="0" parTransId="{A8BF64E9-3710-4549-BDFD-4A7D6CF23B2A}" sibTransId="{515EB30F-FC9B-4A7E-B0E9-26ABB5BC58B4}"/>
    <dgm:cxn modelId="{052C4D9E-16E3-4E44-92AB-CB76AEE44FCD}" srcId="{8B6C3B02-9B97-4461-849D-8C27B7EC535B}" destId="{F0BD6F29-92E2-44A6-BA3D-247944BD214E}" srcOrd="1" destOrd="0" parTransId="{451AB790-CEC3-43F7-9F92-CF6F2B46420A}" sibTransId="{F56A2173-FC6F-483E-8296-A8EBA0BA7D5A}"/>
    <dgm:cxn modelId="{C51BB4A2-79F9-4EF3-97D3-DB4A38E08C73}" type="presOf" srcId="{F0BD6F29-92E2-44A6-BA3D-247944BD214E}" destId="{4E062ED7-C8B7-4731-A7F1-BE128EC98711}" srcOrd="0" destOrd="1" presId="urn:microsoft.com/office/officeart/2005/8/layout/vList5"/>
    <dgm:cxn modelId="{388A76B5-0DED-4364-9E2C-1F5B0B91D09A}" type="presOf" srcId="{22B2DD91-87EF-403E-B763-83B1E7F2447B}" destId="{4E062ED7-C8B7-4731-A7F1-BE128EC98711}" srcOrd="0" destOrd="2" presId="urn:microsoft.com/office/officeart/2005/8/layout/vList5"/>
    <dgm:cxn modelId="{F46193BB-4114-4F53-8ED1-8B5E4E775329}" type="presOf" srcId="{D0D829F7-0BFD-43B3-9452-44F00E7DF253}" destId="{9D1954CA-5BA2-49E4-87A1-83C343A4B6BA}" srcOrd="0" destOrd="1" presId="urn:microsoft.com/office/officeart/2005/8/layout/vList5"/>
    <dgm:cxn modelId="{184FB2BD-EA0B-4F88-B8DC-81E26C56F6C3}" srcId="{E03138E3-52EE-4CD0-8E3C-F0F8C0C28D99}" destId="{70B035EA-BDBD-4B4F-9C51-74DEC3B46254}" srcOrd="0" destOrd="0" parTransId="{49B493E8-4FBC-43B0-8670-7848ED053197}" sibTransId="{265D8544-366D-46EF-B8E6-7D48848F0F7A}"/>
    <dgm:cxn modelId="{A951CBC3-2547-4FE9-B31D-2616C6EC2D7D}" srcId="{F0F13D87-64B0-41AD-8624-57471FE85796}" destId="{E03138E3-52EE-4CD0-8E3C-F0F8C0C28D99}" srcOrd="0" destOrd="0" parTransId="{9B4391B9-3A32-470F-9B43-6CD3A86645B1}" sibTransId="{554A85A0-E1F5-4872-A1E2-8F392D73FAC7}"/>
    <dgm:cxn modelId="{A29450C8-ACD1-4AEA-B8CA-FFFE2D1C328F}" srcId="{8B6C3B02-9B97-4461-849D-8C27B7EC535B}" destId="{22B2DD91-87EF-403E-B763-83B1E7F2447B}" srcOrd="2" destOrd="0" parTransId="{C59CC9B3-076B-40E2-977F-9367F4E51005}" sibTransId="{2E79637E-A473-400E-A6AC-F0BD4BCEECBE}"/>
    <dgm:cxn modelId="{1C0052C8-79A1-4387-9E8A-E72A04D27CA7}" type="presOf" srcId="{8B6C3B02-9B97-4461-849D-8C27B7EC535B}" destId="{9E95D006-3A52-4C9F-915C-CE452CD5CD7D}" srcOrd="0" destOrd="0" presId="urn:microsoft.com/office/officeart/2005/8/layout/vList5"/>
    <dgm:cxn modelId="{FF076ECA-98A1-40EA-9CF7-1B919F2C0385}" type="presOf" srcId="{3856962B-EAC1-4008-B520-A3E0E0F14824}" destId="{EFC1B403-9E6E-4411-9B69-79A1584C7937}" srcOrd="0" destOrd="2" presId="urn:microsoft.com/office/officeart/2005/8/layout/vList5"/>
    <dgm:cxn modelId="{78333FD8-85A5-4150-9CF1-A51A2E33C2E6}" srcId="{F0F13D87-64B0-41AD-8624-57471FE85796}" destId="{7B58719B-1411-496E-85F7-BBF4C5C57D98}" srcOrd="3" destOrd="0" parTransId="{16D171D4-065A-42E5-8F03-87DAD03C55EB}" sibTransId="{89D5CCDE-36CF-43F3-847F-0A29A0E3D539}"/>
    <dgm:cxn modelId="{FE6114DA-E6B4-465B-967B-43E233EA321A}" srcId="{2F2A67E8-ACD9-4C73-881C-0F727D32AE95}" destId="{35BB0A4F-EA77-413C-9E84-DEBFB93A1E88}" srcOrd="0" destOrd="0" parTransId="{D5ED6B98-9411-4F4F-8541-4763B0D1ABCB}" sibTransId="{68D557F7-03D8-49BF-88C8-BA7F7C13F7C3}"/>
    <dgm:cxn modelId="{34EA4EE3-FFC3-4E1C-96B4-27C84A3D6F05}" type="presOf" srcId="{974548D4-DE3D-4E0B-A287-5FFC842EC44E}" destId="{9D1954CA-5BA2-49E4-87A1-83C343A4B6BA}" srcOrd="0" destOrd="0" presId="urn:microsoft.com/office/officeart/2005/8/layout/vList5"/>
    <dgm:cxn modelId="{2307AAE5-81A0-474E-8C2C-73DABD797B08}" type="presOf" srcId="{70B035EA-BDBD-4B4F-9C51-74DEC3B46254}" destId="{C2B29FA8-9630-4575-8343-B620FEB2808E}" srcOrd="0" destOrd="0" presId="urn:microsoft.com/office/officeart/2005/8/layout/vList5"/>
    <dgm:cxn modelId="{ADC119E6-AA54-4002-8A6F-10BBCBB39079}" type="presOf" srcId="{C80325A7-6A8F-44B1-B610-6BEE0FD37FF7}" destId="{4E062ED7-C8B7-4731-A7F1-BE128EC98711}" srcOrd="0" destOrd="0" presId="urn:microsoft.com/office/officeart/2005/8/layout/vList5"/>
    <dgm:cxn modelId="{44EBCAF3-F437-48D4-A2D2-339BAEAA1051}" srcId="{2F2A67E8-ACD9-4C73-881C-0F727D32AE95}" destId="{3856962B-EAC1-4008-B520-A3E0E0F14824}" srcOrd="2" destOrd="0" parTransId="{23053E62-2C06-49F6-B7A6-62D49056C07E}" sibTransId="{C1F24D7A-1C3E-401D-A2EB-77F86B809DCA}"/>
    <dgm:cxn modelId="{01C22B6A-C50A-4098-AF94-12F994B1AC5F}" type="presParOf" srcId="{8C50726C-E90C-4FFA-B6A0-2ED37CF63F64}" destId="{CFBECFF3-9CDE-4645-A2D4-716BE8A1134D}" srcOrd="0" destOrd="0" presId="urn:microsoft.com/office/officeart/2005/8/layout/vList5"/>
    <dgm:cxn modelId="{5AA89242-3025-4236-9F87-65F097F7FE05}" type="presParOf" srcId="{CFBECFF3-9CDE-4645-A2D4-716BE8A1134D}" destId="{90CDA8DC-6CB2-49A7-A18C-F0D302BDC675}" srcOrd="0" destOrd="0" presId="urn:microsoft.com/office/officeart/2005/8/layout/vList5"/>
    <dgm:cxn modelId="{7FE0518A-1B5B-422E-BDFF-F2F233F5A859}" type="presParOf" srcId="{CFBECFF3-9CDE-4645-A2D4-716BE8A1134D}" destId="{C2B29FA8-9630-4575-8343-B620FEB2808E}" srcOrd="1" destOrd="0" presId="urn:microsoft.com/office/officeart/2005/8/layout/vList5"/>
    <dgm:cxn modelId="{D3323275-6759-4CF0-9F1D-6B66CB03F39A}" type="presParOf" srcId="{8C50726C-E90C-4FFA-B6A0-2ED37CF63F64}" destId="{75662B48-2F8F-4342-873D-1832B8C6C1A0}" srcOrd="1" destOrd="0" presId="urn:microsoft.com/office/officeart/2005/8/layout/vList5"/>
    <dgm:cxn modelId="{4903F3FC-AEB3-48F7-8409-F43626FDAC78}" type="presParOf" srcId="{8C50726C-E90C-4FFA-B6A0-2ED37CF63F64}" destId="{796ABD26-0390-4B39-A62D-E35ED7901557}" srcOrd="2" destOrd="0" presId="urn:microsoft.com/office/officeart/2005/8/layout/vList5"/>
    <dgm:cxn modelId="{ED9DC26A-2DD4-4BA6-9AAB-208E31451865}" type="presParOf" srcId="{796ABD26-0390-4B39-A62D-E35ED7901557}" destId="{20EFAA17-3592-4F78-AEAE-2CD118F957A5}" srcOrd="0" destOrd="0" presId="urn:microsoft.com/office/officeart/2005/8/layout/vList5"/>
    <dgm:cxn modelId="{BAD06AF1-E041-4411-8A1E-17E813052417}" type="presParOf" srcId="{796ABD26-0390-4B39-A62D-E35ED7901557}" destId="{EFC1B403-9E6E-4411-9B69-79A1584C7937}" srcOrd="1" destOrd="0" presId="urn:microsoft.com/office/officeart/2005/8/layout/vList5"/>
    <dgm:cxn modelId="{9F743181-0C87-4B9C-8769-D0AC6B5FC896}" type="presParOf" srcId="{8C50726C-E90C-4FFA-B6A0-2ED37CF63F64}" destId="{B2A8BB8D-8794-49FC-B132-74637F2E5B23}" srcOrd="3" destOrd="0" presId="urn:microsoft.com/office/officeart/2005/8/layout/vList5"/>
    <dgm:cxn modelId="{37DBCEEA-27D6-45C9-8413-8312CAB5CBD1}" type="presParOf" srcId="{8C50726C-E90C-4FFA-B6A0-2ED37CF63F64}" destId="{39BA3085-98BD-4984-9C38-AFDA18857722}" srcOrd="4" destOrd="0" presId="urn:microsoft.com/office/officeart/2005/8/layout/vList5"/>
    <dgm:cxn modelId="{E443DE51-4E96-4D28-8FDA-A003A0022674}" type="presParOf" srcId="{39BA3085-98BD-4984-9C38-AFDA18857722}" destId="{9E95D006-3A52-4C9F-915C-CE452CD5CD7D}" srcOrd="0" destOrd="0" presId="urn:microsoft.com/office/officeart/2005/8/layout/vList5"/>
    <dgm:cxn modelId="{C930D199-A401-4CBF-AC63-7D1A2938A046}" type="presParOf" srcId="{39BA3085-98BD-4984-9C38-AFDA18857722}" destId="{4E062ED7-C8B7-4731-A7F1-BE128EC98711}" srcOrd="1" destOrd="0" presId="urn:microsoft.com/office/officeart/2005/8/layout/vList5"/>
    <dgm:cxn modelId="{84F5F028-8984-4B86-909E-FEDEB55C2F69}" type="presParOf" srcId="{8C50726C-E90C-4FFA-B6A0-2ED37CF63F64}" destId="{49A3742C-CD0C-461C-99F5-211DCD2436E4}" srcOrd="5" destOrd="0" presId="urn:microsoft.com/office/officeart/2005/8/layout/vList5"/>
    <dgm:cxn modelId="{0C2FE515-EAFC-4653-B6AD-0C60861E2803}" type="presParOf" srcId="{8C50726C-E90C-4FFA-B6A0-2ED37CF63F64}" destId="{990FD3F7-AF7F-48A1-9C85-A88C34B1B3A8}" srcOrd="6" destOrd="0" presId="urn:microsoft.com/office/officeart/2005/8/layout/vList5"/>
    <dgm:cxn modelId="{7E289796-5D68-4C79-9439-669ACE05EBFF}" type="presParOf" srcId="{990FD3F7-AF7F-48A1-9C85-A88C34B1B3A8}" destId="{DFA0F332-E585-46AF-8CB0-CDB6BE502710}" srcOrd="0" destOrd="0" presId="urn:microsoft.com/office/officeart/2005/8/layout/vList5"/>
    <dgm:cxn modelId="{665E10A3-1CE4-4E1B-A330-3E2A25487268}" type="presParOf" srcId="{990FD3F7-AF7F-48A1-9C85-A88C34B1B3A8}" destId="{9D1954CA-5BA2-49E4-87A1-83C343A4B6BA}" srcOrd="1" destOrd="0" presId="urn:microsoft.com/office/officeart/2005/8/layout/vList5"/>
    <dgm:cxn modelId="{7CA74524-EFC6-4A12-98BD-AFE8B344B8D0}" type="presParOf" srcId="{8C50726C-E90C-4FFA-B6A0-2ED37CF63F64}" destId="{4C0ABD77-14DA-485C-B94C-182A1A43053D}" srcOrd="7" destOrd="0" presId="urn:microsoft.com/office/officeart/2005/8/layout/vList5"/>
    <dgm:cxn modelId="{F576B624-34F4-4B04-A312-9C439D607B4F}" type="presParOf" srcId="{8C50726C-E90C-4FFA-B6A0-2ED37CF63F64}" destId="{D9064CDF-6605-40BD-B49A-52A169E5233F}" srcOrd="8" destOrd="0" presId="urn:microsoft.com/office/officeart/2005/8/layout/vList5"/>
    <dgm:cxn modelId="{6D281505-717D-4F41-B7A1-AA105BDFDC95}" type="presParOf" srcId="{D9064CDF-6605-40BD-B49A-52A169E5233F}" destId="{85F8A152-E030-4643-9E63-6A1E14622364}" srcOrd="0" destOrd="0" presId="urn:microsoft.com/office/officeart/2005/8/layout/vList5"/>
    <dgm:cxn modelId="{1878ACAE-BF1E-4E35-96C0-8FD5F00C8300}" type="presParOf" srcId="{D9064CDF-6605-40BD-B49A-52A169E5233F}" destId="{C2107B7D-2E0C-42A7-A227-A8866946BA39}" srcOrd="1" destOrd="0" presId="urn:microsoft.com/office/officeart/2005/8/layout/vList5"/>
  </dgm:cxnLst>
  <dgm:bg/>
  <dgm:whole>
    <a:ln>
      <a:solidFill>
        <a:schemeClr val="tx1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622099B-C41C-408D-A09C-4C036F524DB3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80EAC0EE-C5AE-4933-B9AA-7AD7020D795C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/>
            <a:t>Dataset Split</a:t>
          </a:r>
          <a:endParaRPr lang="en-GB"/>
        </a:p>
      </dgm:t>
    </dgm:pt>
    <dgm:pt modelId="{8174DF67-FE7F-4795-B757-85B3370C1CE3}" type="parTrans" cxnId="{3AB3796F-2E92-424C-9A13-AF4195E2F1AB}">
      <dgm:prSet/>
      <dgm:spPr/>
      <dgm:t>
        <a:bodyPr/>
        <a:lstStyle/>
        <a:p>
          <a:endParaRPr lang="en-GB"/>
        </a:p>
      </dgm:t>
    </dgm:pt>
    <dgm:pt modelId="{0289585A-78F3-49AA-B471-8E5D25B437A6}" type="sibTrans" cxnId="{3AB3796F-2E92-424C-9A13-AF4195E2F1AB}">
      <dgm:prSet/>
      <dgm:spPr/>
      <dgm:t>
        <a:bodyPr/>
        <a:lstStyle/>
        <a:p>
          <a:endParaRPr lang="en-GB"/>
        </a:p>
      </dgm:t>
    </dgm:pt>
    <dgm:pt modelId="{704B54DE-7AF4-4CB4-B608-23986912A49B}">
      <dgm:prSet custT="1"/>
      <dgm:spPr/>
      <dgm:t>
        <a:bodyPr/>
        <a:lstStyle/>
        <a:p>
          <a:r>
            <a:rPr lang="en-US" sz="1500" dirty="0"/>
            <a:t>Train-Test Split (20:80 ratio)</a:t>
          </a:r>
          <a:endParaRPr lang="en-GB" sz="1500" dirty="0"/>
        </a:p>
      </dgm:t>
    </dgm:pt>
    <dgm:pt modelId="{86898E17-3847-4306-AC7A-3CF060EF52D8}" type="parTrans" cxnId="{3333F455-B39D-4AED-821C-4E64F5435C82}">
      <dgm:prSet/>
      <dgm:spPr/>
      <dgm:t>
        <a:bodyPr/>
        <a:lstStyle/>
        <a:p>
          <a:endParaRPr lang="en-GB"/>
        </a:p>
      </dgm:t>
    </dgm:pt>
    <dgm:pt modelId="{BB5425DB-06CD-4901-904A-F707F9EF7403}" type="sibTrans" cxnId="{3333F455-B39D-4AED-821C-4E64F5435C82}">
      <dgm:prSet/>
      <dgm:spPr/>
      <dgm:t>
        <a:bodyPr/>
        <a:lstStyle/>
        <a:p>
          <a:endParaRPr lang="en-GB"/>
        </a:p>
      </dgm:t>
    </dgm:pt>
    <dgm:pt modelId="{6E3DD2CD-012E-43D2-8ACA-3379650B21B2}">
      <dgm:prSet custT="1"/>
      <dgm:spPr/>
      <dgm:t>
        <a:bodyPr/>
        <a:lstStyle/>
        <a:p>
          <a:r>
            <a:rPr lang="en-US" sz="1500" dirty="0"/>
            <a:t>Random Under Sample : Class Imbalance</a:t>
          </a:r>
          <a:endParaRPr lang="en-GB" sz="1500" dirty="0"/>
        </a:p>
      </dgm:t>
    </dgm:pt>
    <dgm:pt modelId="{E7111990-F433-40A4-9B1C-C207BA8CED28}" type="parTrans" cxnId="{26170C30-A4F0-4603-BB93-72F0639012D3}">
      <dgm:prSet/>
      <dgm:spPr/>
      <dgm:t>
        <a:bodyPr/>
        <a:lstStyle/>
        <a:p>
          <a:endParaRPr lang="en-GB"/>
        </a:p>
      </dgm:t>
    </dgm:pt>
    <dgm:pt modelId="{186CD722-9684-40C9-A08C-883561BE0B7B}" type="sibTrans" cxnId="{26170C30-A4F0-4603-BB93-72F0639012D3}">
      <dgm:prSet/>
      <dgm:spPr/>
      <dgm:t>
        <a:bodyPr/>
        <a:lstStyle/>
        <a:p>
          <a:endParaRPr lang="en-GB"/>
        </a:p>
      </dgm:t>
    </dgm:pt>
    <dgm:pt modelId="{ECAB65BA-2CCB-47FA-90F0-12502F7CD667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/>
            <a:t>Models</a:t>
          </a:r>
          <a:endParaRPr lang="en-GB"/>
        </a:p>
      </dgm:t>
    </dgm:pt>
    <dgm:pt modelId="{2912F7AE-6121-4AE1-8137-BCE86CA0E436}" type="parTrans" cxnId="{C172C7F5-BA9C-4BB9-8259-F4B1498BFE88}">
      <dgm:prSet/>
      <dgm:spPr/>
      <dgm:t>
        <a:bodyPr/>
        <a:lstStyle/>
        <a:p>
          <a:endParaRPr lang="en-GB"/>
        </a:p>
      </dgm:t>
    </dgm:pt>
    <dgm:pt modelId="{913F1ADE-97C3-454B-ACCF-AFAA92708741}" type="sibTrans" cxnId="{C172C7F5-BA9C-4BB9-8259-F4B1498BFE88}">
      <dgm:prSet/>
      <dgm:spPr/>
      <dgm:t>
        <a:bodyPr/>
        <a:lstStyle/>
        <a:p>
          <a:endParaRPr lang="en-GB"/>
        </a:p>
      </dgm:t>
    </dgm:pt>
    <dgm:pt modelId="{E255CFCF-58F1-4D1D-9D3C-4D9466A42ED1}">
      <dgm:prSet custT="1"/>
      <dgm:spPr/>
      <dgm:t>
        <a:bodyPr/>
        <a:lstStyle/>
        <a:p>
          <a:pPr>
            <a:buNone/>
          </a:pPr>
          <a:r>
            <a:rPr lang="en-US" sz="1200" b="1" dirty="0"/>
            <a:t>Classic Models</a:t>
          </a:r>
          <a:endParaRPr lang="en-GB" sz="1200" dirty="0"/>
        </a:p>
      </dgm:t>
    </dgm:pt>
    <dgm:pt modelId="{D4567D44-B2D2-4B04-A7A1-6AF865C73C4A}" type="parTrans" cxnId="{29DB4060-509E-4160-8C51-6A07475B6A14}">
      <dgm:prSet/>
      <dgm:spPr/>
      <dgm:t>
        <a:bodyPr/>
        <a:lstStyle/>
        <a:p>
          <a:endParaRPr lang="en-GB"/>
        </a:p>
      </dgm:t>
    </dgm:pt>
    <dgm:pt modelId="{A2D4B6A7-7220-4275-865D-CA29B37B1897}" type="sibTrans" cxnId="{29DB4060-509E-4160-8C51-6A07475B6A14}">
      <dgm:prSet/>
      <dgm:spPr/>
      <dgm:t>
        <a:bodyPr/>
        <a:lstStyle/>
        <a:p>
          <a:endParaRPr lang="en-GB"/>
        </a:p>
      </dgm:t>
    </dgm:pt>
    <dgm:pt modelId="{B0600B66-B46F-40B6-8B17-B8524682865A}">
      <dgm:prSet custT="1"/>
      <dgm:spPr/>
      <dgm:t>
        <a:bodyPr/>
        <a:lstStyle/>
        <a:p>
          <a:r>
            <a:rPr lang="en-US" sz="1200" dirty="0"/>
            <a:t>Logistic, Elastic Net, LDA, QDA </a:t>
          </a:r>
          <a:endParaRPr lang="en-GB" sz="1200" dirty="0"/>
        </a:p>
      </dgm:t>
    </dgm:pt>
    <dgm:pt modelId="{22ADC9B3-F73C-4C97-B245-1C25F345F061}" type="parTrans" cxnId="{CBEB297C-89C9-42B3-981E-CABC46858287}">
      <dgm:prSet/>
      <dgm:spPr/>
      <dgm:t>
        <a:bodyPr/>
        <a:lstStyle/>
        <a:p>
          <a:endParaRPr lang="en-GB"/>
        </a:p>
      </dgm:t>
    </dgm:pt>
    <dgm:pt modelId="{DFFAB384-9D2D-4C6F-8231-975AEACB606A}" type="sibTrans" cxnId="{CBEB297C-89C9-42B3-981E-CABC46858287}">
      <dgm:prSet/>
      <dgm:spPr/>
      <dgm:t>
        <a:bodyPr/>
        <a:lstStyle/>
        <a:p>
          <a:endParaRPr lang="en-GB"/>
        </a:p>
      </dgm:t>
    </dgm:pt>
    <dgm:pt modelId="{176F5F4A-EC9C-4A9A-886D-E7B8DA9A977B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0"/>
            <a:t>HPO </a:t>
          </a:r>
          <a:endParaRPr lang="en-GB"/>
        </a:p>
      </dgm:t>
    </dgm:pt>
    <dgm:pt modelId="{507B2ADD-1299-4FC5-A02E-D9E831F22E5F}" type="parTrans" cxnId="{8BA41B2C-ACE4-4D43-B8F5-B2FFB50C49BF}">
      <dgm:prSet/>
      <dgm:spPr/>
      <dgm:t>
        <a:bodyPr/>
        <a:lstStyle/>
        <a:p>
          <a:endParaRPr lang="en-GB"/>
        </a:p>
      </dgm:t>
    </dgm:pt>
    <dgm:pt modelId="{CD50DE0E-D864-4AB9-B284-17D4E0D146EA}" type="sibTrans" cxnId="{8BA41B2C-ACE4-4D43-B8F5-B2FFB50C49BF}">
      <dgm:prSet/>
      <dgm:spPr/>
      <dgm:t>
        <a:bodyPr/>
        <a:lstStyle/>
        <a:p>
          <a:endParaRPr lang="en-GB"/>
        </a:p>
      </dgm:t>
    </dgm:pt>
    <dgm:pt modelId="{B5A5478C-0343-4268-BCA9-21C859FD435A}">
      <dgm:prSet custT="1"/>
      <dgm:spPr/>
      <dgm:t>
        <a:bodyPr/>
        <a:lstStyle/>
        <a:p>
          <a:r>
            <a:rPr lang="en-US" sz="1500" dirty="0"/>
            <a:t>GridSearchCV</a:t>
          </a:r>
          <a:endParaRPr lang="en-GB" sz="1500" dirty="0"/>
        </a:p>
      </dgm:t>
    </dgm:pt>
    <dgm:pt modelId="{93F7AD26-2974-4D96-B707-9534BC42BA9C}" type="parTrans" cxnId="{042E20AD-4D35-41C8-A7AA-E75C9DA3F1F5}">
      <dgm:prSet/>
      <dgm:spPr/>
      <dgm:t>
        <a:bodyPr/>
        <a:lstStyle/>
        <a:p>
          <a:endParaRPr lang="en-GB"/>
        </a:p>
      </dgm:t>
    </dgm:pt>
    <dgm:pt modelId="{813128D8-D87A-4AA3-A069-80A4FC9CD7B4}" type="sibTrans" cxnId="{042E20AD-4D35-41C8-A7AA-E75C9DA3F1F5}">
      <dgm:prSet/>
      <dgm:spPr/>
      <dgm:t>
        <a:bodyPr/>
        <a:lstStyle/>
        <a:p>
          <a:endParaRPr lang="en-GB"/>
        </a:p>
      </dgm:t>
    </dgm:pt>
    <dgm:pt modelId="{F12D6B66-34DC-4337-B102-DB57C2339F09}">
      <dgm:prSet custT="1"/>
      <dgm:spPr/>
      <dgm:t>
        <a:bodyPr/>
        <a:lstStyle/>
        <a:p>
          <a:r>
            <a:rPr lang="en-US" sz="1500" dirty="0"/>
            <a:t>K-Fold CV</a:t>
          </a:r>
          <a:endParaRPr lang="en-GB" sz="1500" dirty="0"/>
        </a:p>
      </dgm:t>
    </dgm:pt>
    <dgm:pt modelId="{40748F3D-EEE0-47AA-B0DE-427980EA5578}" type="parTrans" cxnId="{E81AA497-6888-4180-AE35-3749BCB5485A}">
      <dgm:prSet/>
      <dgm:spPr/>
      <dgm:t>
        <a:bodyPr/>
        <a:lstStyle/>
        <a:p>
          <a:endParaRPr lang="en-GB"/>
        </a:p>
      </dgm:t>
    </dgm:pt>
    <dgm:pt modelId="{7793A5FF-AE58-45EF-8124-611C104F08B3}" type="sibTrans" cxnId="{E81AA497-6888-4180-AE35-3749BCB5485A}">
      <dgm:prSet/>
      <dgm:spPr/>
      <dgm:t>
        <a:bodyPr/>
        <a:lstStyle/>
        <a:p>
          <a:endParaRPr lang="en-GB"/>
        </a:p>
      </dgm:t>
    </dgm:pt>
    <dgm:pt modelId="{9B2B852C-EAA3-47DA-A8FA-B03219776D86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GB" dirty="0"/>
            <a:t>Test Set Model Evaluation</a:t>
          </a:r>
          <a:r>
            <a:rPr lang="en-US" dirty="0"/>
            <a:t>/Interpret</a:t>
          </a:r>
          <a:endParaRPr lang="en-GB" dirty="0"/>
        </a:p>
      </dgm:t>
    </dgm:pt>
    <dgm:pt modelId="{3946658C-70C2-415C-B4E6-80B0DF88B1D8}" type="parTrans" cxnId="{CB6C10B6-1A65-433E-8634-E3ED426DEB18}">
      <dgm:prSet/>
      <dgm:spPr/>
      <dgm:t>
        <a:bodyPr/>
        <a:lstStyle/>
        <a:p>
          <a:endParaRPr lang="en-GB"/>
        </a:p>
      </dgm:t>
    </dgm:pt>
    <dgm:pt modelId="{A162B4E3-799D-41D8-91A4-BDB9FDF5E130}" type="sibTrans" cxnId="{CB6C10B6-1A65-433E-8634-E3ED426DEB18}">
      <dgm:prSet/>
      <dgm:spPr/>
      <dgm:t>
        <a:bodyPr/>
        <a:lstStyle/>
        <a:p>
          <a:endParaRPr lang="en-GB"/>
        </a:p>
      </dgm:t>
    </dgm:pt>
    <dgm:pt modelId="{8FEAD5E4-97D6-4CFC-86B6-A26A7F729487}">
      <dgm:prSet custT="1"/>
      <dgm:spPr/>
      <dgm:t>
        <a:bodyPr/>
        <a:lstStyle/>
        <a:p>
          <a:r>
            <a:rPr lang="en-US" sz="1500" dirty="0"/>
            <a:t>Confusion Matrix, Accuracy report, BA, MCC</a:t>
          </a:r>
          <a:endParaRPr lang="en-GB" sz="1500" dirty="0"/>
        </a:p>
      </dgm:t>
    </dgm:pt>
    <dgm:pt modelId="{79A9F14D-A3ED-4594-8BCB-FA0AB1F22C96}" type="parTrans" cxnId="{1045AA96-17ED-4DD0-BD8D-9C971F9C32A1}">
      <dgm:prSet/>
      <dgm:spPr/>
      <dgm:t>
        <a:bodyPr/>
        <a:lstStyle/>
        <a:p>
          <a:endParaRPr lang="en-GB"/>
        </a:p>
      </dgm:t>
    </dgm:pt>
    <dgm:pt modelId="{3FAC9D0B-7ECA-4A8A-BCE0-B4F9BFCD4956}" type="sibTrans" cxnId="{1045AA96-17ED-4DD0-BD8D-9C971F9C32A1}">
      <dgm:prSet/>
      <dgm:spPr/>
      <dgm:t>
        <a:bodyPr/>
        <a:lstStyle/>
        <a:p>
          <a:endParaRPr lang="en-GB"/>
        </a:p>
      </dgm:t>
    </dgm:pt>
    <dgm:pt modelId="{7A0E02F4-3F9C-4069-925A-EB6E3A3FA1FE}">
      <dgm:prSet custT="1"/>
      <dgm:spPr/>
      <dgm:t>
        <a:bodyPr/>
        <a:lstStyle/>
        <a:p>
          <a:r>
            <a:rPr lang="en-US" sz="1500" dirty="0"/>
            <a:t>ROC/PR Curves</a:t>
          </a:r>
          <a:endParaRPr lang="en-GB" sz="1500" dirty="0"/>
        </a:p>
      </dgm:t>
    </dgm:pt>
    <dgm:pt modelId="{16581E5A-6559-4A62-ADB0-3D7817190D88}" type="parTrans" cxnId="{7788635E-6D07-433D-963A-EB3919C119B1}">
      <dgm:prSet/>
      <dgm:spPr/>
      <dgm:t>
        <a:bodyPr/>
        <a:lstStyle/>
        <a:p>
          <a:endParaRPr lang="en-GB"/>
        </a:p>
      </dgm:t>
    </dgm:pt>
    <dgm:pt modelId="{67C68DA8-3D32-4CC9-BF17-1F95B3AFB9A4}" type="sibTrans" cxnId="{7788635E-6D07-433D-963A-EB3919C119B1}">
      <dgm:prSet/>
      <dgm:spPr/>
      <dgm:t>
        <a:bodyPr/>
        <a:lstStyle/>
        <a:p>
          <a:endParaRPr lang="en-GB"/>
        </a:p>
      </dgm:t>
    </dgm:pt>
    <dgm:pt modelId="{503EAE3D-96D0-4506-927D-E29AFB79DDB1}">
      <dgm:prSet custT="1"/>
      <dgm:spPr/>
      <dgm:t>
        <a:bodyPr/>
        <a:lstStyle/>
        <a:p>
          <a:r>
            <a:rPr lang="en-US" sz="1500" dirty="0"/>
            <a:t>SHAP plots </a:t>
          </a:r>
          <a:endParaRPr lang="en-GB" sz="1500" dirty="0"/>
        </a:p>
      </dgm:t>
    </dgm:pt>
    <dgm:pt modelId="{75349F84-9403-4094-9747-DEE4BDD05D01}" type="parTrans" cxnId="{7E97E324-EC2D-43FD-A738-CBFB8E3DADE6}">
      <dgm:prSet/>
      <dgm:spPr/>
      <dgm:t>
        <a:bodyPr/>
        <a:lstStyle/>
        <a:p>
          <a:endParaRPr lang="en-GB"/>
        </a:p>
      </dgm:t>
    </dgm:pt>
    <dgm:pt modelId="{36B9A918-6F76-4E21-9920-310D0C04E18D}" type="sibTrans" cxnId="{7E97E324-EC2D-43FD-A738-CBFB8E3DADE6}">
      <dgm:prSet/>
      <dgm:spPr/>
      <dgm:t>
        <a:bodyPr/>
        <a:lstStyle/>
        <a:p>
          <a:endParaRPr lang="en-GB"/>
        </a:p>
      </dgm:t>
    </dgm:pt>
    <dgm:pt modelId="{E391617A-E7DD-4FDF-991D-6D6E54481043}">
      <dgm:prSet custT="1"/>
      <dgm:spPr/>
      <dgm:t>
        <a:bodyPr/>
        <a:lstStyle/>
        <a:p>
          <a:pPr>
            <a:buNone/>
          </a:pPr>
          <a:r>
            <a:rPr lang="en-US" sz="1200" b="1" dirty="0"/>
            <a:t>ML models</a:t>
          </a:r>
          <a:endParaRPr lang="en-GB" sz="1200" b="1" dirty="0"/>
        </a:p>
      </dgm:t>
    </dgm:pt>
    <dgm:pt modelId="{811190BA-A7C5-40B1-8A62-0B54277ED2D9}" type="parTrans" cxnId="{7E557EE5-11AD-4DAB-B47D-1CAED87697B7}">
      <dgm:prSet/>
      <dgm:spPr/>
      <dgm:t>
        <a:bodyPr/>
        <a:lstStyle/>
        <a:p>
          <a:endParaRPr lang="en-GB"/>
        </a:p>
      </dgm:t>
    </dgm:pt>
    <dgm:pt modelId="{EE31202E-F616-42EE-8D41-21C266B68DBD}" type="sibTrans" cxnId="{7E557EE5-11AD-4DAB-B47D-1CAED87697B7}">
      <dgm:prSet/>
      <dgm:spPr/>
      <dgm:t>
        <a:bodyPr/>
        <a:lstStyle/>
        <a:p>
          <a:endParaRPr lang="en-GB"/>
        </a:p>
      </dgm:t>
    </dgm:pt>
    <dgm:pt modelId="{7EC0B3D7-4F99-4B43-900F-0EE1BB80704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dirty="0"/>
            <a:t>KNN. SVC</a:t>
          </a:r>
          <a:endParaRPr lang="en-GB" sz="1200" b="0" dirty="0"/>
        </a:p>
      </dgm:t>
    </dgm:pt>
    <dgm:pt modelId="{2ECE73DB-4FB7-45D3-ACF3-6AEC7D12A1DC}" type="parTrans" cxnId="{0E762CC9-9155-4F9C-AA67-0ACBD93362FE}">
      <dgm:prSet/>
      <dgm:spPr/>
      <dgm:t>
        <a:bodyPr/>
        <a:lstStyle/>
        <a:p>
          <a:endParaRPr lang="en-GB"/>
        </a:p>
      </dgm:t>
    </dgm:pt>
    <dgm:pt modelId="{519BF972-AFD4-4E7B-9058-BB2DC2DFB29E}" type="sibTrans" cxnId="{0E762CC9-9155-4F9C-AA67-0ACBD93362FE}">
      <dgm:prSet/>
      <dgm:spPr/>
      <dgm:t>
        <a:bodyPr/>
        <a:lstStyle/>
        <a:p>
          <a:endParaRPr lang="en-GB"/>
        </a:p>
      </dgm:t>
    </dgm:pt>
    <dgm:pt modelId="{C32467F7-3CE0-41DE-9C17-257A098FFAF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200" b="0" dirty="0"/>
            <a:t>Pruned tree, Random Forest</a:t>
          </a:r>
        </a:p>
      </dgm:t>
    </dgm:pt>
    <dgm:pt modelId="{11AF158F-FB67-423E-9A07-D8CCB8504FDD}" type="parTrans" cxnId="{02E2B05E-C6B0-45E8-B85D-A5DAFC8E4B8C}">
      <dgm:prSet/>
      <dgm:spPr/>
      <dgm:t>
        <a:bodyPr/>
        <a:lstStyle/>
        <a:p>
          <a:endParaRPr lang="en-GB"/>
        </a:p>
      </dgm:t>
    </dgm:pt>
    <dgm:pt modelId="{2DA9250D-3D9F-4B39-B0F5-74DCDAED2A8B}" type="sibTrans" cxnId="{02E2B05E-C6B0-45E8-B85D-A5DAFC8E4B8C}">
      <dgm:prSet/>
      <dgm:spPr/>
      <dgm:t>
        <a:bodyPr/>
        <a:lstStyle/>
        <a:p>
          <a:endParaRPr lang="en-GB"/>
        </a:p>
      </dgm:t>
    </dgm:pt>
    <dgm:pt modelId="{C17AEEAA-6BF3-4E08-B01D-1AF2529D908A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200" b="0" dirty="0"/>
            <a:t>Grad.Boosting, XGBoost, LightBoost</a:t>
          </a:r>
        </a:p>
      </dgm:t>
    </dgm:pt>
    <dgm:pt modelId="{76262691-2D34-4904-8849-FB15ABAE9BE6}" type="parTrans" cxnId="{D18816A2-C861-4B11-ADAC-D7DD319C1BDA}">
      <dgm:prSet/>
      <dgm:spPr/>
      <dgm:t>
        <a:bodyPr/>
        <a:lstStyle/>
        <a:p>
          <a:endParaRPr lang="en-GB"/>
        </a:p>
      </dgm:t>
    </dgm:pt>
    <dgm:pt modelId="{5D2B15A5-D1C4-4698-B821-B67BBF8BC8F3}" type="sibTrans" cxnId="{D18816A2-C861-4B11-ADAC-D7DD319C1BDA}">
      <dgm:prSet/>
      <dgm:spPr/>
      <dgm:t>
        <a:bodyPr/>
        <a:lstStyle/>
        <a:p>
          <a:endParaRPr lang="en-GB"/>
        </a:p>
      </dgm:t>
    </dgm:pt>
    <dgm:pt modelId="{07638703-1C65-454E-AA9A-E84CCA6DD2B5}" type="pres">
      <dgm:prSet presAssocID="{7622099B-C41C-408D-A09C-4C036F524DB3}" presName="Name0" presStyleCnt="0">
        <dgm:presLayoutVars>
          <dgm:dir/>
          <dgm:animLvl val="lvl"/>
          <dgm:resizeHandles val="exact"/>
        </dgm:presLayoutVars>
      </dgm:prSet>
      <dgm:spPr/>
    </dgm:pt>
    <dgm:pt modelId="{B6902EAA-8BF8-45C4-B924-C9485753A1BF}" type="pres">
      <dgm:prSet presAssocID="{80EAC0EE-C5AE-4933-B9AA-7AD7020D795C}" presName="linNode" presStyleCnt="0"/>
      <dgm:spPr/>
    </dgm:pt>
    <dgm:pt modelId="{48CB45E5-79AD-4179-ABE2-58D4594A1DDA}" type="pres">
      <dgm:prSet presAssocID="{80EAC0EE-C5AE-4933-B9AA-7AD7020D795C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DAD38A41-4AAE-4CB4-B14C-63338BF8F254}" type="pres">
      <dgm:prSet presAssocID="{80EAC0EE-C5AE-4933-B9AA-7AD7020D795C}" presName="descendantText" presStyleLbl="alignAccFollowNode1" presStyleIdx="0" presStyleCnt="4" custScaleY="130207">
        <dgm:presLayoutVars>
          <dgm:bulletEnabled val="1"/>
        </dgm:presLayoutVars>
      </dgm:prSet>
      <dgm:spPr/>
    </dgm:pt>
    <dgm:pt modelId="{D0F9A51E-B36E-4472-819B-B68ABF31D508}" type="pres">
      <dgm:prSet presAssocID="{0289585A-78F3-49AA-B471-8E5D25B437A6}" presName="sp" presStyleCnt="0"/>
      <dgm:spPr/>
    </dgm:pt>
    <dgm:pt modelId="{39736F16-8CC0-4F23-BF01-E3FA2D1FD403}" type="pres">
      <dgm:prSet presAssocID="{ECAB65BA-2CCB-47FA-90F0-12502F7CD667}" presName="linNode" presStyleCnt="0"/>
      <dgm:spPr/>
    </dgm:pt>
    <dgm:pt modelId="{347B65B5-D951-4BD4-80BE-FAE3D7D0B395}" type="pres">
      <dgm:prSet presAssocID="{ECAB65BA-2CCB-47FA-90F0-12502F7CD667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528CCE5E-2722-4EFC-B855-9221185C70A7}" type="pres">
      <dgm:prSet presAssocID="{ECAB65BA-2CCB-47FA-90F0-12502F7CD667}" presName="descendantText" presStyleLbl="alignAccFollowNode1" presStyleIdx="1" presStyleCnt="4" custScaleY="128228">
        <dgm:presLayoutVars>
          <dgm:bulletEnabled val="1"/>
        </dgm:presLayoutVars>
      </dgm:prSet>
      <dgm:spPr/>
    </dgm:pt>
    <dgm:pt modelId="{39D42361-6CF9-4A53-98C0-776AE63F6E71}" type="pres">
      <dgm:prSet presAssocID="{913F1ADE-97C3-454B-ACCF-AFAA92708741}" presName="sp" presStyleCnt="0"/>
      <dgm:spPr/>
    </dgm:pt>
    <dgm:pt modelId="{FBCCF180-16D7-4D58-AD76-01086097712C}" type="pres">
      <dgm:prSet presAssocID="{176F5F4A-EC9C-4A9A-886D-E7B8DA9A977B}" presName="linNode" presStyleCnt="0"/>
      <dgm:spPr/>
    </dgm:pt>
    <dgm:pt modelId="{55F269E7-8569-4A8D-93B1-BA701EEFCDFF}" type="pres">
      <dgm:prSet presAssocID="{176F5F4A-EC9C-4A9A-886D-E7B8DA9A977B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26C00646-3EB8-4E4A-8296-CA3B860AC9B0}" type="pres">
      <dgm:prSet presAssocID="{176F5F4A-EC9C-4A9A-886D-E7B8DA9A977B}" presName="descendantText" presStyleLbl="alignAccFollowNode1" presStyleIdx="2" presStyleCnt="4" custScaleY="130207">
        <dgm:presLayoutVars>
          <dgm:bulletEnabled val="1"/>
        </dgm:presLayoutVars>
      </dgm:prSet>
      <dgm:spPr/>
    </dgm:pt>
    <dgm:pt modelId="{20881B26-DC82-403A-A286-6CE18E2CFC63}" type="pres">
      <dgm:prSet presAssocID="{CD50DE0E-D864-4AB9-B284-17D4E0D146EA}" presName="sp" presStyleCnt="0"/>
      <dgm:spPr/>
    </dgm:pt>
    <dgm:pt modelId="{1BAEA31F-FB5C-42FB-B4FD-A535E0A8B879}" type="pres">
      <dgm:prSet presAssocID="{9B2B852C-EAA3-47DA-A8FA-B03219776D86}" presName="linNode" presStyleCnt="0"/>
      <dgm:spPr/>
    </dgm:pt>
    <dgm:pt modelId="{931D566F-3CC3-4DF1-B1AF-B7DE9820E2D9}" type="pres">
      <dgm:prSet presAssocID="{9B2B852C-EAA3-47DA-A8FA-B03219776D86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7FCCB0FB-B29E-4A63-AD5D-91FA8360F37E}" type="pres">
      <dgm:prSet presAssocID="{9B2B852C-EAA3-47DA-A8FA-B03219776D86}" presName="descendantText" presStyleLbl="alignAccFollowNode1" presStyleIdx="3" presStyleCnt="4" custScaleY="130207">
        <dgm:presLayoutVars>
          <dgm:bulletEnabled val="1"/>
        </dgm:presLayoutVars>
      </dgm:prSet>
      <dgm:spPr/>
    </dgm:pt>
  </dgm:ptLst>
  <dgm:cxnLst>
    <dgm:cxn modelId="{A5855702-EF81-4C44-BE3C-C27267C5E040}" type="presOf" srcId="{7622099B-C41C-408D-A09C-4C036F524DB3}" destId="{07638703-1C65-454E-AA9A-E84CCA6DD2B5}" srcOrd="0" destOrd="0" presId="urn:microsoft.com/office/officeart/2005/8/layout/vList5"/>
    <dgm:cxn modelId="{F5835B0D-6FA6-4CF5-A17D-D0BDFC6C290E}" type="presOf" srcId="{E391617A-E7DD-4FDF-991D-6D6E54481043}" destId="{528CCE5E-2722-4EFC-B855-9221185C70A7}" srcOrd="0" destOrd="2" presId="urn:microsoft.com/office/officeart/2005/8/layout/vList5"/>
    <dgm:cxn modelId="{45F84010-0728-4431-AE52-E5BAC3D79B57}" type="presOf" srcId="{704B54DE-7AF4-4CB4-B608-23986912A49B}" destId="{DAD38A41-4AAE-4CB4-B14C-63338BF8F254}" srcOrd="0" destOrd="0" presId="urn:microsoft.com/office/officeart/2005/8/layout/vList5"/>
    <dgm:cxn modelId="{C5ED0924-E902-49E4-AD8D-3E835EFA824F}" type="presOf" srcId="{C17AEEAA-6BF3-4E08-B01D-1AF2529D908A}" destId="{528CCE5E-2722-4EFC-B855-9221185C70A7}" srcOrd="0" destOrd="5" presId="urn:microsoft.com/office/officeart/2005/8/layout/vList5"/>
    <dgm:cxn modelId="{7E97E324-EC2D-43FD-A738-CBFB8E3DADE6}" srcId="{9B2B852C-EAA3-47DA-A8FA-B03219776D86}" destId="{503EAE3D-96D0-4506-927D-E29AFB79DDB1}" srcOrd="2" destOrd="0" parTransId="{75349F84-9403-4094-9747-DEE4BDD05D01}" sibTransId="{36B9A918-6F76-4E21-9920-310D0C04E18D}"/>
    <dgm:cxn modelId="{1DC55C28-4142-4573-8351-87B3939535C4}" type="presOf" srcId="{B0600B66-B46F-40B6-8B17-B8524682865A}" destId="{528CCE5E-2722-4EFC-B855-9221185C70A7}" srcOrd="0" destOrd="1" presId="urn:microsoft.com/office/officeart/2005/8/layout/vList5"/>
    <dgm:cxn modelId="{677C6C2A-322C-4A19-AE69-2BFC5D677C81}" type="presOf" srcId="{F12D6B66-34DC-4337-B102-DB57C2339F09}" destId="{26C00646-3EB8-4E4A-8296-CA3B860AC9B0}" srcOrd="0" destOrd="1" presId="urn:microsoft.com/office/officeart/2005/8/layout/vList5"/>
    <dgm:cxn modelId="{8BA41B2C-ACE4-4D43-B8F5-B2FFB50C49BF}" srcId="{7622099B-C41C-408D-A09C-4C036F524DB3}" destId="{176F5F4A-EC9C-4A9A-886D-E7B8DA9A977B}" srcOrd="2" destOrd="0" parTransId="{507B2ADD-1299-4FC5-A02E-D9E831F22E5F}" sibTransId="{CD50DE0E-D864-4AB9-B284-17D4E0D146EA}"/>
    <dgm:cxn modelId="{26170C30-A4F0-4603-BB93-72F0639012D3}" srcId="{80EAC0EE-C5AE-4933-B9AA-7AD7020D795C}" destId="{6E3DD2CD-012E-43D2-8ACA-3379650B21B2}" srcOrd="1" destOrd="0" parTransId="{E7111990-F433-40A4-9B1C-C207BA8CED28}" sibTransId="{186CD722-9684-40C9-A08C-883561BE0B7B}"/>
    <dgm:cxn modelId="{429F6935-6B31-4A9A-B4F6-5B5366D77B1E}" type="presOf" srcId="{E255CFCF-58F1-4D1D-9D3C-4D9466A42ED1}" destId="{528CCE5E-2722-4EFC-B855-9221185C70A7}" srcOrd="0" destOrd="0" presId="urn:microsoft.com/office/officeart/2005/8/layout/vList5"/>
    <dgm:cxn modelId="{E31E953E-B1AD-4223-BD7C-2D745A246CB4}" type="presOf" srcId="{80EAC0EE-C5AE-4933-B9AA-7AD7020D795C}" destId="{48CB45E5-79AD-4179-ABE2-58D4594A1DDA}" srcOrd="0" destOrd="0" presId="urn:microsoft.com/office/officeart/2005/8/layout/vList5"/>
    <dgm:cxn modelId="{7788635E-6D07-433D-963A-EB3919C119B1}" srcId="{9B2B852C-EAA3-47DA-A8FA-B03219776D86}" destId="{7A0E02F4-3F9C-4069-925A-EB6E3A3FA1FE}" srcOrd="1" destOrd="0" parTransId="{16581E5A-6559-4A62-ADB0-3D7817190D88}" sibTransId="{67C68DA8-3D32-4CC9-BF17-1F95B3AFB9A4}"/>
    <dgm:cxn modelId="{02E2B05E-C6B0-45E8-B85D-A5DAFC8E4B8C}" srcId="{ECAB65BA-2CCB-47FA-90F0-12502F7CD667}" destId="{C32467F7-3CE0-41DE-9C17-257A098FFAFC}" srcOrd="4" destOrd="0" parTransId="{11AF158F-FB67-423E-9A07-D8CCB8504FDD}" sibTransId="{2DA9250D-3D9F-4B39-B0F5-74DCDAED2A8B}"/>
    <dgm:cxn modelId="{29DB4060-509E-4160-8C51-6A07475B6A14}" srcId="{ECAB65BA-2CCB-47FA-90F0-12502F7CD667}" destId="{E255CFCF-58F1-4D1D-9D3C-4D9466A42ED1}" srcOrd="0" destOrd="0" parTransId="{D4567D44-B2D2-4B04-A7A1-6AF865C73C4A}" sibTransId="{A2D4B6A7-7220-4275-865D-CA29B37B1897}"/>
    <dgm:cxn modelId="{291BFA44-3C50-414A-B4CA-567F7A63A9CE}" type="presOf" srcId="{ECAB65BA-2CCB-47FA-90F0-12502F7CD667}" destId="{347B65B5-D951-4BD4-80BE-FAE3D7D0B395}" srcOrd="0" destOrd="0" presId="urn:microsoft.com/office/officeart/2005/8/layout/vList5"/>
    <dgm:cxn modelId="{AC5A9F4C-C3DD-40EE-8269-4F78D12EEE37}" type="presOf" srcId="{B5A5478C-0343-4268-BCA9-21C859FD435A}" destId="{26C00646-3EB8-4E4A-8296-CA3B860AC9B0}" srcOrd="0" destOrd="0" presId="urn:microsoft.com/office/officeart/2005/8/layout/vList5"/>
    <dgm:cxn modelId="{D1D5AB4C-0DD4-47FD-AE47-E9B3EA828357}" type="presOf" srcId="{6E3DD2CD-012E-43D2-8ACA-3379650B21B2}" destId="{DAD38A41-4AAE-4CB4-B14C-63338BF8F254}" srcOrd="0" destOrd="1" presId="urn:microsoft.com/office/officeart/2005/8/layout/vList5"/>
    <dgm:cxn modelId="{3AB3796F-2E92-424C-9A13-AF4195E2F1AB}" srcId="{7622099B-C41C-408D-A09C-4C036F524DB3}" destId="{80EAC0EE-C5AE-4933-B9AA-7AD7020D795C}" srcOrd="0" destOrd="0" parTransId="{8174DF67-FE7F-4795-B757-85B3370C1CE3}" sibTransId="{0289585A-78F3-49AA-B471-8E5D25B437A6}"/>
    <dgm:cxn modelId="{3A565F51-DC6D-451A-8026-AB57E2E596D9}" type="presOf" srcId="{503EAE3D-96D0-4506-927D-E29AFB79DDB1}" destId="{7FCCB0FB-B29E-4A63-AD5D-91FA8360F37E}" srcOrd="0" destOrd="2" presId="urn:microsoft.com/office/officeart/2005/8/layout/vList5"/>
    <dgm:cxn modelId="{5306C774-A550-4B49-AC95-62F282BFB68A}" type="presOf" srcId="{7A0E02F4-3F9C-4069-925A-EB6E3A3FA1FE}" destId="{7FCCB0FB-B29E-4A63-AD5D-91FA8360F37E}" srcOrd="0" destOrd="1" presId="urn:microsoft.com/office/officeart/2005/8/layout/vList5"/>
    <dgm:cxn modelId="{3333F455-B39D-4AED-821C-4E64F5435C82}" srcId="{80EAC0EE-C5AE-4933-B9AA-7AD7020D795C}" destId="{704B54DE-7AF4-4CB4-B608-23986912A49B}" srcOrd="0" destOrd="0" parTransId="{86898E17-3847-4306-AC7A-3CF060EF52D8}" sibTransId="{BB5425DB-06CD-4901-904A-F707F9EF7403}"/>
    <dgm:cxn modelId="{2FDB1A5A-B679-49CB-800D-8B57CE0222CD}" type="presOf" srcId="{176F5F4A-EC9C-4A9A-886D-E7B8DA9A977B}" destId="{55F269E7-8569-4A8D-93B1-BA701EEFCDFF}" srcOrd="0" destOrd="0" presId="urn:microsoft.com/office/officeart/2005/8/layout/vList5"/>
    <dgm:cxn modelId="{CBEB297C-89C9-42B3-981E-CABC46858287}" srcId="{ECAB65BA-2CCB-47FA-90F0-12502F7CD667}" destId="{B0600B66-B46F-40B6-8B17-B8524682865A}" srcOrd="1" destOrd="0" parTransId="{22ADC9B3-F73C-4C97-B245-1C25F345F061}" sibTransId="{DFFAB384-9D2D-4C6F-8231-975AEACB606A}"/>
    <dgm:cxn modelId="{1045AA96-17ED-4DD0-BD8D-9C971F9C32A1}" srcId="{9B2B852C-EAA3-47DA-A8FA-B03219776D86}" destId="{8FEAD5E4-97D6-4CFC-86B6-A26A7F729487}" srcOrd="0" destOrd="0" parTransId="{79A9F14D-A3ED-4594-8BCB-FA0AB1F22C96}" sibTransId="{3FAC9D0B-7ECA-4A8A-BCE0-B4F9BFCD4956}"/>
    <dgm:cxn modelId="{E81AA497-6888-4180-AE35-3749BCB5485A}" srcId="{176F5F4A-EC9C-4A9A-886D-E7B8DA9A977B}" destId="{F12D6B66-34DC-4337-B102-DB57C2339F09}" srcOrd="1" destOrd="0" parTransId="{40748F3D-EEE0-47AA-B0DE-427980EA5578}" sibTransId="{7793A5FF-AE58-45EF-8124-611C104F08B3}"/>
    <dgm:cxn modelId="{1AD028A0-23D5-4632-A23C-53F1F88DD16A}" type="presOf" srcId="{9B2B852C-EAA3-47DA-A8FA-B03219776D86}" destId="{931D566F-3CC3-4DF1-B1AF-B7DE9820E2D9}" srcOrd="0" destOrd="0" presId="urn:microsoft.com/office/officeart/2005/8/layout/vList5"/>
    <dgm:cxn modelId="{D18816A2-C861-4B11-ADAC-D7DD319C1BDA}" srcId="{ECAB65BA-2CCB-47FA-90F0-12502F7CD667}" destId="{C17AEEAA-6BF3-4E08-B01D-1AF2529D908A}" srcOrd="5" destOrd="0" parTransId="{76262691-2D34-4904-8849-FB15ABAE9BE6}" sibTransId="{5D2B15A5-D1C4-4698-B821-B67BBF8BC8F3}"/>
    <dgm:cxn modelId="{042E20AD-4D35-41C8-A7AA-E75C9DA3F1F5}" srcId="{176F5F4A-EC9C-4A9A-886D-E7B8DA9A977B}" destId="{B5A5478C-0343-4268-BCA9-21C859FD435A}" srcOrd="0" destOrd="0" parTransId="{93F7AD26-2974-4D96-B707-9534BC42BA9C}" sibTransId="{813128D8-D87A-4AA3-A069-80A4FC9CD7B4}"/>
    <dgm:cxn modelId="{CB6C10B6-1A65-433E-8634-E3ED426DEB18}" srcId="{7622099B-C41C-408D-A09C-4C036F524DB3}" destId="{9B2B852C-EAA3-47DA-A8FA-B03219776D86}" srcOrd="3" destOrd="0" parTransId="{3946658C-70C2-415C-B4E6-80B0DF88B1D8}" sibTransId="{A162B4E3-799D-41D8-91A4-BDB9FDF5E130}"/>
    <dgm:cxn modelId="{6CBFB2C1-B337-4CA4-A03E-876AD126CDBE}" type="presOf" srcId="{C32467F7-3CE0-41DE-9C17-257A098FFAFC}" destId="{528CCE5E-2722-4EFC-B855-9221185C70A7}" srcOrd="0" destOrd="4" presId="urn:microsoft.com/office/officeart/2005/8/layout/vList5"/>
    <dgm:cxn modelId="{0E762CC9-9155-4F9C-AA67-0ACBD93362FE}" srcId="{ECAB65BA-2CCB-47FA-90F0-12502F7CD667}" destId="{7EC0B3D7-4F99-4B43-900F-0EE1BB80704F}" srcOrd="3" destOrd="0" parTransId="{2ECE73DB-4FB7-45D3-ACF3-6AEC7D12A1DC}" sibTransId="{519BF972-AFD4-4E7B-9058-BB2DC2DFB29E}"/>
    <dgm:cxn modelId="{9B616DCD-1CC6-418A-B5BE-52E0F76D1F76}" type="presOf" srcId="{8FEAD5E4-97D6-4CFC-86B6-A26A7F729487}" destId="{7FCCB0FB-B29E-4A63-AD5D-91FA8360F37E}" srcOrd="0" destOrd="0" presId="urn:microsoft.com/office/officeart/2005/8/layout/vList5"/>
    <dgm:cxn modelId="{917A50E4-35C9-4AE2-801C-4F74CE4A00B8}" type="presOf" srcId="{7EC0B3D7-4F99-4B43-900F-0EE1BB80704F}" destId="{528CCE5E-2722-4EFC-B855-9221185C70A7}" srcOrd="0" destOrd="3" presId="urn:microsoft.com/office/officeart/2005/8/layout/vList5"/>
    <dgm:cxn modelId="{7E557EE5-11AD-4DAB-B47D-1CAED87697B7}" srcId="{ECAB65BA-2CCB-47FA-90F0-12502F7CD667}" destId="{E391617A-E7DD-4FDF-991D-6D6E54481043}" srcOrd="2" destOrd="0" parTransId="{811190BA-A7C5-40B1-8A62-0B54277ED2D9}" sibTransId="{EE31202E-F616-42EE-8D41-21C266B68DBD}"/>
    <dgm:cxn modelId="{C172C7F5-BA9C-4BB9-8259-F4B1498BFE88}" srcId="{7622099B-C41C-408D-A09C-4C036F524DB3}" destId="{ECAB65BA-2CCB-47FA-90F0-12502F7CD667}" srcOrd="1" destOrd="0" parTransId="{2912F7AE-6121-4AE1-8137-BCE86CA0E436}" sibTransId="{913F1ADE-97C3-454B-ACCF-AFAA92708741}"/>
    <dgm:cxn modelId="{48A6C106-CF49-4671-9F8D-FD7F758E5B95}" type="presParOf" srcId="{07638703-1C65-454E-AA9A-E84CCA6DD2B5}" destId="{B6902EAA-8BF8-45C4-B924-C9485753A1BF}" srcOrd="0" destOrd="0" presId="urn:microsoft.com/office/officeart/2005/8/layout/vList5"/>
    <dgm:cxn modelId="{AB394D52-0E47-488A-9555-58AC7D3BA8F9}" type="presParOf" srcId="{B6902EAA-8BF8-45C4-B924-C9485753A1BF}" destId="{48CB45E5-79AD-4179-ABE2-58D4594A1DDA}" srcOrd="0" destOrd="0" presId="urn:microsoft.com/office/officeart/2005/8/layout/vList5"/>
    <dgm:cxn modelId="{A6A7C57B-F85C-442A-AE4B-79F638982099}" type="presParOf" srcId="{B6902EAA-8BF8-45C4-B924-C9485753A1BF}" destId="{DAD38A41-4AAE-4CB4-B14C-63338BF8F254}" srcOrd="1" destOrd="0" presId="urn:microsoft.com/office/officeart/2005/8/layout/vList5"/>
    <dgm:cxn modelId="{3AF33D49-5B80-4F21-B842-E1F0C658B428}" type="presParOf" srcId="{07638703-1C65-454E-AA9A-E84CCA6DD2B5}" destId="{D0F9A51E-B36E-4472-819B-B68ABF31D508}" srcOrd="1" destOrd="0" presId="urn:microsoft.com/office/officeart/2005/8/layout/vList5"/>
    <dgm:cxn modelId="{8B1C82B8-2B03-4028-9F95-C765F4278760}" type="presParOf" srcId="{07638703-1C65-454E-AA9A-E84CCA6DD2B5}" destId="{39736F16-8CC0-4F23-BF01-E3FA2D1FD403}" srcOrd="2" destOrd="0" presId="urn:microsoft.com/office/officeart/2005/8/layout/vList5"/>
    <dgm:cxn modelId="{0D01E09F-E0AD-47B3-B60E-1C4F1ECD8CC6}" type="presParOf" srcId="{39736F16-8CC0-4F23-BF01-E3FA2D1FD403}" destId="{347B65B5-D951-4BD4-80BE-FAE3D7D0B395}" srcOrd="0" destOrd="0" presId="urn:microsoft.com/office/officeart/2005/8/layout/vList5"/>
    <dgm:cxn modelId="{3F5DAE26-95DF-493B-8D16-3AF55F2A5523}" type="presParOf" srcId="{39736F16-8CC0-4F23-BF01-E3FA2D1FD403}" destId="{528CCE5E-2722-4EFC-B855-9221185C70A7}" srcOrd="1" destOrd="0" presId="urn:microsoft.com/office/officeart/2005/8/layout/vList5"/>
    <dgm:cxn modelId="{A0116CB7-9029-4C5B-8254-F0120438F1AE}" type="presParOf" srcId="{07638703-1C65-454E-AA9A-E84CCA6DD2B5}" destId="{39D42361-6CF9-4A53-98C0-776AE63F6E71}" srcOrd="3" destOrd="0" presId="urn:microsoft.com/office/officeart/2005/8/layout/vList5"/>
    <dgm:cxn modelId="{F095993F-3DB8-469A-9718-6E0E47E45EE6}" type="presParOf" srcId="{07638703-1C65-454E-AA9A-E84CCA6DD2B5}" destId="{FBCCF180-16D7-4D58-AD76-01086097712C}" srcOrd="4" destOrd="0" presId="urn:microsoft.com/office/officeart/2005/8/layout/vList5"/>
    <dgm:cxn modelId="{3BCEE8BE-A86B-48B2-A8A1-715AE24268D6}" type="presParOf" srcId="{FBCCF180-16D7-4D58-AD76-01086097712C}" destId="{55F269E7-8569-4A8D-93B1-BA701EEFCDFF}" srcOrd="0" destOrd="0" presId="urn:microsoft.com/office/officeart/2005/8/layout/vList5"/>
    <dgm:cxn modelId="{01821AFB-F11C-4242-98DA-3BB91D7A7C77}" type="presParOf" srcId="{FBCCF180-16D7-4D58-AD76-01086097712C}" destId="{26C00646-3EB8-4E4A-8296-CA3B860AC9B0}" srcOrd="1" destOrd="0" presId="urn:microsoft.com/office/officeart/2005/8/layout/vList5"/>
    <dgm:cxn modelId="{5057C350-6052-4F91-8E58-7B749D8977E4}" type="presParOf" srcId="{07638703-1C65-454E-AA9A-E84CCA6DD2B5}" destId="{20881B26-DC82-403A-A286-6CE18E2CFC63}" srcOrd="5" destOrd="0" presId="urn:microsoft.com/office/officeart/2005/8/layout/vList5"/>
    <dgm:cxn modelId="{61333F6C-90CA-41F7-9C99-AF9EDDA2D98E}" type="presParOf" srcId="{07638703-1C65-454E-AA9A-E84CCA6DD2B5}" destId="{1BAEA31F-FB5C-42FB-B4FD-A535E0A8B879}" srcOrd="6" destOrd="0" presId="urn:microsoft.com/office/officeart/2005/8/layout/vList5"/>
    <dgm:cxn modelId="{BB9D1B14-01A1-4F65-87EB-E1848CF024C2}" type="presParOf" srcId="{1BAEA31F-FB5C-42FB-B4FD-A535E0A8B879}" destId="{931D566F-3CC3-4DF1-B1AF-B7DE9820E2D9}" srcOrd="0" destOrd="0" presId="urn:microsoft.com/office/officeart/2005/8/layout/vList5"/>
    <dgm:cxn modelId="{1CFAF0D7-0E0B-485E-A1E8-08D084B8F22F}" type="presParOf" srcId="{1BAEA31F-FB5C-42FB-B4FD-A535E0A8B879}" destId="{7FCCB0FB-B29E-4A63-AD5D-91FA8360F37E}" srcOrd="1" destOrd="0" presId="urn:microsoft.com/office/officeart/2005/8/layout/vList5"/>
  </dgm:cxnLst>
  <dgm:bg/>
  <dgm:whole>
    <a:ln>
      <a:solidFill>
        <a:schemeClr val="tx1"/>
      </a:solidFill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B29FA8-9630-4575-8343-B620FEB2808E}">
      <dsp:nvSpPr>
        <dsp:cNvPr id="0" name=""/>
        <dsp:cNvSpPr/>
      </dsp:nvSpPr>
      <dsp:spPr>
        <a:xfrm rot="5400000">
          <a:off x="3203098" y="-1511695"/>
          <a:ext cx="1121217" cy="4163272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AACT Database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CSV Clinical Trials.gov</a:t>
          </a:r>
          <a:endParaRPr lang="en-GB" sz="1500" kern="1200" dirty="0"/>
        </a:p>
      </dsp:txBody>
      <dsp:txXfrm rot="-5400000">
        <a:off x="1682071" y="64065"/>
        <a:ext cx="4108539" cy="1011751"/>
      </dsp:txXfrm>
    </dsp:sp>
    <dsp:sp modelId="{90CDA8DC-6CB2-49A7-A18C-F0D302BDC675}">
      <dsp:nvSpPr>
        <dsp:cNvPr id="0" name=""/>
        <dsp:cNvSpPr/>
      </dsp:nvSpPr>
      <dsp:spPr>
        <a:xfrm>
          <a:off x="837" y="2444"/>
          <a:ext cx="1681233" cy="1134991"/>
        </a:xfrm>
        <a:prstGeom prst="roundRect">
          <a:avLst/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Data Sources</a:t>
          </a:r>
          <a:endParaRPr lang="en-GB" sz="1800" kern="1200" dirty="0"/>
        </a:p>
      </dsp:txBody>
      <dsp:txXfrm>
        <a:off x="56243" y="57850"/>
        <a:ext cx="1570421" cy="1024179"/>
      </dsp:txXfrm>
    </dsp:sp>
    <dsp:sp modelId="{EFC1B403-9E6E-4411-9B69-79A1584C7937}">
      <dsp:nvSpPr>
        <dsp:cNvPr id="0" name=""/>
        <dsp:cNvSpPr/>
      </dsp:nvSpPr>
      <dsp:spPr>
        <a:xfrm rot="5400000">
          <a:off x="3203098" y="-319954"/>
          <a:ext cx="1121217" cy="4163272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500" kern="1200" dirty="0"/>
            <a:t>Missing values : </a:t>
          </a:r>
          <a:r>
            <a:rPr lang="en-US" sz="1500" kern="1200" dirty="0"/>
            <a:t>CSV+AACT, Regular Expression Text Mining, Drop rows, Merge levels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500" kern="1200" dirty="0"/>
            <a:t>New Features/Formats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Df1, df2, df3, df4 ~ Phase</a:t>
          </a:r>
          <a:endParaRPr lang="en-GB" sz="1500" kern="1200" dirty="0"/>
        </a:p>
      </dsp:txBody>
      <dsp:txXfrm rot="-5400000">
        <a:off x="1682071" y="1255806"/>
        <a:ext cx="4108539" cy="1011751"/>
      </dsp:txXfrm>
    </dsp:sp>
    <dsp:sp modelId="{20EFAA17-3592-4F78-AEAE-2CD118F957A5}">
      <dsp:nvSpPr>
        <dsp:cNvPr id="0" name=""/>
        <dsp:cNvSpPr/>
      </dsp:nvSpPr>
      <dsp:spPr>
        <a:xfrm>
          <a:off x="837" y="1194185"/>
          <a:ext cx="1681233" cy="1134991"/>
        </a:xfrm>
        <a:prstGeom prst="roundRect">
          <a:avLst/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Data Engineering</a:t>
          </a:r>
        </a:p>
      </dsp:txBody>
      <dsp:txXfrm>
        <a:off x="56243" y="1249591"/>
        <a:ext cx="1570421" cy="1024179"/>
      </dsp:txXfrm>
    </dsp:sp>
    <dsp:sp modelId="{4E062ED7-C8B7-4731-A7F1-BE128EC98711}">
      <dsp:nvSpPr>
        <dsp:cNvPr id="0" name=""/>
        <dsp:cNvSpPr/>
      </dsp:nvSpPr>
      <dsp:spPr>
        <a:xfrm rot="5400000">
          <a:off x="3203098" y="871786"/>
          <a:ext cx="1121217" cy="4163272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Distribution Plots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Univariable Analysis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Chi-square test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Mann-Whitney test</a:t>
          </a:r>
          <a:endParaRPr lang="en-GB" sz="1500" kern="1200" dirty="0"/>
        </a:p>
      </dsp:txBody>
      <dsp:txXfrm rot="-5400000">
        <a:off x="1682071" y="2447547"/>
        <a:ext cx="4108539" cy="1011751"/>
      </dsp:txXfrm>
    </dsp:sp>
    <dsp:sp modelId="{9E95D006-3A52-4C9F-915C-CE452CD5CD7D}">
      <dsp:nvSpPr>
        <dsp:cNvPr id="0" name=""/>
        <dsp:cNvSpPr/>
      </dsp:nvSpPr>
      <dsp:spPr>
        <a:xfrm>
          <a:off x="837" y="2385926"/>
          <a:ext cx="1681233" cy="1134991"/>
        </a:xfrm>
        <a:prstGeom prst="roundRect">
          <a:avLst/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Exploratory (Full Data)</a:t>
          </a:r>
        </a:p>
      </dsp:txBody>
      <dsp:txXfrm>
        <a:off x="56243" y="2441332"/>
        <a:ext cx="1570421" cy="1024179"/>
      </dsp:txXfrm>
    </dsp:sp>
    <dsp:sp modelId="{9D1954CA-5BA2-49E4-87A1-83C343A4B6BA}">
      <dsp:nvSpPr>
        <dsp:cNvPr id="0" name=""/>
        <dsp:cNvSpPr/>
      </dsp:nvSpPr>
      <dsp:spPr>
        <a:xfrm rot="5400000">
          <a:off x="3194842" y="2069146"/>
          <a:ext cx="1142809" cy="4159852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500" kern="1200" dirty="0"/>
            <a:t>Sparsity Risk : Merge levels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500" kern="1200" dirty="0"/>
            <a:t>Collinearity : Spearman, Cramer-V, 1-way-Anova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500" kern="1200" dirty="0"/>
            <a:t>Feature Selection : AIC, Distribution</a:t>
          </a:r>
        </a:p>
      </dsp:txBody>
      <dsp:txXfrm rot="-5400000">
        <a:off x="1686321" y="3633455"/>
        <a:ext cx="4104065" cy="1031235"/>
      </dsp:txXfrm>
    </dsp:sp>
    <dsp:sp modelId="{DFA0F332-E585-46AF-8CB0-CDB6BE502710}">
      <dsp:nvSpPr>
        <dsp:cNvPr id="0" name=""/>
        <dsp:cNvSpPr/>
      </dsp:nvSpPr>
      <dsp:spPr>
        <a:xfrm>
          <a:off x="837" y="3581576"/>
          <a:ext cx="1682499" cy="1134991"/>
        </a:xfrm>
        <a:prstGeom prst="roundRect">
          <a:avLst/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Exploratory Analysis (Train Set)</a:t>
          </a:r>
        </a:p>
      </dsp:txBody>
      <dsp:txXfrm>
        <a:off x="56243" y="3636982"/>
        <a:ext cx="1571687" cy="1024179"/>
      </dsp:txXfrm>
    </dsp:sp>
    <dsp:sp modelId="{C2107B7D-2E0C-42A7-A227-A8866946BA39}">
      <dsp:nvSpPr>
        <dsp:cNvPr id="0" name=""/>
        <dsp:cNvSpPr/>
      </dsp:nvSpPr>
      <dsp:spPr>
        <a:xfrm rot="5400000">
          <a:off x="3203098" y="3263086"/>
          <a:ext cx="1121217" cy="4163272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Dummies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Binarize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Interaction Terms</a:t>
          </a:r>
          <a:endParaRPr lang="en-GB" sz="1500" kern="1200" dirty="0"/>
        </a:p>
      </dsp:txBody>
      <dsp:txXfrm rot="-5400000">
        <a:off x="1682071" y="4838847"/>
        <a:ext cx="4108539" cy="1011751"/>
      </dsp:txXfrm>
    </dsp:sp>
    <dsp:sp modelId="{85F8A152-E030-4643-9E63-6A1E14622364}">
      <dsp:nvSpPr>
        <dsp:cNvPr id="0" name=""/>
        <dsp:cNvSpPr/>
      </dsp:nvSpPr>
      <dsp:spPr>
        <a:xfrm>
          <a:off x="837" y="4777226"/>
          <a:ext cx="1681233" cy="1134991"/>
        </a:xfrm>
        <a:prstGeom prst="roundRect">
          <a:avLst/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One-Hot-Encoding</a:t>
          </a:r>
          <a:endParaRPr lang="en-GB" sz="1800" kern="1200" dirty="0"/>
        </a:p>
      </dsp:txBody>
      <dsp:txXfrm>
        <a:off x="56243" y="4832632"/>
        <a:ext cx="1570421" cy="10241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D38A41-4AAE-4CB4-B14C-63338BF8F254}">
      <dsp:nvSpPr>
        <dsp:cNvPr id="0" name=""/>
        <dsp:cNvSpPr/>
      </dsp:nvSpPr>
      <dsp:spPr>
        <a:xfrm rot="5400000">
          <a:off x="3254515" y="-1149956"/>
          <a:ext cx="1431961" cy="373425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Train-Test Split (20:80 ratio)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Random Under Sample : Class Imbalance</a:t>
          </a:r>
          <a:endParaRPr lang="en-GB" sz="1500" kern="1200" dirty="0"/>
        </a:p>
      </dsp:txBody>
      <dsp:txXfrm rot="-5400000">
        <a:off x="2103371" y="71091"/>
        <a:ext cx="3664348" cy="1292155"/>
      </dsp:txXfrm>
    </dsp:sp>
    <dsp:sp modelId="{48CB45E5-79AD-4179-ABE2-58D4594A1DDA}">
      <dsp:nvSpPr>
        <dsp:cNvPr id="0" name=""/>
        <dsp:cNvSpPr/>
      </dsp:nvSpPr>
      <dsp:spPr>
        <a:xfrm>
          <a:off x="2854" y="29820"/>
          <a:ext cx="2100516" cy="1374697"/>
        </a:xfrm>
        <a:prstGeom prst="roundRect">
          <a:avLst/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Dataset Split</a:t>
          </a:r>
          <a:endParaRPr lang="en-GB" sz="1600" kern="1200"/>
        </a:p>
      </dsp:txBody>
      <dsp:txXfrm>
        <a:off x="69961" y="96927"/>
        <a:ext cx="1966302" cy="1240483"/>
      </dsp:txXfrm>
    </dsp:sp>
    <dsp:sp modelId="{528CCE5E-2722-4EFC-B855-9221185C70A7}">
      <dsp:nvSpPr>
        <dsp:cNvPr id="0" name=""/>
        <dsp:cNvSpPr/>
      </dsp:nvSpPr>
      <dsp:spPr>
        <a:xfrm rot="5400000">
          <a:off x="3265397" y="339857"/>
          <a:ext cx="1410197" cy="373425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kern="1200" dirty="0"/>
            <a:t>Classic Models</a:t>
          </a:r>
          <a:endParaRPr lang="en-GB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Logistic, Elastic Net, LDA, QDA </a:t>
          </a:r>
          <a:endParaRPr lang="en-GB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kern="1200" dirty="0"/>
            <a:t>ML models</a:t>
          </a:r>
          <a:endParaRPr lang="en-GB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kern="1200" dirty="0"/>
            <a:t>KNN. SVC</a:t>
          </a:r>
          <a:endParaRPr lang="en-GB" sz="1200" b="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200" b="0" kern="1200" dirty="0"/>
            <a:t>Pruned tree, Random Forest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200" b="0" kern="1200" dirty="0"/>
            <a:t>Grad.Boosting, XGBoost, LightBoost</a:t>
          </a:r>
        </a:p>
      </dsp:txBody>
      <dsp:txXfrm rot="-5400000">
        <a:off x="2103370" y="1570724"/>
        <a:ext cx="3665411" cy="1272517"/>
      </dsp:txXfrm>
    </dsp:sp>
    <dsp:sp modelId="{347B65B5-D951-4BD4-80BE-FAE3D7D0B395}">
      <dsp:nvSpPr>
        <dsp:cNvPr id="0" name=""/>
        <dsp:cNvSpPr/>
      </dsp:nvSpPr>
      <dsp:spPr>
        <a:xfrm>
          <a:off x="2854" y="1519634"/>
          <a:ext cx="2100516" cy="1374697"/>
        </a:xfrm>
        <a:prstGeom prst="roundRect">
          <a:avLst/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Models</a:t>
          </a:r>
          <a:endParaRPr lang="en-GB" sz="1600" kern="1200"/>
        </a:p>
      </dsp:txBody>
      <dsp:txXfrm>
        <a:off x="69961" y="1586741"/>
        <a:ext cx="1966302" cy="1240483"/>
      </dsp:txXfrm>
    </dsp:sp>
    <dsp:sp modelId="{26C00646-3EB8-4E4A-8296-CA3B860AC9B0}">
      <dsp:nvSpPr>
        <dsp:cNvPr id="0" name=""/>
        <dsp:cNvSpPr/>
      </dsp:nvSpPr>
      <dsp:spPr>
        <a:xfrm rot="5400000">
          <a:off x="3254515" y="1829672"/>
          <a:ext cx="1431961" cy="373425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GridSearchCV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K-Fold CV</a:t>
          </a:r>
          <a:endParaRPr lang="en-GB" sz="1500" kern="1200" dirty="0"/>
        </a:p>
      </dsp:txBody>
      <dsp:txXfrm rot="-5400000">
        <a:off x="2103371" y="3050720"/>
        <a:ext cx="3664348" cy="1292155"/>
      </dsp:txXfrm>
    </dsp:sp>
    <dsp:sp modelId="{55F269E7-8569-4A8D-93B1-BA701EEFCDFF}">
      <dsp:nvSpPr>
        <dsp:cNvPr id="0" name=""/>
        <dsp:cNvSpPr/>
      </dsp:nvSpPr>
      <dsp:spPr>
        <a:xfrm>
          <a:off x="2854" y="3009449"/>
          <a:ext cx="2100516" cy="1374697"/>
        </a:xfrm>
        <a:prstGeom prst="roundRect">
          <a:avLst/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/>
            <a:t>HPO </a:t>
          </a:r>
          <a:endParaRPr lang="en-GB" sz="1600" kern="1200"/>
        </a:p>
      </dsp:txBody>
      <dsp:txXfrm>
        <a:off x="69961" y="3076556"/>
        <a:ext cx="1966302" cy="1240483"/>
      </dsp:txXfrm>
    </dsp:sp>
    <dsp:sp modelId="{7FCCB0FB-B29E-4A63-AD5D-91FA8360F37E}">
      <dsp:nvSpPr>
        <dsp:cNvPr id="0" name=""/>
        <dsp:cNvSpPr/>
      </dsp:nvSpPr>
      <dsp:spPr>
        <a:xfrm rot="5400000">
          <a:off x="3258394" y="3328543"/>
          <a:ext cx="1431961" cy="373790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Confusion Matrix, Accuracy report, BA, MCC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ROC/PR Curves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SHAP plots </a:t>
          </a:r>
          <a:endParaRPr lang="en-GB" sz="1500" kern="1200" dirty="0"/>
        </a:p>
      </dsp:txBody>
      <dsp:txXfrm rot="-5400000">
        <a:off x="2105425" y="4551416"/>
        <a:ext cx="3667998" cy="1292155"/>
      </dsp:txXfrm>
    </dsp:sp>
    <dsp:sp modelId="{931D566F-3CC3-4DF1-B1AF-B7DE9820E2D9}">
      <dsp:nvSpPr>
        <dsp:cNvPr id="0" name=""/>
        <dsp:cNvSpPr/>
      </dsp:nvSpPr>
      <dsp:spPr>
        <a:xfrm>
          <a:off x="2854" y="4510145"/>
          <a:ext cx="2102569" cy="1374697"/>
        </a:xfrm>
        <a:prstGeom prst="roundRect">
          <a:avLst/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Test Set Model Evaluation</a:t>
          </a:r>
          <a:r>
            <a:rPr lang="en-US" sz="1600" kern="1200" dirty="0"/>
            <a:t>/Interpret</a:t>
          </a:r>
          <a:endParaRPr lang="en-GB" sz="1600" kern="1200" dirty="0"/>
        </a:p>
      </dsp:txBody>
      <dsp:txXfrm>
        <a:off x="69961" y="4577252"/>
        <a:ext cx="1968355" cy="12404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B614-F444-B3F3-F32E-2A478A678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18C0-6175-C812-0DFD-31FDF0AA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66ED-B4F4-80C3-8D4B-473B4FFB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02390-0D08-58D6-55C9-404381F8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571CE-6EEF-B2E6-4121-A0139618F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10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122D-5E2B-8B35-F945-66C4DA19E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358-C726-E940-EDB4-A5CD55DB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21B4C-B804-BEC6-26C1-ADA9E1F8C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8FB1E-A084-7CD3-C2C0-50F94867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1793-4CF1-E02E-6536-73ADE71F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23EE-2E11-ED79-9853-556244468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94EAD-7327-01DF-27E5-320190B44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F3A94-B4CC-A1B8-5086-4CD1D4E63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28B72-D8E5-2556-C13D-2B7140B9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17CF4-AE90-1F37-1610-D03CC7D3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917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AC55-7487-2FC7-057C-D78A0EA7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D2C3B-EF53-0414-A77A-2A5503C56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3D297-4CCC-A9B6-D477-ECC33A6A6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C58F4-895F-C8A1-AD55-0504D36D6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19/10/2025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03BCE-6D03-40E0-9A8E-6A9501BA4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6B11E-4820-D64F-4DFB-8192A1EA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10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E267-1144-47E8-3454-EAE439C8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F4B0D-DA84-3F28-62F9-9F9678404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813A36-B2ED-8498-CB3C-7B7E5A9A5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D8C2ED-0351-A287-D7CE-E568917A0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CBF7A-0E2D-955B-7945-CF96522E8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43737-4B0C-EF57-F1CA-75992A1F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19/10/2025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65907B-6EB3-E4A9-0C66-145E4A2DD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C3F393-61A7-E4FC-3537-F154DAFB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3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5BFF-1104-8AA0-DFEE-4F7811318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E79BDD-C680-ECA7-514D-5E44B6BA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19/10/2025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E8E19-DDE6-4AAD-D4AD-E9FF5E0CA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167BD-DF29-EF22-2D39-4C20BEC3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16FFF4-C7A0-3FF9-2387-00BCD595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19/10/2025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0B627-F62D-A768-E735-F477851DD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B9FFB-463B-443C-B80A-B04F728D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590C8-E4B6-AA03-EF69-D2BF7DE23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90C73-1E78-C3F1-A31F-65A724C2E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1C7614-A4BF-27B8-7B63-7E05D9DC5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2C6C84-97E4-0891-36C3-55AC84CD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19/10/2025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DF8E2-AD9C-D401-E734-4789EEC8C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AAD2D-3B8A-0CF2-77BE-4CFF64E3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622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1718-191D-0D47-5C00-263DB50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6BE07-7622-4F11-79E1-31A38EC79D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3E6B0-BBC2-3292-3E6B-2C9EC8926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5A9A0-64AD-C709-0CD0-425934988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19/10/2025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5F1BE-8190-BFDE-E740-7BA06745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7E982-7CA4-AAEC-92EE-A581A5A7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49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78BD-F4F2-0E60-E867-91CF261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FBB1F-4DA7-3123-8B3A-C3E44A0E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D18FB-DF30-E35F-214E-EFA73490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9E0F8-DE52-C8E8-D37E-79AEFB0D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378E-CD4E-1CB2-3A83-C622CEDF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75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D6C7E-E512-49E8-CE04-ABDA4EDCEF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5BEDA-B506-3D6F-7855-475233A62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A1F0-9EDF-5745-8F1D-EBF4C386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D5A9-1F5D-1EA7-055F-FB4307A5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C076A-36FE-B9F4-CC0E-44BF6B93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4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20488-78DA-54C6-DAC7-02C6386B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B090E-9367-0186-822A-4B41465E9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DCAF0-42EC-D335-0130-34769BB45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19/10/2025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529F0-DED6-AA50-844B-8C2E46699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BA7C-20E3-1A5A-BA33-B914C498E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07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</p:spPr>
        <p:txBody>
          <a:bodyPr>
            <a:normAutofit fontScale="90000"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br>
              <a:rPr lang="en-GB" dirty="0"/>
            </a:br>
            <a:endParaRPr lang="en-GB" dirty="0"/>
          </a:p>
        </p:txBody>
      </p:sp>
      <p:pic>
        <p:nvPicPr>
          <p:cNvPr id="3" name="Picture 2" descr="A close up of a sign&#10;&#10;AI-generated content may be incorrect.">
            <a:extLst>
              <a:ext uri="{FF2B5EF4-FFF2-40B4-BE49-F238E27FC236}">
                <a16:creationId xmlns:a16="http://schemas.microsoft.com/office/drawing/2014/main" id="{57CAA8E1-B682-7871-AB00-72A2D1931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469" y="1090914"/>
            <a:ext cx="5661061" cy="1721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067782"/>
            <a:ext cx="10515600" cy="1002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2000" dirty="0"/>
              <a:t>Φοιτητής/τρια: Ανδρέου Ευγενία</a:t>
            </a:r>
          </a:p>
          <a:p>
            <a:pPr algn="ctr"/>
            <a:r>
              <a:rPr lang="el-GR" sz="2000" dirty="0"/>
              <a:t>Επιβλέπων Καθηγητής: Δεναξάς Σπυρίδων</a:t>
            </a:r>
            <a:endParaRPr lang="en-GB" sz="2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838200" y="1562581"/>
            <a:ext cx="10515600" cy="33682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500" u="sng" dirty="0"/>
              <a:t>Diploma Thesis</a:t>
            </a:r>
          </a:p>
          <a:p>
            <a:pPr algn="ctr"/>
            <a:endParaRPr lang="en-US" sz="2500" u="sng" dirty="0"/>
          </a:p>
          <a:p>
            <a:pPr algn="ctr"/>
            <a:r>
              <a:rPr lang="en-GB" sz="2500" b="1" dirty="0"/>
              <a:t>Predicting early termination of clinical trials with machine learning vs. classical regression models, based on analysis of their design characteristics</a:t>
            </a:r>
          </a:p>
        </p:txBody>
      </p:sp>
      <p:pic>
        <p:nvPicPr>
          <p:cNvPr id="5" name="Picture 4" descr="A close up of a sign&#10;&#10;AI-generated content may be incorrect.">
            <a:extLst>
              <a:ext uri="{FF2B5EF4-FFF2-40B4-BE49-F238E27FC236}">
                <a16:creationId xmlns:a16="http://schemas.microsoft.com/office/drawing/2014/main" id="{640D1803-8150-CAD8-031A-2FBAFFCD8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67328"/>
            <a:ext cx="313182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71AF-4846-67D2-CC20-E35F25A4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47250"/>
          </a:xfrm>
        </p:spPr>
        <p:txBody>
          <a:bodyPr/>
          <a:lstStyle/>
          <a:p>
            <a:pPr algn="ctr"/>
            <a:r>
              <a:rPr lang="en-GB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0162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222F026-5A5E-1709-C1FE-1CF7F1927D19}"/>
              </a:ext>
            </a:extLst>
          </p:cNvPr>
          <p:cNvSpPr txBox="1">
            <a:spLocks/>
          </p:cNvSpPr>
          <p:nvPr/>
        </p:nvSpPr>
        <p:spPr>
          <a:xfrm>
            <a:off x="1527857" y="1203767"/>
            <a:ext cx="8634715" cy="486005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500" dirty="0"/>
              <a:t>Systematic research studies conducted on </a:t>
            </a:r>
            <a:r>
              <a:rPr lang="en-GB" sz="2500" u="sng" dirty="0"/>
              <a:t>human participants</a:t>
            </a:r>
            <a:r>
              <a:rPr lang="en-GB" sz="2500" dirty="0"/>
              <a:t> under controlled interventional conditions, aiming to evaluate the safety, efficacy, and effectiveness of medical interventions.</a:t>
            </a:r>
          </a:p>
          <a:p>
            <a:pPr algn="ctr"/>
            <a:endParaRPr lang="en-US" sz="2500" u="sng" dirty="0"/>
          </a:p>
          <a:p>
            <a:pPr algn="ctr"/>
            <a:endParaRPr lang="el-GR" sz="2500" u="sng" dirty="0"/>
          </a:p>
          <a:p>
            <a:pPr marL="347663" indent="-347663">
              <a:buFont typeface="Arial" panose="020B0604020202020204" pitchFamily="34" charset="0"/>
              <a:buChar char="•"/>
            </a:pPr>
            <a:r>
              <a:rPr lang="en-US" sz="2500" b="1" dirty="0"/>
              <a:t>Randomized</a:t>
            </a:r>
            <a:r>
              <a:rPr lang="el-GR" sz="2500" b="1" dirty="0"/>
              <a:t> (RCT)</a:t>
            </a:r>
            <a:r>
              <a:rPr lang="el-GR" sz="2500" dirty="0"/>
              <a:t> </a:t>
            </a:r>
            <a:br>
              <a:rPr lang="en-US" sz="2500" dirty="0"/>
            </a:br>
            <a:r>
              <a:rPr lang="en-US" sz="2500" dirty="0"/>
              <a:t>Randomly assigned participants</a:t>
            </a:r>
            <a:br>
              <a:rPr lang="en-US" sz="2500" dirty="0"/>
            </a:br>
            <a:endParaRPr lang="el-GR" sz="2500" dirty="0"/>
          </a:p>
          <a:p>
            <a:pPr marL="347663" indent="-347663">
              <a:buFont typeface="Arial" panose="020B0604020202020204" pitchFamily="34" charset="0"/>
              <a:buChar char="•"/>
            </a:pPr>
            <a:r>
              <a:rPr lang="en-US" sz="2500" b="1" dirty="0"/>
              <a:t>Non-Randomized</a:t>
            </a:r>
            <a:endParaRPr lang="el-GR" sz="2500" b="1" dirty="0"/>
          </a:p>
          <a:p>
            <a:pPr marL="347663" indent="-347663">
              <a:buFont typeface="Arial" panose="020B0604020202020204" pitchFamily="34" charset="0"/>
              <a:buChar char="•"/>
            </a:pPr>
            <a:endParaRPr lang="el-GR" sz="2500" b="1" dirty="0"/>
          </a:p>
          <a:p>
            <a:pPr algn="ctr"/>
            <a:r>
              <a:rPr lang="en-US" sz="2500" dirty="0"/>
              <a:t>In current study both types have been analyzed</a:t>
            </a:r>
            <a:endParaRPr lang="el-GR" sz="2500" b="1" dirty="0"/>
          </a:p>
          <a:p>
            <a:pPr marL="347663" indent="-347663">
              <a:buFont typeface="Arial" panose="020B0604020202020204" pitchFamily="34" charset="0"/>
              <a:buChar char="•"/>
            </a:pPr>
            <a:endParaRPr lang="el-GR" sz="20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8943A5-0C0E-B40C-BF7E-B0721302C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61" y="394063"/>
            <a:ext cx="11623875" cy="589786"/>
          </a:xfrm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Clinical Trials (CT)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660911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71E4C9-769D-7B7A-AAF4-AA60C90D5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5896"/>
            <a:ext cx="9144000" cy="477837"/>
          </a:xfrm>
        </p:spPr>
        <p:txBody>
          <a:bodyPr>
            <a:noAutofit/>
          </a:bodyPr>
          <a:lstStyle/>
          <a:p>
            <a:r>
              <a:rPr lang="en-US" sz="3000" b="1" dirty="0"/>
              <a:t>Phases</a:t>
            </a:r>
            <a:endParaRPr lang="en-GB" sz="3000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1D5DE3-2913-0700-B818-661824D30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53" y="925975"/>
            <a:ext cx="5496046" cy="525490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algn="l"/>
            <a:r>
              <a:rPr lang="en-US" sz="1800" b="1" dirty="0"/>
              <a:t>Phase 1:  ‘</a:t>
            </a:r>
            <a:r>
              <a:rPr lang="en-GB" sz="1800" b="1" dirty="0"/>
              <a:t>Dose-Escalation’| Human Pharmacology’</a:t>
            </a:r>
            <a:endParaRPr lang="en-US" sz="1800" b="1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/>
              <a:t>Escalating doses ~ Adverse Events (e.g., MTD)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sz="1800" dirty="0"/>
          </a:p>
          <a:p>
            <a:pPr algn="l"/>
            <a:r>
              <a:rPr lang="en-GB" sz="1800" b="1" dirty="0"/>
              <a:t>Phase 2:  ‘Therapeutic Exploratory’</a:t>
            </a:r>
            <a:endParaRPr lang="en-US" sz="1800" b="1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/>
              <a:t>Safety, Pharmaco-dynamics-kinetics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/>
              <a:t>Early</a:t>
            </a:r>
            <a:r>
              <a:rPr lang="el-GR" sz="1800" dirty="0"/>
              <a:t> </a:t>
            </a:r>
            <a:r>
              <a:rPr lang="en-US" sz="1800" dirty="0"/>
              <a:t>efficacy data</a:t>
            </a:r>
            <a:r>
              <a:rPr lang="el-GR" sz="1800" dirty="0"/>
              <a:t> </a:t>
            </a:r>
            <a:r>
              <a:rPr lang="el-GR" sz="1800" dirty="0">
                <a:sym typeface="Wingdings" panose="05000000000000000000" pitchFamily="2" charset="2"/>
              </a:rPr>
              <a:t></a:t>
            </a:r>
            <a:r>
              <a:rPr lang="el-GR" sz="1800" dirty="0"/>
              <a:t> </a:t>
            </a:r>
            <a:r>
              <a:rPr lang="en-GB" sz="1800" dirty="0"/>
              <a:t>Transitional for phase 3 initiation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DB2BA2-C66A-5EC1-F184-C2C46DC0A30F}"/>
              </a:ext>
            </a:extLst>
          </p:cNvPr>
          <p:cNvSpPr txBox="1">
            <a:spLocks/>
          </p:cNvSpPr>
          <p:nvPr/>
        </p:nvSpPr>
        <p:spPr>
          <a:xfrm>
            <a:off x="6096000" y="925976"/>
            <a:ext cx="5496047" cy="525490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sz="1800" dirty="0"/>
          </a:p>
          <a:p>
            <a:pPr algn="l"/>
            <a:r>
              <a:rPr lang="en-GB" sz="1800" b="1" dirty="0"/>
              <a:t>Phase 3:</a:t>
            </a:r>
            <a:r>
              <a:rPr lang="el-GR" sz="1800" b="1" dirty="0"/>
              <a:t> </a:t>
            </a:r>
            <a:r>
              <a:rPr lang="en-GB" sz="1800" b="1" dirty="0"/>
              <a:t>‘Therapeutic Confirmatory | Comparative Efficacy’</a:t>
            </a:r>
            <a:endParaRPr lang="en-US" sz="1800" b="1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/>
              <a:t>Greater number of participants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/>
              <a:t>Treatments vs placebo/standard/active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/>
              <a:t>Adverse Events : Most frequent</a:t>
            </a:r>
            <a:endParaRPr lang="en-GB" sz="18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GB" sz="1800" dirty="0"/>
              <a:t>Study Design important</a:t>
            </a:r>
            <a:endParaRPr lang="en-US" sz="18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US" sz="1800" dirty="0"/>
          </a:p>
          <a:p>
            <a:pPr algn="l"/>
            <a:r>
              <a:rPr lang="en-US" sz="1800" b="1" dirty="0"/>
              <a:t>Phase 4: ‘Therapeutic Use | Post-Marketing’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/>
              <a:t>After drug approval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/>
              <a:t>Adverse Events: Rarer 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/>
              <a:t>Differences in dose-efficiency in population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/>
              <a:t>Cost Estimation</a:t>
            </a:r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872456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838200" y="931762"/>
            <a:ext cx="10515600" cy="21875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500" dirty="0"/>
              <a:t>Digital medical records. Complex datasets including large number of entries of any data types (images, text, ICD-10 codes, etc.).</a:t>
            </a:r>
            <a:br>
              <a:rPr lang="en-GB" sz="2500" dirty="0"/>
            </a:br>
            <a:r>
              <a:rPr lang="en-GB" sz="2500" dirty="0"/>
              <a:t>Valuable information but also more challenging for analysis with traditional statistical models.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838200" y="3275561"/>
            <a:ext cx="10515600" cy="309551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500" b="1" dirty="0"/>
              <a:t>Public Registries</a:t>
            </a:r>
            <a:r>
              <a:rPr lang="el-GR" sz="2500" b="1" dirty="0"/>
              <a:t> </a:t>
            </a:r>
            <a:r>
              <a:rPr lang="en-US" sz="2500" b="1" dirty="0"/>
              <a:t>as EHR</a:t>
            </a:r>
          </a:p>
          <a:p>
            <a:pPr algn="ctr"/>
            <a:br>
              <a:rPr lang="el-GR" sz="2500" b="1" u="sng" dirty="0"/>
            </a:br>
            <a:r>
              <a:rPr lang="en-GB" sz="2500" dirty="0"/>
              <a:t>In 2005, the International Committee of Medical Journal Editors (ICMJE) </a:t>
            </a:r>
            <a:r>
              <a:rPr lang="en-GB" sz="2500" dirty="0">
                <a:sym typeface="Wingdings" panose="05000000000000000000" pitchFamily="2" charset="2"/>
              </a:rPr>
              <a:t></a:t>
            </a:r>
            <a:r>
              <a:rPr lang="en-GB" sz="2500" dirty="0"/>
              <a:t> </a:t>
            </a:r>
          </a:p>
          <a:p>
            <a:pPr algn="ctr"/>
            <a:r>
              <a:rPr lang="en-GB" sz="2500" dirty="0"/>
              <a:t>CTs should be posted in Public Registries </a:t>
            </a:r>
            <a:r>
              <a:rPr lang="en-GB" sz="2500" dirty="0">
                <a:sym typeface="Wingdings" panose="05000000000000000000" pitchFamily="2" charset="2"/>
              </a:rPr>
              <a:t> </a:t>
            </a:r>
          </a:p>
          <a:p>
            <a:pPr algn="ctr"/>
            <a:r>
              <a:rPr lang="en-GB" sz="2500" dirty="0">
                <a:sym typeface="Wingdings" panose="05000000000000000000" pitchFamily="2" charset="2"/>
              </a:rPr>
              <a:t>A</a:t>
            </a:r>
            <a:r>
              <a:rPr lang="en-GB" sz="2500" dirty="0"/>
              <a:t>ccurate documentation of their design </a:t>
            </a:r>
          </a:p>
          <a:p>
            <a:pPr algn="ctr"/>
            <a:endParaRPr lang="en-GB" sz="2500" dirty="0"/>
          </a:p>
          <a:p>
            <a:pPr algn="ctr"/>
            <a:r>
              <a:rPr lang="en-GB" sz="2500" u="sng" dirty="0">
                <a:hlinkClick r:id="rId2"/>
              </a:rPr>
              <a:t>ClinicalTrials.gov</a:t>
            </a:r>
            <a:r>
              <a:rPr lang="en-GB" sz="2500" dirty="0"/>
              <a:t> registry is a type of EHR data regarding CTs’ information. </a:t>
            </a:r>
          </a:p>
          <a:p>
            <a:pPr algn="ctr"/>
            <a:r>
              <a:rPr lang="en-GB" sz="2500" dirty="0"/>
              <a:t>It was used as data source in current study.</a:t>
            </a:r>
            <a:endParaRPr lang="en-US" sz="25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081B3-55DA-8B56-A28C-A5E0E86DD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174" y="266741"/>
            <a:ext cx="11276636" cy="508763"/>
          </a:xfrm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Electronic Health Records </a:t>
            </a:r>
            <a:r>
              <a:rPr lang="el-GR" sz="3000" b="1" dirty="0"/>
              <a:t>– </a:t>
            </a:r>
            <a:r>
              <a:rPr lang="en-US" sz="3000" b="1" dirty="0"/>
              <a:t>EHR</a:t>
            </a:r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C3FE-4952-8B04-EE9E-11D16A30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068"/>
            <a:ext cx="10515600" cy="625034"/>
          </a:xfrm>
        </p:spPr>
        <p:txBody>
          <a:bodyPr>
            <a:noAutofit/>
          </a:bodyPr>
          <a:lstStyle/>
          <a:p>
            <a:pPr algn="ctr"/>
            <a:r>
              <a:rPr lang="en-GB" sz="3000" b="1" dirty="0"/>
              <a:t>Problem</a:t>
            </a:r>
            <a:endParaRPr lang="en-GB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C37985-7345-9CF5-2D16-CDB3C3767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812" y="868102"/>
            <a:ext cx="10984375" cy="5602146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Loss of funding, especially in scaled advanced phases </a:t>
            </a:r>
            <a:r>
              <a:rPr lang="en-GB" dirty="0">
                <a:sym typeface="Wingdings" panose="05000000000000000000" pitchFamily="2" charset="2"/>
              </a:rPr>
              <a:t> Could be utilized elsewhere</a:t>
            </a:r>
            <a:endParaRPr lang="en-GB" dirty="0"/>
          </a:p>
          <a:p>
            <a:r>
              <a:rPr lang="en-GB" dirty="0"/>
              <a:t>Inefficient and Slow scientific progress</a:t>
            </a:r>
          </a:p>
          <a:p>
            <a:r>
              <a:rPr lang="en-GB" dirty="0"/>
              <a:t>Unreliable scientific information (researchers, clinicians) (replicability, reproducibility)</a:t>
            </a:r>
          </a:p>
          <a:p>
            <a:r>
              <a:rPr lang="en-GB" dirty="0"/>
              <a:t>Respect and Safety of participants</a:t>
            </a:r>
          </a:p>
          <a:p>
            <a:r>
              <a:rPr lang="en-GB" dirty="0"/>
              <a:t>Participants’ </a:t>
            </a:r>
            <a:r>
              <a:rPr lang="en-US" dirty="0"/>
              <a:t>minimization of </a:t>
            </a:r>
            <a:r>
              <a:rPr lang="en-GB" dirty="0"/>
              <a:t>contribution to scientific progress, especially if relying on results. </a:t>
            </a:r>
          </a:p>
          <a:p>
            <a:endParaRPr lang="en-GB" dirty="0"/>
          </a:p>
          <a:p>
            <a:pPr marL="0" indent="0" algn="ctr">
              <a:buNone/>
            </a:pPr>
            <a:r>
              <a:rPr lang="en-GB" sz="3900" b="1" dirty="0"/>
              <a:t>Significance of Accurate Clinical Trial Registration</a:t>
            </a:r>
            <a:endParaRPr lang="en-GB" sz="3900" dirty="0"/>
          </a:p>
          <a:p>
            <a:pPr marL="0" indent="0" algn="ctr">
              <a:buNone/>
            </a:pPr>
            <a:r>
              <a:rPr lang="en-GB" dirty="0"/>
              <a:t>Accurate CTs’ characteristics </a:t>
            </a: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Registries’</a:t>
            </a:r>
            <a:r>
              <a:rPr lang="en-GB" dirty="0">
                <a:sym typeface="Wingdings" panose="05000000000000000000" pitchFamily="2" charset="2"/>
              </a:rPr>
              <a:t> </a:t>
            </a:r>
            <a:r>
              <a:rPr lang="en-GB" dirty="0"/>
              <a:t>Analysis → Early termination relations →</a:t>
            </a:r>
          </a:p>
          <a:p>
            <a:pPr marL="0" indent="0" algn="ctr">
              <a:buNone/>
            </a:pPr>
            <a:endParaRPr lang="en-GB" dirty="0"/>
          </a:p>
          <a:p>
            <a:r>
              <a:rPr lang="en-GB" dirty="0"/>
              <a:t>Minimize above problems</a:t>
            </a:r>
          </a:p>
          <a:p>
            <a:r>
              <a:rPr lang="en-GB" dirty="0"/>
              <a:t>Non-transparent registry </a:t>
            </a:r>
            <a:r>
              <a:rPr lang="en-GB" dirty="0">
                <a:sym typeface="Wingdings" panose="05000000000000000000" pitchFamily="2" charset="2"/>
              </a:rPr>
              <a:t> Unethical due to above</a:t>
            </a:r>
          </a:p>
          <a:p>
            <a:endParaRPr lang="en-GB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r>
              <a:rPr lang="en-GB" sz="4000" b="1" dirty="0"/>
              <a:t>Objective</a:t>
            </a:r>
            <a:endParaRPr lang="en-GB" sz="3900" b="1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r>
              <a:rPr lang="en-GB" dirty="0">
                <a:sym typeface="Wingdings" panose="05000000000000000000" pitchFamily="2" charset="2"/>
              </a:rPr>
              <a:t>Study CTs’ characteristics regarding early termination.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6428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79714B-1FF3-323E-6749-EA95E8C45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3930" y="1663332"/>
            <a:ext cx="9004139" cy="3846218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r>
              <a:rPr lang="en-GB" sz="2500" dirty="0"/>
              <a:t>Enrollment</a:t>
            </a:r>
          </a:p>
          <a:p>
            <a:r>
              <a:rPr lang="en-GB" sz="2500" dirty="0"/>
              <a:t>Disease category (e.g., neoplasms) </a:t>
            </a:r>
            <a:r>
              <a:rPr lang="en-GB" sz="2500" dirty="0">
                <a:sym typeface="Wingdings" panose="05000000000000000000" pitchFamily="2" charset="2"/>
              </a:rPr>
              <a:t> Also, affects enrollment</a:t>
            </a:r>
            <a:endParaRPr lang="en-GB" sz="2500" dirty="0"/>
          </a:p>
          <a:p>
            <a:r>
              <a:rPr lang="en-GB" sz="2500" dirty="0"/>
              <a:t>Funder type (e.g., Industry)</a:t>
            </a:r>
          </a:p>
          <a:p>
            <a:r>
              <a:rPr lang="en-GB" sz="2500" dirty="0"/>
              <a:t>Number of facilities </a:t>
            </a:r>
            <a:r>
              <a:rPr lang="en-GB" sz="2500" dirty="0">
                <a:sym typeface="Wingdings" panose="05000000000000000000" pitchFamily="2" charset="2"/>
              </a:rPr>
              <a:t> Also, affects enrollment</a:t>
            </a:r>
            <a:endParaRPr lang="en-GB" sz="2500" dirty="0"/>
          </a:p>
          <a:p>
            <a:r>
              <a:rPr lang="en-GB" sz="2500" dirty="0"/>
              <a:t>Healthy Volunteers</a:t>
            </a:r>
          </a:p>
          <a:p>
            <a:r>
              <a:rPr lang="en-GB" sz="2500" dirty="0"/>
              <a:t>Number of Adverse Events</a:t>
            </a:r>
          </a:p>
          <a:p>
            <a:r>
              <a:rPr lang="en-GB" sz="2500" dirty="0"/>
              <a:t>Other (e., Administrative, supplies etc.)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AA6C9D-2E20-3FDC-E624-B09367AC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2987"/>
            <a:ext cx="10515600" cy="610825"/>
          </a:xfrm>
        </p:spPr>
        <p:txBody>
          <a:bodyPr>
            <a:noAutofit/>
          </a:bodyPr>
          <a:lstStyle/>
          <a:p>
            <a:pPr algn="ctr"/>
            <a:r>
              <a:rPr lang="en-GB" sz="3200" b="1" dirty="0"/>
              <a:t>Reasons for Early Termination (Background Research)</a:t>
            </a:r>
          </a:p>
        </p:txBody>
      </p:sp>
    </p:spTree>
    <p:extLst>
      <p:ext uri="{BB962C8B-B14F-4D97-AF65-F5344CB8AC3E}">
        <p14:creationId xmlns:p14="http://schemas.microsoft.com/office/powerpoint/2010/main" val="2711995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DCB67-04C1-40E3-1963-550929F13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05123"/>
          </a:xfrm>
        </p:spPr>
        <p:txBody>
          <a:bodyPr/>
          <a:lstStyle/>
          <a:p>
            <a:pPr algn="ctr"/>
            <a:r>
              <a:rPr lang="en-US" b="1" dirty="0"/>
              <a:t>Methodology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295317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45-C5A3-891C-124F-4B2A9A7B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79827"/>
          </a:xfrm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Data Sources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C937-D67E-0A40-7F75-05BDEA92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3215"/>
            <a:ext cx="10515600" cy="4903748"/>
          </a:xfrm>
        </p:spPr>
        <p:txBody>
          <a:bodyPr/>
          <a:lstStyle/>
          <a:p>
            <a:r>
              <a:rPr lang="en-US" dirty="0"/>
              <a:t>AACT db</a:t>
            </a:r>
          </a:p>
          <a:p>
            <a:r>
              <a:rPr lang="en-US" dirty="0"/>
              <a:t>CLinicalTrials.gov website </a:t>
            </a:r>
            <a:r>
              <a:rPr lang="en-US" dirty="0">
                <a:sym typeface="Wingdings" panose="05000000000000000000" pitchFamily="2" charset="2"/>
              </a:rPr>
              <a:t>(csv)</a:t>
            </a:r>
          </a:p>
          <a:p>
            <a:pPr marL="0" indent="0" algn="ctr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r>
              <a:rPr lang="en-US" sz="3000" b="1" dirty="0">
                <a:sym typeface="Wingdings" panose="05000000000000000000" pitchFamily="2" charset="2"/>
              </a:rPr>
              <a:t>Trials Selected</a:t>
            </a:r>
          </a:p>
          <a:p>
            <a:r>
              <a:rPr lang="en-US" dirty="0">
                <a:sym typeface="Wingdings" panose="05000000000000000000" pitchFamily="2" charset="2"/>
              </a:rPr>
              <a:t>Type: Interventional</a:t>
            </a:r>
          </a:p>
          <a:p>
            <a:r>
              <a:rPr lang="en-US" dirty="0">
                <a:sym typeface="Wingdings" panose="05000000000000000000" pitchFamily="2" charset="2"/>
              </a:rPr>
              <a:t>Randomized, Non-Randomized</a:t>
            </a:r>
          </a:p>
          <a:p>
            <a:r>
              <a:rPr lang="en-US" dirty="0">
                <a:sym typeface="Wingdings" panose="05000000000000000000" pitchFamily="2" charset="2"/>
              </a:rPr>
              <a:t>Dates: 2011-2024</a:t>
            </a:r>
          </a:p>
          <a:p>
            <a:r>
              <a:rPr lang="en-US" dirty="0">
                <a:sym typeface="Wingdings" panose="05000000000000000000" pitchFamily="2" charset="2"/>
              </a:rPr>
              <a:t>Status: Completed, Terminated (+Withdrawal)</a:t>
            </a:r>
          </a:p>
          <a:p>
            <a:r>
              <a:rPr lang="en-GB" dirty="0"/>
              <a:t>Phases: 1, 2, 3, 4 (1/2 </a:t>
            </a:r>
            <a:r>
              <a:rPr lang="en-GB" dirty="0">
                <a:sym typeface="Wingdings" panose="05000000000000000000" pitchFamily="2" charset="2"/>
              </a:rPr>
              <a:t> 1, 2 &amp; 2/3  2,3)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52832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9307BED-4FA4-9677-7182-9759FCDD1FAC}"/>
              </a:ext>
            </a:extLst>
          </p:cNvPr>
          <p:cNvSpPr/>
          <p:nvPr/>
        </p:nvSpPr>
        <p:spPr>
          <a:xfrm>
            <a:off x="1648689" y="967162"/>
            <a:ext cx="15544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AACT db</a:t>
            </a:r>
            <a:endParaRPr lang="en-GB" dirty="0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0B10CA0-1D8F-03C6-6C82-0C2AF266E014}"/>
              </a:ext>
            </a:extLst>
          </p:cNvPr>
          <p:cNvSpPr/>
          <p:nvPr/>
        </p:nvSpPr>
        <p:spPr>
          <a:xfrm>
            <a:off x="3530282" y="967162"/>
            <a:ext cx="15544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CSV </a:t>
            </a:r>
            <a:endParaRPr lang="en-GB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10E261A7-102E-0102-FCCE-3EEC34CF7775}"/>
              </a:ext>
            </a:extLst>
          </p:cNvPr>
          <p:cNvSpPr/>
          <p:nvPr/>
        </p:nvSpPr>
        <p:spPr>
          <a:xfrm>
            <a:off x="5411875" y="967162"/>
            <a:ext cx="15544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Structured Data</a:t>
            </a:r>
            <a:endParaRPr lang="en-GB" dirty="0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081AC4B7-598C-2F88-A032-2294E11EBD73}"/>
              </a:ext>
            </a:extLst>
          </p:cNvPr>
          <p:cNvSpPr/>
          <p:nvPr/>
        </p:nvSpPr>
        <p:spPr>
          <a:xfrm>
            <a:off x="7293468" y="964720"/>
            <a:ext cx="15544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Exploratory Analysis </a:t>
            </a:r>
            <a:endParaRPr lang="en-GB" dirty="0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F38E0F4D-3906-4595-112D-2B289BE983BA}"/>
              </a:ext>
            </a:extLst>
          </p:cNvPr>
          <p:cNvSpPr/>
          <p:nvPr/>
        </p:nvSpPr>
        <p:spPr>
          <a:xfrm>
            <a:off x="3530283" y="2803534"/>
            <a:ext cx="15544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Train Set</a:t>
            </a:r>
            <a:endParaRPr lang="en-GB" dirty="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C62390F-44DD-BBB5-91FD-0CB05D102B80}"/>
              </a:ext>
            </a:extLst>
          </p:cNvPr>
          <p:cNvSpPr/>
          <p:nvPr/>
        </p:nvSpPr>
        <p:spPr>
          <a:xfrm>
            <a:off x="7293468" y="2805261"/>
            <a:ext cx="15544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Test Set</a:t>
            </a:r>
            <a:endParaRPr lang="en-GB" dirty="0"/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1AE321AC-F7DE-7AA1-AE9D-9F27C85FBEBF}"/>
              </a:ext>
            </a:extLst>
          </p:cNvPr>
          <p:cNvSpPr/>
          <p:nvPr/>
        </p:nvSpPr>
        <p:spPr>
          <a:xfrm>
            <a:off x="3530283" y="4219096"/>
            <a:ext cx="15544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Random Under Sample</a:t>
            </a:r>
            <a:endParaRPr lang="en-GB" dirty="0"/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ABD9FE42-4E36-8E07-F6E6-77DF311CE98A}"/>
              </a:ext>
            </a:extLst>
          </p:cNvPr>
          <p:cNvSpPr/>
          <p:nvPr/>
        </p:nvSpPr>
        <p:spPr>
          <a:xfrm>
            <a:off x="9948597" y="1660534"/>
            <a:ext cx="1676391" cy="91440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Classification Report </a:t>
            </a:r>
            <a:endParaRPr lang="en-GB" dirty="0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8B89AC4E-F7F8-2B91-208F-81BBB9E91841}"/>
              </a:ext>
            </a:extLst>
          </p:cNvPr>
          <p:cNvSpPr/>
          <p:nvPr/>
        </p:nvSpPr>
        <p:spPr>
          <a:xfrm>
            <a:off x="9948598" y="2803534"/>
            <a:ext cx="1676390" cy="91440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Roc/PR Curves</a:t>
            </a:r>
            <a:endParaRPr lang="en-GB" dirty="0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79F4F368-F421-D566-55EC-19445D0F38B6}"/>
              </a:ext>
            </a:extLst>
          </p:cNvPr>
          <p:cNvSpPr/>
          <p:nvPr/>
        </p:nvSpPr>
        <p:spPr>
          <a:xfrm>
            <a:off x="9948598" y="4008254"/>
            <a:ext cx="1676390" cy="914400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SHAP plots</a:t>
            </a:r>
            <a:endParaRPr lang="en-GB" dirty="0"/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6814B7-E327-3B1E-F177-5D0C4F86C148}"/>
              </a:ext>
            </a:extLst>
          </p:cNvPr>
          <p:cNvSpPr/>
          <p:nvPr/>
        </p:nvSpPr>
        <p:spPr>
          <a:xfrm>
            <a:off x="5636939" y="5731543"/>
            <a:ext cx="1554480" cy="8914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Models</a:t>
            </a:r>
            <a:endParaRPr lang="en-GB" dirty="0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685977E3-BE66-C325-7617-8006ED1FCC83}"/>
              </a:ext>
            </a:extLst>
          </p:cNvPr>
          <p:cNvSpPr/>
          <p:nvPr/>
        </p:nvSpPr>
        <p:spPr>
          <a:xfrm>
            <a:off x="618003" y="3409382"/>
            <a:ext cx="1554480" cy="91440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Collinearity</a:t>
            </a:r>
            <a:endParaRPr lang="en-GB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6375C8D-75B6-B300-A413-940AA01BDE3E}"/>
              </a:ext>
            </a:extLst>
          </p:cNvPr>
          <p:cNvSpPr/>
          <p:nvPr/>
        </p:nvSpPr>
        <p:spPr>
          <a:xfrm>
            <a:off x="612872" y="5488634"/>
            <a:ext cx="1554480" cy="91440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Sparsity Risk</a:t>
            </a:r>
            <a:endParaRPr lang="en-GB" dirty="0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C395692-D7A5-4CC4-921A-B43C008650B1}"/>
              </a:ext>
            </a:extLst>
          </p:cNvPr>
          <p:cNvSpPr/>
          <p:nvPr/>
        </p:nvSpPr>
        <p:spPr>
          <a:xfrm>
            <a:off x="612872" y="4444881"/>
            <a:ext cx="1554480" cy="91440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Feature Selection</a:t>
            </a:r>
            <a:endParaRPr lang="en-GB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E0EECE8-AB14-663A-F02F-8B737CA2E325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5084762" y="1424362"/>
            <a:ext cx="3271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232069-8A2F-8848-7025-41FE72768F8C}"/>
              </a:ext>
            </a:extLst>
          </p:cNvPr>
          <p:cNvCxnSpPr>
            <a:cxnSpLocks/>
            <a:stCxn id="50" idx="2"/>
            <a:endCxn id="86" idx="0"/>
          </p:cNvCxnSpPr>
          <p:nvPr/>
        </p:nvCxnSpPr>
        <p:spPr>
          <a:xfrm>
            <a:off x="6189115" y="1881562"/>
            <a:ext cx="0" cy="369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4E404E-5C6E-E5EE-A78B-BA3B2B61EEB2}"/>
              </a:ext>
            </a:extLst>
          </p:cNvPr>
          <p:cNvCxnSpPr>
            <a:cxnSpLocks/>
            <a:stCxn id="57" idx="3"/>
            <a:endCxn id="59" idx="1"/>
          </p:cNvCxnSpPr>
          <p:nvPr/>
        </p:nvCxnSpPr>
        <p:spPr>
          <a:xfrm flipV="1">
            <a:off x="8847948" y="2117734"/>
            <a:ext cx="1100649" cy="11447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00E1C02-3F02-6CE1-AA6B-17A0488972D1}"/>
              </a:ext>
            </a:extLst>
          </p:cNvPr>
          <p:cNvCxnSpPr>
            <a:cxnSpLocks/>
            <a:stCxn id="57" idx="3"/>
            <a:endCxn id="60" idx="1"/>
          </p:cNvCxnSpPr>
          <p:nvPr/>
        </p:nvCxnSpPr>
        <p:spPr>
          <a:xfrm flipV="1">
            <a:off x="8847948" y="3260734"/>
            <a:ext cx="1100650" cy="17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CC1E783-18E4-8F6D-ECF6-34DDBB6B81E0}"/>
              </a:ext>
            </a:extLst>
          </p:cNvPr>
          <p:cNvCxnSpPr>
            <a:cxnSpLocks/>
            <a:stCxn id="57" idx="3"/>
            <a:endCxn id="61" idx="1"/>
          </p:cNvCxnSpPr>
          <p:nvPr/>
        </p:nvCxnSpPr>
        <p:spPr>
          <a:xfrm>
            <a:off x="8847948" y="3262461"/>
            <a:ext cx="1100650" cy="1202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464893D-F15C-B75F-4AAC-E1B5E329FBDD}"/>
              </a:ext>
            </a:extLst>
          </p:cNvPr>
          <p:cNvCxnSpPr>
            <a:cxnSpLocks/>
            <a:stCxn id="62" idx="1"/>
            <a:endCxn id="57" idx="2"/>
          </p:cNvCxnSpPr>
          <p:nvPr/>
        </p:nvCxnSpPr>
        <p:spPr>
          <a:xfrm flipV="1">
            <a:off x="5636939" y="3719661"/>
            <a:ext cx="2433769" cy="24575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33F2D15-C7AE-A91A-DC48-28D5E93B476C}"/>
              </a:ext>
            </a:extLst>
          </p:cNvPr>
          <p:cNvCxnSpPr>
            <a:cxnSpLocks/>
            <a:stCxn id="50" idx="3"/>
            <a:endCxn id="55" idx="1"/>
          </p:cNvCxnSpPr>
          <p:nvPr/>
        </p:nvCxnSpPr>
        <p:spPr>
          <a:xfrm flipV="1">
            <a:off x="6966355" y="1421920"/>
            <a:ext cx="327113" cy="24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5344E2E-FFEC-B46E-FB1C-FBAC268A6731}"/>
              </a:ext>
            </a:extLst>
          </p:cNvPr>
          <p:cNvCxnSpPr>
            <a:cxnSpLocks/>
            <a:stCxn id="63" idx="3"/>
            <a:endCxn id="56" idx="1"/>
          </p:cNvCxnSpPr>
          <p:nvPr/>
        </p:nvCxnSpPr>
        <p:spPr>
          <a:xfrm flipV="1">
            <a:off x="2172483" y="3260734"/>
            <a:ext cx="1357800" cy="605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156EED3-9E21-BC6B-951D-F2914FC68A98}"/>
              </a:ext>
            </a:extLst>
          </p:cNvPr>
          <p:cNvCxnSpPr>
            <a:cxnSpLocks/>
            <a:stCxn id="64" idx="3"/>
            <a:endCxn id="58" idx="1"/>
          </p:cNvCxnSpPr>
          <p:nvPr/>
        </p:nvCxnSpPr>
        <p:spPr>
          <a:xfrm flipV="1">
            <a:off x="2167352" y="4676296"/>
            <a:ext cx="1362931" cy="1269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8652D68-0DB3-6990-6918-EE78DE3D987D}"/>
              </a:ext>
            </a:extLst>
          </p:cNvPr>
          <p:cNvCxnSpPr>
            <a:cxnSpLocks/>
            <a:stCxn id="65" idx="3"/>
            <a:endCxn id="56" idx="1"/>
          </p:cNvCxnSpPr>
          <p:nvPr/>
        </p:nvCxnSpPr>
        <p:spPr>
          <a:xfrm flipV="1">
            <a:off x="2167352" y="3260734"/>
            <a:ext cx="1362931" cy="1641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F81FE769-DE8F-1B11-F876-C5419C6A0A11}"/>
              </a:ext>
            </a:extLst>
          </p:cNvPr>
          <p:cNvSpPr/>
          <p:nvPr/>
        </p:nvSpPr>
        <p:spPr>
          <a:xfrm>
            <a:off x="5565988" y="2251198"/>
            <a:ext cx="1246254" cy="5682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Hot Encoding</a:t>
            </a:r>
            <a:endParaRPr lang="en-GB" dirty="0"/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132FF9E-F1BD-E667-E01F-0E0BEB517FC0}"/>
              </a:ext>
            </a:extLst>
          </p:cNvPr>
          <p:cNvCxnSpPr>
            <a:cxnSpLocks/>
            <a:stCxn id="56" idx="2"/>
            <a:endCxn id="58" idx="0"/>
          </p:cNvCxnSpPr>
          <p:nvPr/>
        </p:nvCxnSpPr>
        <p:spPr>
          <a:xfrm>
            <a:off x="4307523" y="3717934"/>
            <a:ext cx="0" cy="5011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878F7C9-712D-5126-FCE4-342FE5DE8A81}"/>
              </a:ext>
            </a:extLst>
          </p:cNvPr>
          <p:cNvCxnSpPr>
            <a:cxnSpLocks/>
            <a:stCxn id="86" idx="2"/>
            <a:endCxn id="57" idx="1"/>
          </p:cNvCxnSpPr>
          <p:nvPr/>
        </p:nvCxnSpPr>
        <p:spPr>
          <a:xfrm>
            <a:off x="6189115" y="2819445"/>
            <a:ext cx="1104353" cy="4430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8E262A4-85BC-A987-DFF2-C03B2E4F7690}"/>
              </a:ext>
            </a:extLst>
          </p:cNvPr>
          <p:cNvSpPr/>
          <p:nvPr/>
        </p:nvSpPr>
        <p:spPr>
          <a:xfrm>
            <a:off x="3530283" y="5720049"/>
            <a:ext cx="15544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HPO : K-Fold CV</a:t>
            </a:r>
            <a:endParaRPr lang="en-GB" dirty="0"/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C3CC4946-4231-BDC9-1298-AA44DA81682E}"/>
              </a:ext>
            </a:extLst>
          </p:cNvPr>
          <p:cNvCxnSpPr>
            <a:cxnSpLocks/>
            <a:stCxn id="94" idx="3"/>
            <a:endCxn id="62" idx="1"/>
          </p:cNvCxnSpPr>
          <p:nvPr/>
        </p:nvCxnSpPr>
        <p:spPr>
          <a:xfrm>
            <a:off x="5084763" y="6177249"/>
            <a:ext cx="5521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Straight Arrow Connector 508">
            <a:extLst>
              <a:ext uri="{FF2B5EF4-FFF2-40B4-BE49-F238E27FC236}">
                <a16:creationId xmlns:a16="http://schemas.microsoft.com/office/drawing/2014/main" id="{175509C9-F69A-1947-F16B-D0374B7D2F77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3203169" y="1424362"/>
            <a:ext cx="327113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82" name="Rectangle: Rounded Corners 581">
            <a:extLst>
              <a:ext uri="{FF2B5EF4-FFF2-40B4-BE49-F238E27FC236}">
                <a16:creationId xmlns:a16="http://schemas.microsoft.com/office/drawing/2014/main" id="{8AD59409-A14C-E64D-73A3-2C4EE7BB5E73}"/>
              </a:ext>
            </a:extLst>
          </p:cNvPr>
          <p:cNvSpPr/>
          <p:nvPr/>
        </p:nvSpPr>
        <p:spPr>
          <a:xfrm>
            <a:off x="610307" y="2365629"/>
            <a:ext cx="1554480" cy="91440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Exploratory Analysis </a:t>
            </a:r>
            <a:endParaRPr lang="en-GB" dirty="0"/>
          </a:p>
        </p:txBody>
      </p: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799BC5B-8485-A3BC-50A1-D4C731EE3820}"/>
              </a:ext>
            </a:extLst>
          </p:cNvPr>
          <p:cNvCxnSpPr>
            <a:cxnSpLocks/>
            <a:stCxn id="582" idx="3"/>
            <a:endCxn id="56" idx="1"/>
          </p:cNvCxnSpPr>
          <p:nvPr/>
        </p:nvCxnSpPr>
        <p:spPr>
          <a:xfrm>
            <a:off x="2164787" y="2822829"/>
            <a:ext cx="1365496" cy="4379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Arrow Connector 590">
            <a:extLst>
              <a:ext uri="{FF2B5EF4-FFF2-40B4-BE49-F238E27FC236}">
                <a16:creationId xmlns:a16="http://schemas.microsoft.com/office/drawing/2014/main" id="{D3B9B5F9-8660-70D3-44AA-D8E39564648C}"/>
              </a:ext>
            </a:extLst>
          </p:cNvPr>
          <p:cNvCxnSpPr>
            <a:cxnSpLocks/>
            <a:stCxn id="86" idx="2"/>
            <a:endCxn id="56" idx="3"/>
          </p:cNvCxnSpPr>
          <p:nvPr/>
        </p:nvCxnSpPr>
        <p:spPr>
          <a:xfrm flipH="1">
            <a:off x="5084763" y="2819445"/>
            <a:ext cx="1104352" cy="4412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Straight Arrow Connector 623">
            <a:extLst>
              <a:ext uri="{FF2B5EF4-FFF2-40B4-BE49-F238E27FC236}">
                <a16:creationId xmlns:a16="http://schemas.microsoft.com/office/drawing/2014/main" id="{0E2627AA-30FB-8252-5A08-C663C633D9C7}"/>
              </a:ext>
            </a:extLst>
          </p:cNvPr>
          <p:cNvCxnSpPr>
            <a:cxnSpLocks/>
            <a:stCxn id="58" idx="2"/>
            <a:endCxn id="94" idx="0"/>
          </p:cNvCxnSpPr>
          <p:nvPr/>
        </p:nvCxnSpPr>
        <p:spPr>
          <a:xfrm>
            <a:off x="4307523" y="5133496"/>
            <a:ext cx="0" cy="5865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1263351C-9AB9-9F3E-1A06-CBF996165FBC}"/>
              </a:ext>
            </a:extLst>
          </p:cNvPr>
          <p:cNvSpPr txBox="1"/>
          <p:nvPr/>
        </p:nvSpPr>
        <p:spPr>
          <a:xfrm>
            <a:off x="2750916" y="209215"/>
            <a:ext cx="669016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Methodology Schema</a:t>
            </a: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13637102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3E6068-02CB-5172-F662-3212E8C1CE9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517253181"/>
              </p:ext>
            </p:extLst>
          </p:nvPr>
        </p:nvGraphicFramePr>
        <p:xfrm>
          <a:off x="171690" y="645289"/>
          <a:ext cx="5846180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97A848B3-A454-77E9-2411-EE831EF4054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74381298"/>
              </p:ext>
            </p:extLst>
          </p:nvPr>
        </p:nvGraphicFramePr>
        <p:xfrm>
          <a:off x="6172199" y="645288"/>
          <a:ext cx="5846180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E6D7F1-480D-196A-1DF3-C90C8D4F1BF7}"/>
              </a:ext>
            </a:extLst>
          </p:cNvPr>
          <p:cNvCxnSpPr>
            <a:cxnSpLocks/>
          </p:cNvCxnSpPr>
          <p:nvPr/>
        </p:nvCxnSpPr>
        <p:spPr>
          <a:xfrm flipH="1">
            <a:off x="5845215" y="1342664"/>
            <a:ext cx="326984" cy="3379808"/>
          </a:xfrm>
          <a:prstGeom prst="straightConnector1">
            <a:avLst/>
          </a:prstGeom>
          <a:ln w="19050" cap="flat" cmpd="sng" algn="ctr">
            <a:solidFill>
              <a:schemeClr val="accent5">
                <a:lumMod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DFEE1D9-3445-82AA-690D-F8B09B9501C3}"/>
              </a:ext>
            </a:extLst>
          </p:cNvPr>
          <p:cNvSpPr txBox="1"/>
          <p:nvPr/>
        </p:nvSpPr>
        <p:spPr>
          <a:xfrm>
            <a:off x="2750916" y="105041"/>
            <a:ext cx="669016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/>
              <a:t>Methodology Schema</a:t>
            </a:r>
            <a:endParaRPr lang="en-GB" sz="2500" b="1" dirty="0"/>
          </a:p>
        </p:txBody>
      </p:sp>
    </p:spTree>
    <p:extLst>
      <p:ext uri="{BB962C8B-B14F-4D97-AF65-F5344CB8AC3E}">
        <p14:creationId xmlns:p14="http://schemas.microsoft.com/office/powerpoint/2010/main" val="19695141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FCAEF-3E01-ECE0-5645-11458B460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2195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Exploratory Analysis</a:t>
            </a:r>
            <a:endParaRPr lang="en-GB" sz="4000" b="1" dirty="0">
              <a:solidFill>
                <a:schemeClr val="bg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8F25B79-77F5-B9FD-F3BD-ABC1CCD2ED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962120" y="1102704"/>
            <a:ext cx="3011959" cy="1352035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F2FDF-502C-5D01-C3E4-63B727FB7D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89520" y="1102704"/>
            <a:ext cx="4191000" cy="5390171"/>
          </a:xfrm>
          <a:ln>
            <a:solidFill>
              <a:schemeClr val="bg1"/>
            </a:solidFill>
          </a:ln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b="1" u="sng" dirty="0">
                <a:solidFill>
                  <a:schemeClr val="bg1"/>
                </a:solidFill>
              </a:rPr>
              <a:t>Train Set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Chi2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Mann Whitney (Skewness)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Univariable Logistic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(p values, CL)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AIC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b="1" u="sng" dirty="0">
                <a:solidFill>
                  <a:schemeClr val="bg1"/>
                </a:solidFill>
              </a:rPr>
              <a:t>Full &amp; Train Set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Bar plots, Kde plots, Count plots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Frequency Tables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F433D3-5CFA-6940-7A2C-756A58B933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756" y="2480114"/>
            <a:ext cx="3178161" cy="1352035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77FD6E-1028-9A63-0F5F-FAB76B243B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" y="5327708"/>
            <a:ext cx="4000156" cy="1343631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3469FEA-F210-45B3-92A9-EEAE481DBC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9497" y="3846454"/>
            <a:ext cx="3657775" cy="14527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2" name="Content Placeholder 7">
            <a:extLst>
              <a:ext uri="{FF2B5EF4-FFF2-40B4-BE49-F238E27FC236}">
                <a16:creationId xmlns:a16="http://schemas.microsoft.com/office/drawing/2014/main" id="{15F988DF-C682-B2A4-1312-FDC9AADA53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1917" y="2493281"/>
            <a:ext cx="3510303" cy="1344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4370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32D25-C12C-AD1F-8350-99DDF3642E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3240" y="1558958"/>
            <a:ext cx="5536558" cy="487991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u="sng" dirty="0"/>
              <a:t>Scaling &amp; Normalization</a:t>
            </a:r>
          </a:p>
          <a:p>
            <a:pPr marL="0" indent="0">
              <a:buNone/>
            </a:pPr>
            <a:endParaRPr lang="en-GB" sz="2000" b="1" dirty="0"/>
          </a:p>
          <a:p>
            <a:pPr marL="0" indent="0">
              <a:buNone/>
            </a:pPr>
            <a:r>
              <a:rPr lang="en-GB" sz="2000" b="1" dirty="0"/>
              <a:t>Logarithmic scale-Continuous features</a:t>
            </a:r>
          </a:p>
          <a:p>
            <a:pPr lvl="1"/>
            <a:r>
              <a:rPr lang="en-GB" sz="2000" b="1" dirty="0"/>
              <a:t>Distribution</a:t>
            </a:r>
            <a:r>
              <a:rPr lang="en-GB" sz="2000" dirty="0"/>
              <a:t> </a:t>
            </a:r>
          </a:p>
          <a:p>
            <a:pPr lvl="2"/>
            <a:r>
              <a:rPr lang="en-GB" dirty="0"/>
              <a:t>Skewed real world data</a:t>
            </a:r>
          </a:p>
          <a:p>
            <a:pPr lvl="1"/>
            <a:r>
              <a:rPr lang="en-GB" sz="2000" b="1" dirty="0"/>
              <a:t>Distance based Models </a:t>
            </a:r>
          </a:p>
          <a:p>
            <a:pPr lvl="2"/>
            <a:r>
              <a:rPr lang="en-GB" dirty="0"/>
              <a:t>KNN </a:t>
            </a:r>
          </a:p>
          <a:p>
            <a:pPr lvl="2"/>
            <a:r>
              <a:rPr lang="en-GB" dirty="0"/>
              <a:t>SVC</a:t>
            </a:r>
            <a:endParaRPr lang="en-GB" b="1" u="sng" dirty="0"/>
          </a:p>
          <a:p>
            <a:pPr marL="0" indent="0">
              <a:buNone/>
            </a:pPr>
            <a:r>
              <a:rPr lang="en-GB" sz="2000" b="1" dirty="0"/>
              <a:t>Min-Max Scaler</a:t>
            </a:r>
          </a:p>
          <a:p>
            <a:pPr lvl="1"/>
            <a:r>
              <a:rPr lang="en-GB" sz="2000" dirty="0"/>
              <a:t>Only Positive values – Interpretability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344B0-E792-5660-B4CD-3CA83C53A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1558875"/>
            <a:ext cx="5536558" cy="4879993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800" b="1" u="sng" dirty="0"/>
              <a:t>Feature Selection – </a:t>
            </a:r>
            <a:r>
              <a:rPr lang="en-GB" sz="1800" b="1" u="sng" dirty="0">
                <a:sym typeface="Wingdings" panose="05000000000000000000" pitchFamily="2" charset="2"/>
              </a:rPr>
              <a:t>Sparsity - Collinearity</a:t>
            </a:r>
            <a:endParaRPr lang="en-GB" sz="1800" dirty="0"/>
          </a:p>
          <a:p>
            <a:pPr marL="0" indent="0">
              <a:buNone/>
            </a:pPr>
            <a:endParaRPr lang="en-GB" sz="1800" b="1" dirty="0"/>
          </a:p>
          <a:p>
            <a:pPr marL="0" indent="0">
              <a:buNone/>
            </a:pPr>
            <a:r>
              <a:rPr lang="en-GB" sz="1800" b="1" dirty="0"/>
              <a:t>Merge levels</a:t>
            </a:r>
          </a:p>
          <a:p>
            <a:pPr lvl="1"/>
            <a:r>
              <a:rPr lang="en-US" sz="1800" dirty="0"/>
              <a:t>On Train-Resampled set</a:t>
            </a:r>
            <a:endParaRPr lang="en-GB" sz="1800" dirty="0"/>
          </a:p>
          <a:p>
            <a:pPr lvl="1"/>
            <a:r>
              <a:rPr lang="en-GB" sz="1800" dirty="0"/>
              <a:t>Levels of categorical features with too small sample size in any of the outcome levels</a:t>
            </a:r>
          </a:p>
          <a:p>
            <a:pPr lvl="1"/>
            <a:r>
              <a:rPr lang="en-GB" sz="1800" dirty="0"/>
              <a:t>EPV : ≥20 data points, Correlation</a:t>
            </a:r>
          </a:p>
          <a:p>
            <a:pPr marL="0" indent="0">
              <a:buNone/>
            </a:pPr>
            <a:r>
              <a:rPr lang="en-GB" sz="1800" b="1" dirty="0"/>
              <a:t>Correlation Heatmaps</a:t>
            </a:r>
          </a:p>
          <a:p>
            <a:pPr lvl="1"/>
            <a:r>
              <a:rPr lang="en-GB" sz="1800" dirty="0"/>
              <a:t>Spearman </a:t>
            </a:r>
          </a:p>
          <a:p>
            <a:pPr lvl="1"/>
            <a:r>
              <a:rPr lang="en-US" sz="1800" dirty="0"/>
              <a:t>Chi2 (</a:t>
            </a:r>
            <a:r>
              <a:rPr lang="en-GB" sz="1800" dirty="0"/>
              <a:t>Cramer-V - Phi)</a:t>
            </a:r>
          </a:p>
          <a:p>
            <a:pPr lvl="1"/>
            <a:r>
              <a:rPr lang="en-GB" sz="1800" dirty="0"/>
              <a:t>1-way-Anova (</a:t>
            </a:r>
            <a:r>
              <a:rPr lang="el-GR" sz="1800" dirty="0"/>
              <a:t>η</a:t>
            </a:r>
            <a:r>
              <a:rPr lang="el-GR" sz="1800" baseline="30000" dirty="0"/>
              <a:t>2</a:t>
            </a:r>
            <a:r>
              <a:rPr lang="el-GR" sz="1800" dirty="0"/>
              <a:t>)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AIC </a:t>
            </a:r>
          </a:p>
          <a:p>
            <a:pPr lvl="1"/>
            <a:r>
              <a:rPr lang="en-GB" sz="1800" dirty="0">
                <a:sym typeface="Wingdings" panose="05000000000000000000" pitchFamily="2" charset="2"/>
              </a:rPr>
              <a:t>Mutual Information features </a:t>
            </a:r>
            <a:br>
              <a:rPr lang="en-GB" sz="1800" dirty="0">
                <a:sym typeface="Wingdings" panose="05000000000000000000" pitchFamily="2" charset="2"/>
              </a:rPr>
            </a:br>
            <a:r>
              <a:rPr lang="en-GB" sz="1800" dirty="0">
                <a:sym typeface="Wingdings" panose="05000000000000000000" pitchFamily="2" charset="2"/>
              </a:rPr>
              <a:t>e.g., Number of facilities per Continents, Countries, Cities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452C38D-9B6D-A352-EA5B-4C5BF5BB4E9C}"/>
              </a:ext>
            </a:extLst>
          </p:cNvPr>
          <p:cNvSpPr txBox="1">
            <a:spLocks/>
          </p:cNvSpPr>
          <p:nvPr/>
        </p:nvSpPr>
        <p:spPr>
          <a:xfrm>
            <a:off x="1160364" y="699272"/>
            <a:ext cx="10023676" cy="717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Exploratory Analysis for feature Selection was applied only on Train set </a:t>
            </a:r>
            <a:r>
              <a:rPr lang="en-US" sz="2000" dirty="0">
                <a:sym typeface="Wingdings" panose="05000000000000000000" pitchFamily="2" charset="2"/>
              </a:rPr>
              <a:t></a:t>
            </a:r>
            <a:br>
              <a:rPr lang="en-US" sz="2000" dirty="0"/>
            </a:br>
            <a:r>
              <a:rPr lang="en-US" sz="2000" dirty="0"/>
              <a:t>Avoid information leakage</a:t>
            </a:r>
            <a:endParaRPr lang="en-GB" sz="2000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8713944-C6CC-5B4C-56CF-DD77419EEBEF}"/>
              </a:ext>
            </a:extLst>
          </p:cNvPr>
          <p:cNvSpPr txBox="1">
            <a:spLocks/>
          </p:cNvSpPr>
          <p:nvPr/>
        </p:nvSpPr>
        <p:spPr>
          <a:xfrm>
            <a:off x="1007960" y="211972"/>
            <a:ext cx="10327521" cy="5048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/>
              <a:t>Exploratory Analysis (Train Data)</a:t>
            </a:r>
            <a:endParaRPr lang="en-GB" sz="3000" i="1" dirty="0"/>
          </a:p>
        </p:txBody>
      </p:sp>
    </p:spTree>
    <p:extLst>
      <p:ext uri="{BB962C8B-B14F-4D97-AF65-F5344CB8AC3E}">
        <p14:creationId xmlns:p14="http://schemas.microsoft.com/office/powerpoint/2010/main" val="2732646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EBE9B-3914-EB9A-7C62-D2B996F95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1032"/>
            <a:ext cx="10515600" cy="514551"/>
          </a:xfrm>
        </p:spPr>
        <p:txBody>
          <a:bodyPr>
            <a:normAutofit/>
          </a:bodyPr>
          <a:lstStyle/>
          <a:p>
            <a:pPr algn="ctr"/>
            <a:r>
              <a:rPr lang="en-US" sz="3000" b="1" dirty="0"/>
              <a:t>Sparsity Risk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E199-295C-C3F2-FEEF-357550E78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355638" y="1162478"/>
            <a:ext cx="4536912" cy="244085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Method</a:t>
            </a:r>
          </a:p>
          <a:p>
            <a:r>
              <a:rPr lang="en-US" sz="2000" dirty="0"/>
              <a:t>EPV (Events per variable for minority outcome): ≥20 </a:t>
            </a:r>
          </a:p>
          <a:p>
            <a:r>
              <a:rPr lang="en-US" sz="2000" dirty="0"/>
              <a:t>Merge levels to related/general others: e.g., ‘Other’/’None’</a:t>
            </a:r>
          </a:p>
          <a:p>
            <a:r>
              <a:rPr lang="en-US" sz="2000" dirty="0"/>
              <a:t>No information dropped</a:t>
            </a:r>
            <a:endParaRPr lang="en-GB" sz="2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73CF0-ED55-864F-16C6-7E0268AD3B31}"/>
              </a:ext>
            </a:extLst>
          </p:cNvPr>
          <p:cNvGrpSpPr/>
          <p:nvPr/>
        </p:nvGrpSpPr>
        <p:grpSpPr>
          <a:xfrm>
            <a:off x="2586540" y="4391122"/>
            <a:ext cx="7018920" cy="2033394"/>
            <a:chOff x="5157309" y="594159"/>
            <a:chExt cx="6851931" cy="183552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9FFB14-6ED5-EFD8-FF35-BC179B296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8756"/>
            <a:stretch>
              <a:fillRect/>
            </a:stretch>
          </p:blipFill>
          <p:spPr>
            <a:xfrm>
              <a:off x="5157309" y="594159"/>
              <a:ext cx="6808022" cy="183552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330883D-514A-8A33-E65E-2EA0F3DC69D2}"/>
                </a:ext>
              </a:extLst>
            </p:cNvPr>
            <p:cNvGrpSpPr/>
            <p:nvPr/>
          </p:nvGrpSpPr>
          <p:grpSpPr>
            <a:xfrm>
              <a:off x="10043362" y="741835"/>
              <a:ext cx="1965878" cy="1687850"/>
              <a:chOff x="7799317" y="4061376"/>
              <a:chExt cx="1965878" cy="168785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272408-34BE-0155-1CC7-F6316558B794}"/>
                  </a:ext>
                </a:extLst>
              </p:cNvPr>
              <p:cNvSpPr/>
              <p:nvPr/>
            </p:nvSpPr>
            <p:spPr>
              <a:xfrm>
                <a:off x="9449764" y="5472227"/>
                <a:ext cx="30624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88040E1-943C-D2F8-3E4A-337C2357B34F}"/>
                  </a:ext>
                </a:extLst>
              </p:cNvPr>
              <p:cNvSpPr/>
              <p:nvPr/>
            </p:nvSpPr>
            <p:spPr>
              <a:xfrm>
                <a:off x="9362733" y="4061376"/>
                <a:ext cx="402462" cy="63660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110992D-FB03-67BB-0BBE-6BDD716730E9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8827664" y="4379680"/>
                <a:ext cx="535087" cy="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134625-F132-7B71-B743-4C0A5922D35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8824733" y="5610727"/>
                <a:ext cx="625031" cy="2758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0E8D2E-2823-1F9A-3CE5-98B44B588B13}"/>
                  </a:ext>
                </a:extLst>
              </p:cNvPr>
              <p:cNvSpPr txBox="1"/>
              <p:nvPr/>
            </p:nvSpPr>
            <p:spPr>
              <a:xfrm>
                <a:off x="7799317" y="4241180"/>
                <a:ext cx="1028339" cy="416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Sparsity Risk &amp; Low EPV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7AD27B-FE4D-3C6A-6819-327D0F4DF8B4}"/>
                  </a:ext>
                </a:extLst>
              </p:cNvPr>
              <p:cNvSpPr txBox="1"/>
              <p:nvPr/>
            </p:nvSpPr>
            <p:spPr>
              <a:xfrm>
                <a:off x="7842693" y="5472227"/>
                <a:ext cx="102833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Sparse Data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EB9DB21-5C07-5D50-4678-27F3C1770CEB}"/>
              </a:ext>
            </a:extLst>
          </p:cNvPr>
          <p:cNvSpPr txBox="1">
            <a:spLocks/>
          </p:cNvSpPr>
          <p:nvPr/>
        </p:nvSpPr>
        <p:spPr>
          <a:xfrm>
            <a:off x="299450" y="1162909"/>
            <a:ext cx="6749532" cy="28808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/>
              <a:t>Sparse Data</a:t>
            </a:r>
            <a:endParaRPr lang="el-GR" sz="2000" b="1" dirty="0"/>
          </a:p>
          <a:p>
            <a:r>
              <a:rPr lang="en-US" sz="2000" dirty="0"/>
              <a:t>Categorical features</a:t>
            </a:r>
          </a:p>
          <a:p>
            <a:pPr lvl="1"/>
            <a:r>
              <a:rPr lang="en-US" sz="2000" dirty="0"/>
              <a:t>Small sample size levels of categorical features. </a:t>
            </a:r>
          </a:p>
          <a:p>
            <a:r>
              <a:rPr lang="en-US" sz="2000" dirty="0"/>
              <a:t>Continuous features</a:t>
            </a:r>
          </a:p>
          <a:p>
            <a:pPr lvl="1"/>
            <a:r>
              <a:rPr lang="en-US" sz="2000" dirty="0"/>
              <a:t>Small values all towards one outcome, large on the other</a:t>
            </a:r>
          </a:p>
          <a:p>
            <a:r>
              <a:rPr lang="en-US" sz="2000" dirty="0"/>
              <a:t>Zero sample size in any level of outcome </a:t>
            </a:r>
            <a:r>
              <a:rPr lang="en-US" sz="2000" dirty="0">
                <a:sym typeface="Wingdings" panose="05000000000000000000" pitchFamily="2" charset="2"/>
              </a:rPr>
              <a:t> Model’s fit  Inf</a:t>
            </a:r>
            <a:r>
              <a:rPr lang="en-US" sz="2000" dirty="0"/>
              <a:t> coefficients </a:t>
            </a:r>
          </a:p>
        </p:txBody>
      </p:sp>
    </p:spTree>
    <p:extLst>
      <p:ext uri="{BB962C8B-B14F-4D97-AF65-F5344CB8AC3E}">
        <p14:creationId xmlns:p14="http://schemas.microsoft.com/office/powerpoint/2010/main" val="3113897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A5BB-543A-E6BC-B214-DAC764A85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781"/>
            <a:ext cx="10515600" cy="595574"/>
          </a:xfrm>
        </p:spPr>
        <p:txBody>
          <a:bodyPr>
            <a:normAutofit/>
          </a:bodyPr>
          <a:lstStyle/>
          <a:p>
            <a:pPr algn="ctr"/>
            <a:r>
              <a:rPr lang="en-US" sz="3000" b="1" dirty="0"/>
              <a:t>Correlation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1BF4-48AB-F18F-B99C-6D42C28D6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1883" y="991744"/>
            <a:ext cx="6597567" cy="4008613"/>
          </a:xfrm>
          <a:noFill/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Continues:</a:t>
            </a:r>
          </a:p>
          <a:p>
            <a:pPr lvl="1"/>
            <a:r>
              <a:rPr lang="en-US" sz="2000" dirty="0"/>
              <a:t>Normality test </a:t>
            </a:r>
            <a:r>
              <a:rPr lang="en-US" sz="2000" dirty="0">
                <a:sym typeface="Wingdings" panose="05000000000000000000" pitchFamily="2" charset="2"/>
              </a:rPr>
              <a:t> Spearman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Chi2  Cramer-V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Categorical-Continuous: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1-way-Anova  </a:t>
            </a:r>
            <a:r>
              <a:rPr lang="el-GR" sz="2000" dirty="0">
                <a:sym typeface="Wingdings" panose="05000000000000000000" pitchFamily="2" charset="2"/>
              </a:rPr>
              <a:t>η</a:t>
            </a:r>
            <a:r>
              <a:rPr lang="el-GR" sz="2000" baseline="30000" dirty="0">
                <a:sym typeface="Wingdings" panose="05000000000000000000" pitchFamily="2" charset="2"/>
              </a:rPr>
              <a:t>2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400" dirty="0">
                <a:sym typeface="Wingdings" panose="05000000000000000000" pitchFamily="2" charset="2"/>
              </a:rPr>
              <a:t>Sparsity: Merge levels with relative others </a:t>
            </a:r>
          </a:p>
          <a:p>
            <a:r>
              <a:rPr lang="en-US" sz="2400" dirty="0">
                <a:sym typeface="Wingdings" panose="05000000000000000000" pitchFamily="2" charset="2"/>
              </a:rPr>
              <a:t>Correlation: Feature selection for similar information predictors</a:t>
            </a:r>
            <a:endParaRPr lang="en-US" dirty="0">
              <a:sym typeface="Wingdings" panose="05000000000000000000" pitchFamily="2" charset="2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3DDD4E-E012-875F-8BEF-2790662F02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545941" y="5011934"/>
            <a:ext cx="4653511" cy="16160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D4859F-8361-86CF-2C9A-AB29747D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9451" y="1003320"/>
            <a:ext cx="4653513" cy="26343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E3335F-C327-808D-A219-1554D422F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453" y="3637715"/>
            <a:ext cx="4653511" cy="29902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207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2E30-38DD-5181-224E-44A77864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81974"/>
          </a:xfrm>
        </p:spPr>
        <p:txBody>
          <a:bodyPr/>
          <a:lstStyle/>
          <a:p>
            <a:pPr algn="ctr"/>
            <a:r>
              <a:rPr lang="en-GB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222208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92A4-3342-4D17-D7D8-CB45D8A1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96875"/>
          </a:xfrm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Evaluation Metrics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7BC3B-5F63-AD93-DF81-0FE7E566E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88720" y="1483360"/>
            <a:ext cx="4602480" cy="447103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1800" b="1" dirty="0"/>
              <a:t>Models</a:t>
            </a:r>
          </a:p>
          <a:p>
            <a:r>
              <a:rPr lang="en-US" sz="1800" b="1" dirty="0"/>
              <a:t>ROC Curves</a:t>
            </a:r>
          </a:p>
          <a:p>
            <a:pPr marL="0" indent="0" algn="ctr">
              <a:buNone/>
            </a:pPr>
            <a:r>
              <a:rPr lang="en-US" sz="1800" dirty="0"/>
              <a:t>Imbalanced Dataset towards minority class (Termination = 1) </a:t>
            </a:r>
            <a:r>
              <a:rPr lang="en-US" sz="1800" dirty="0">
                <a:sym typeface="Wingdings" panose="05000000000000000000" pitchFamily="2" charset="2"/>
              </a:rPr>
              <a:t></a:t>
            </a:r>
          </a:p>
          <a:p>
            <a:r>
              <a:rPr lang="en-US" sz="1800" b="1" dirty="0"/>
              <a:t>PR Curves</a:t>
            </a:r>
            <a:endParaRPr lang="en-US" sz="1800" b="1" dirty="0">
              <a:sym typeface="Wingdings" panose="05000000000000000000" pitchFamily="2" charset="2"/>
            </a:endParaRPr>
          </a:p>
          <a:p>
            <a:pPr lvl="1"/>
            <a:r>
              <a:rPr lang="en-US" sz="1800" dirty="0"/>
              <a:t>Models' performance decreased in compared to Roc</a:t>
            </a:r>
          </a:p>
          <a:p>
            <a:r>
              <a:rPr lang="en-US" sz="1800" b="1" dirty="0"/>
              <a:t>MCC</a:t>
            </a:r>
          </a:p>
          <a:p>
            <a:r>
              <a:rPr lang="en-US" sz="1800" b="1" dirty="0"/>
              <a:t>BA_acc</a:t>
            </a:r>
          </a:p>
          <a:p>
            <a:r>
              <a:rPr lang="en-US" sz="1800" b="1" dirty="0"/>
              <a:t>F1</a:t>
            </a:r>
            <a:endParaRPr lang="en-GB" sz="1800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18A182-FD34-0FCF-F841-2D21F0DFE300}"/>
              </a:ext>
            </a:extLst>
          </p:cNvPr>
          <p:cNvSpPr txBox="1">
            <a:spLocks/>
          </p:cNvSpPr>
          <p:nvPr/>
        </p:nvSpPr>
        <p:spPr>
          <a:xfrm>
            <a:off x="6461760" y="1483360"/>
            <a:ext cx="4602480" cy="44710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1800" b="1" dirty="0"/>
              <a:t>Features</a:t>
            </a:r>
            <a:r>
              <a:rPr lang="en-GB" sz="1800" dirty="0"/>
              <a:t> </a:t>
            </a:r>
          </a:p>
          <a:p>
            <a:r>
              <a:rPr lang="en-GB" sz="1800" b="1" dirty="0"/>
              <a:t>SHAP plots</a:t>
            </a:r>
          </a:p>
          <a:p>
            <a:pPr lvl="1"/>
            <a:r>
              <a:rPr lang="en-GB" sz="1800" dirty="0"/>
              <a:t>ML interpretability</a:t>
            </a:r>
          </a:p>
          <a:p>
            <a:pPr lvl="1">
              <a:buClr>
                <a:schemeClr val="tx1"/>
              </a:buClr>
            </a:pPr>
            <a:r>
              <a:rPr lang="en-GB" sz="1800" dirty="0">
                <a:solidFill>
                  <a:schemeClr val="accent5"/>
                </a:solidFill>
              </a:rPr>
              <a:t>Pink</a:t>
            </a:r>
            <a:r>
              <a:rPr lang="en-GB" sz="18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1800" dirty="0">
                <a:sym typeface="Wingdings" panose="05000000000000000000" pitchFamily="2" charset="2"/>
              </a:rPr>
              <a:t> high feature’s values / </a:t>
            </a:r>
            <a:r>
              <a:rPr lang="en-GB" sz="18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Blue</a:t>
            </a:r>
            <a:r>
              <a:rPr lang="en-GB" sz="1800" dirty="0">
                <a:sym typeface="Wingdings" panose="05000000000000000000" pitchFamily="2" charset="2"/>
              </a:rPr>
              <a:t>  Low feature’s values</a:t>
            </a:r>
          </a:p>
          <a:p>
            <a:pPr lvl="1"/>
            <a:r>
              <a:rPr lang="en-GB" sz="1800" dirty="0">
                <a:sym typeface="Wingdings" panose="05000000000000000000" pitchFamily="2" charset="2"/>
              </a:rPr>
              <a:t>X-axis</a:t>
            </a:r>
          </a:p>
          <a:p>
            <a:pPr lvl="2"/>
            <a:r>
              <a:rPr lang="en-GB" sz="1800" dirty="0">
                <a:sym typeface="Wingdings" panose="05000000000000000000" pitchFamily="2" charset="2"/>
              </a:rPr>
              <a:t>Right  Positive contribution to termination log-Odds</a:t>
            </a:r>
          </a:p>
          <a:p>
            <a:pPr lvl="2"/>
            <a:r>
              <a:rPr lang="en-GB" sz="1800" dirty="0">
                <a:sym typeface="Wingdings" panose="05000000000000000000" pitchFamily="2" charset="2"/>
              </a:rPr>
              <a:t>Left  Negative contribution to termination log-Odds</a:t>
            </a:r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5683498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3B03-5129-00F7-346A-0DAC09CCD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475" y="143241"/>
            <a:ext cx="10515600" cy="43352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 Phase</a:t>
            </a:r>
            <a:endParaRPr lang="en-GB" sz="30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854B908-6F9F-29E0-02F3-7D5EAFFAB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45" y="576769"/>
            <a:ext cx="5934754" cy="310686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A7AAAC0-FD89-913F-200E-40FA13D59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0724" y="576769"/>
            <a:ext cx="5934754" cy="310686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842E45A-587F-2D1A-551B-04AAC398F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245" y="3722213"/>
            <a:ext cx="5934753" cy="310686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5817C5D-A64B-A831-0BB4-FCCD10935B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0724" y="3722212"/>
            <a:ext cx="5934754" cy="31068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0848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18C95-FA1E-7B34-5FD5-342E1E43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96875"/>
          </a:xfrm>
        </p:spPr>
        <p:txBody>
          <a:bodyPr>
            <a:no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</a:rPr>
              <a:t>Metrics</a:t>
            </a:r>
            <a:endParaRPr lang="en-GB" sz="3000" b="1" dirty="0">
              <a:solidFill>
                <a:schemeClr val="bg1"/>
              </a:solidFill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F175C6F-61CC-06A2-A4BC-6ECC39FBD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4690" y="976344"/>
            <a:ext cx="4578676" cy="28533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AAC3F08-54F2-62EA-DACA-DC6E55DC9F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778" y="3829661"/>
            <a:ext cx="4570133" cy="262248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0986D5D-A04A-94E2-B442-4349224E9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4690" y="3825390"/>
            <a:ext cx="4578676" cy="26310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A81A4BA-4D0B-B320-8454-370B8AED4E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9778" y="950164"/>
            <a:ext cx="4584912" cy="28794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679369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A76F-2FAB-0554-AA54-F10AD8DB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757"/>
            <a:ext cx="10515600" cy="514551"/>
          </a:xfrm>
        </p:spPr>
        <p:txBody>
          <a:bodyPr>
            <a:normAutofit/>
          </a:bodyPr>
          <a:lstStyle/>
          <a:p>
            <a:pPr algn="ctr"/>
            <a:r>
              <a:rPr lang="en-US" sz="3000" b="1" dirty="0"/>
              <a:t>Model Performance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AC97-AA0F-A07F-8A56-4E882F374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7386" y="891251"/>
            <a:ext cx="9456517" cy="5769992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endParaRPr lang="en-US" sz="2100" b="1" dirty="0"/>
          </a:p>
          <a:p>
            <a:pPr marL="0" indent="0" algn="ctr">
              <a:buNone/>
            </a:pPr>
            <a:r>
              <a:rPr lang="en-US" sz="2100" b="1" dirty="0"/>
              <a:t>XGBoost</a:t>
            </a:r>
          </a:p>
          <a:p>
            <a:r>
              <a:rPr lang="en-US" sz="2100" b="1" dirty="0"/>
              <a:t>Stable Results in different </a:t>
            </a:r>
          </a:p>
          <a:p>
            <a:pPr lvl="1"/>
            <a:r>
              <a:rPr lang="en-US" sz="2100" dirty="0"/>
              <a:t>Methods</a:t>
            </a:r>
          </a:p>
          <a:p>
            <a:pPr lvl="1"/>
            <a:r>
              <a:rPr lang="en-US" sz="2100" dirty="0"/>
              <a:t>Dimensions</a:t>
            </a:r>
          </a:p>
          <a:p>
            <a:pPr lvl="1"/>
            <a:r>
              <a:rPr lang="en-US" sz="2100" dirty="0"/>
              <a:t>Features </a:t>
            </a:r>
          </a:p>
          <a:p>
            <a:pPr lvl="1"/>
            <a:r>
              <a:rPr lang="en-US" sz="2100" dirty="0"/>
              <a:t>Metrics: ROC PR, MCC, BA, F1 </a:t>
            </a:r>
            <a:r>
              <a:rPr lang="en-US" sz="2100" dirty="0">
                <a:sym typeface="Wingdings" panose="05000000000000000000" pitchFamily="2" charset="2"/>
              </a:rPr>
              <a:t> Always one of top performing</a:t>
            </a:r>
            <a:endParaRPr lang="en-US" sz="2100" dirty="0"/>
          </a:p>
          <a:p>
            <a:r>
              <a:rPr lang="en-US" sz="2100" b="1" dirty="0"/>
              <a:t>Benefits</a:t>
            </a:r>
          </a:p>
          <a:p>
            <a:pPr lvl="1"/>
            <a:r>
              <a:rPr lang="en-US" sz="2100" dirty="0"/>
              <a:t>Residuals based (no distance based, nonparametric etc.)</a:t>
            </a:r>
          </a:p>
          <a:p>
            <a:pPr lvl="1"/>
            <a:r>
              <a:rPr lang="en-US" sz="2100" dirty="0"/>
              <a:t>Raw data (Unscaled, Missing etc.)</a:t>
            </a:r>
          </a:p>
          <a:p>
            <a:r>
              <a:rPr lang="en-US" sz="2100" b="1" dirty="0"/>
              <a:t>Drawbacks</a:t>
            </a:r>
          </a:p>
          <a:p>
            <a:pPr lvl="1"/>
            <a:r>
              <a:rPr lang="en-US" sz="2100" dirty="0"/>
              <a:t>Few tunning parameters </a:t>
            </a:r>
            <a:r>
              <a:rPr lang="en-US" sz="2100" dirty="0">
                <a:sym typeface="Wingdings" panose="05000000000000000000" pitchFamily="2" charset="2"/>
              </a:rPr>
              <a:t> Overfit</a:t>
            </a:r>
          </a:p>
          <a:p>
            <a:pPr lvl="1"/>
            <a:r>
              <a:rPr lang="en-US" sz="2100" dirty="0"/>
              <a:t>Difference in 2</a:t>
            </a:r>
            <a:r>
              <a:rPr lang="en-US" sz="2100" baseline="30000" dirty="0"/>
              <a:t>nd</a:t>
            </a:r>
            <a:r>
              <a:rPr lang="en-US" sz="2100" dirty="0"/>
              <a:t> decimal between top classifiers</a:t>
            </a:r>
          </a:p>
          <a:p>
            <a:pPr marL="457200" lvl="1" indent="0">
              <a:buNone/>
            </a:pPr>
            <a:endParaRPr lang="en-US" sz="2100" dirty="0"/>
          </a:p>
          <a:p>
            <a:pPr marL="0" lvl="1" indent="0" algn="ctr">
              <a:buNone/>
            </a:pPr>
            <a:r>
              <a:rPr lang="en-US" sz="2100" b="1" dirty="0"/>
              <a:t>LightBoost</a:t>
            </a:r>
          </a:p>
          <a:p>
            <a:pPr marL="342900" lvl="1" indent="-342900"/>
            <a:r>
              <a:rPr lang="en-US" sz="2100" b="1" dirty="0"/>
              <a:t>Outperformed Phase 2</a:t>
            </a:r>
          </a:p>
          <a:p>
            <a:pPr marL="800100" lvl="2" indent="-342900"/>
            <a:r>
              <a:rPr lang="en-US" sz="2100" dirty="0"/>
              <a:t>Large Dataset</a:t>
            </a:r>
          </a:p>
          <a:p>
            <a:pPr marL="800100" lvl="2" indent="-342900"/>
            <a:r>
              <a:rPr lang="en-US" sz="2100" dirty="0"/>
              <a:t>Slow other models (e.g., SVC)</a:t>
            </a:r>
          </a:p>
          <a:p>
            <a:pPr lvl="2"/>
            <a:endParaRPr lang="en-US" sz="2100" dirty="0"/>
          </a:p>
          <a:p>
            <a:pPr algn="ctr">
              <a:buFont typeface="Wingdings" panose="05000000000000000000" pitchFamily="2" charset="2"/>
              <a:buChar char="ü"/>
            </a:pPr>
            <a:r>
              <a:rPr lang="en-US" sz="2100" b="1" dirty="0">
                <a:sym typeface="Wingdings" panose="05000000000000000000" pitchFamily="2" charset="2"/>
              </a:rPr>
              <a:t>Clinical practice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14692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DF65-6188-8376-76BA-FBFCD6D5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4654"/>
            <a:ext cx="10515600" cy="396875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per Phase</a:t>
            </a:r>
            <a:endParaRPr lang="en-GB" sz="3000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7DAF09B-1794-2935-A36D-C6D4470E3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37" y="873760"/>
            <a:ext cx="5474764" cy="2951193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0519679-5CE8-BE87-CE6A-DD2A5E0D60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496" y="873761"/>
            <a:ext cx="5902384" cy="295119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449E891-34CC-EF80-D7DB-A9A76841AB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032" y="3861840"/>
            <a:ext cx="5472790" cy="2781508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E62DD2C-5727-886B-18CA-BD00A70CD2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7071" y="3861839"/>
            <a:ext cx="5890809" cy="2781507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399873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B8F6-86CD-F67C-A5AC-A96346005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68252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Results</a:t>
            </a:r>
            <a:endParaRPr lang="en-GB" sz="3000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97345AD-832D-F3D6-8EAB-FB12F55F6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73215"/>
            <a:ext cx="5181600" cy="4903748"/>
          </a:xfrm>
          <a:ln>
            <a:solidFill>
              <a:schemeClr val="tx1"/>
            </a:solidFill>
          </a:ln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endParaRPr lang="en-US" b="1" u="sng" dirty="0"/>
          </a:p>
          <a:p>
            <a:pPr marL="0" indent="0" algn="ctr">
              <a:buNone/>
            </a:pPr>
            <a:r>
              <a:rPr lang="en-US" b="1" u="sng" dirty="0"/>
              <a:t>Best Predictors</a:t>
            </a:r>
          </a:p>
          <a:p>
            <a:r>
              <a:rPr lang="en-US" sz="2400" dirty="0"/>
              <a:t>Enrollment </a:t>
            </a:r>
          </a:p>
          <a:p>
            <a:r>
              <a:rPr lang="en-US" sz="2400" dirty="0"/>
              <a:t>Conditions (e.g., Neoplasms)</a:t>
            </a:r>
          </a:p>
          <a:p>
            <a:r>
              <a:rPr lang="en-US" sz="2400" dirty="0"/>
              <a:t>Enrollment x Condition</a:t>
            </a:r>
          </a:p>
          <a:p>
            <a:r>
              <a:rPr lang="en-US" sz="2400" dirty="0"/>
              <a:t>Enrollment x Facilities</a:t>
            </a:r>
          </a:p>
          <a:p>
            <a:r>
              <a:rPr lang="en-US" sz="2400" dirty="0"/>
              <a:t>Number of Facilities</a:t>
            </a:r>
          </a:p>
          <a:p>
            <a:r>
              <a:rPr lang="en-GB" sz="2400" dirty="0"/>
              <a:t>Global type of trials</a:t>
            </a:r>
            <a:endParaRPr lang="en-US" sz="2400" dirty="0"/>
          </a:p>
          <a:p>
            <a:r>
              <a:rPr lang="en-US" sz="2400" dirty="0"/>
              <a:t>Number of Adverse Events</a:t>
            </a:r>
          </a:p>
          <a:p>
            <a:r>
              <a:rPr lang="en-US" sz="2400" dirty="0"/>
              <a:t>Healthy Volunteers</a:t>
            </a:r>
          </a:p>
          <a:p>
            <a:r>
              <a:rPr lang="en-US" sz="2400" dirty="0"/>
              <a:t>Inter. Model (e.g., Parallel)</a:t>
            </a:r>
          </a:p>
          <a:p>
            <a:r>
              <a:rPr lang="en-GB" sz="2400" dirty="0"/>
              <a:t>Randomization</a:t>
            </a:r>
          </a:p>
          <a:p>
            <a:r>
              <a:rPr lang="en-GB" sz="2400" dirty="0"/>
              <a:t>Number of Arms</a:t>
            </a:r>
          </a:p>
          <a:p>
            <a:r>
              <a:rPr lang="en-GB" sz="2400" dirty="0"/>
              <a:t>Older age participants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AFD135F-78E3-632E-FA22-F645956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73215"/>
            <a:ext cx="5181600" cy="4903748"/>
          </a:xfrm>
          <a:ln>
            <a:solidFill>
              <a:schemeClr val="tx1"/>
            </a:solidFill>
          </a:ln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u="sng" dirty="0"/>
              <a:t>Predictors vs Phases</a:t>
            </a:r>
          </a:p>
          <a:p>
            <a:pPr marL="0" indent="0" algn="ctr">
              <a:buNone/>
            </a:pPr>
            <a:endParaRPr lang="en-US" b="1" u="sng" dirty="0"/>
          </a:p>
          <a:p>
            <a:r>
              <a:rPr lang="en-US" dirty="0"/>
              <a:t>Top Predictors ~ Phases</a:t>
            </a:r>
          </a:p>
          <a:p>
            <a:r>
              <a:rPr lang="en-US" dirty="0"/>
              <a:t>e.g., Phase 2,3 ~ Safety </a:t>
            </a:r>
            <a:r>
              <a:rPr lang="en-US" dirty="0">
                <a:sym typeface="Wingdings" panose="05000000000000000000" pitchFamily="2" charset="2"/>
              </a:rPr>
              <a:t> Adverse Events Counts</a:t>
            </a:r>
          </a:p>
          <a:p>
            <a:r>
              <a:rPr lang="en-US" dirty="0">
                <a:sym typeface="Wingdings" panose="05000000000000000000" pitchFamily="2" charset="2"/>
              </a:rPr>
              <a:t>Enrollment and Interaction  The strongest predictors</a:t>
            </a:r>
          </a:p>
          <a:p>
            <a:r>
              <a:rPr lang="en-US" dirty="0">
                <a:sym typeface="Wingdings" panose="05000000000000000000" pitchFamily="2" charset="2"/>
              </a:rPr>
              <a:t>A trial is going to stop due to accrual fail or success.</a:t>
            </a:r>
          </a:p>
          <a:p>
            <a:r>
              <a:rPr lang="en-US" dirty="0">
                <a:sym typeface="Wingdings" panose="05000000000000000000" pitchFamily="2" charset="2"/>
              </a:rPr>
              <a:t>Analysis without ‘Withdrawn’  PR worst than random guessing.</a:t>
            </a:r>
          </a:p>
          <a:p>
            <a:r>
              <a:rPr lang="en-US" dirty="0">
                <a:sym typeface="Wingdings" panose="05000000000000000000" pitchFamily="2" charset="2"/>
              </a:rPr>
              <a:t>Evaluate reasons for accrual success needed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3996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F17E-F8F5-06F4-FC0D-300EA7F0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/>
              <a:t>Discussion</a:t>
            </a:r>
            <a:endParaRPr lang="en-GB" sz="4000" b="1" dirty="0"/>
          </a:p>
        </p:txBody>
      </p:sp>
    </p:spTree>
    <p:extLst>
      <p:ext uri="{BB962C8B-B14F-4D97-AF65-F5344CB8AC3E}">
        <p14:creationId xmlns:p14="http://schemas.microsoft.com/office/powerpoint/2010/main" val="19476212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D52F8-754B-3D68-571B-AC8DA789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/>
              <a:t>Results Summary</a:t>
            </a:r>
            <a:endParaRPr lang="en-GB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D935D-B379-9015-F001-5112F9711E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07434" y="1690688"/>
            <a:ext cx="8977132" cy="4351338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Literature Alignment (Features, Models)</a:t>
            </a:r>
          </a:p>
          <a:p>
            <a:r>
              <a:rPr lang="en-US" dirty="0"/>
              <a:t>Features ~ Phases </a:t>
            </a:r>
          </a:p>
          <a:p>
            <a:r>
              <a:rPr lang="en-US" dirty="0"/>
              <a:t>Enrollment and Interactions (Conditions, Facilities)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GB" dirty="0">
                <a:sym typeface="Wingdings" panose="05000000000000000000" pitchFamily="2" charset="2"/>
              </a:rPr>
              <a:t> Strongest Contributor</a:t>
            </a:r>
          </a:p>
          <a:p>
            <a:r>
              <a:rPr lang="en-GB" dirty="0">
                <a:sym typeface="Wingdings" panose="05000000000000000000" pitchFamily="2" charset="2"/>
              </a:rPr>
              <a:t>Boosting algorithms  outperformed, more stable results to various methods/metrics</a:t>
            </a:r>
          </a:p>
          <a:p>
            <a:pPr lvl="1"/>
            <a:r>
              <a:rPr lang="en-GB" dirty="0">
                <a:sym typeface="Wingdings" panose="05000000000000000000" pitchFamily="2" charset="2"/>
              </a:rPr>
              <a:t>XGBoost  Smaller datasets </a:t>
            </a:r>
          </a:p>
          <a:p>
            <a:pPr lvl="1"/>
            <a:r>
              <a:rPr lang="en-GB" dirty="0">
                <a:sym typeface="Wingdings" panose="05000000000000000000" pitchFamily="2" charset="2"/>
              </a:rPr>
              <a:t>LightBoost  Larger/complex datasets</a:t>
            </a:r>
            <a:endParaRPr lang="en-US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9499923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8E8-2E98-47AD-EA90-7034E59DE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8335"/>
            <a:ext cx="10515600" cy="549275"/>
          </a:xfrm>
        </p:spPr>
        <p:txBody>
          <a:bodyPr>
            <a:normAutofit/>
          </a:bodyPr>
          <a:lstStyle/>
          <a:p>
            <a:pPr algn="ctr"/>
            <a:r>
              <a:rPr lang="en-US" sz="3000" b="1" dirty="0"/>
              <a:t>Strengths &amp; Limitations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E21A-3F83-3DDC-7BD2-BF9D4DD5C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5271" y="914400"/>
            <a:ext cx="5564529" cy="5787342"/>
          </a:xfrm>
          <a:ln>
            <a:solidFill>
              <a:schemeClr val="tx1"/>
            </a:solidFill>
          </a:ln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8000" b="1" u="sng" dirty="0"/>
              <a:t>Strengths</a:t>
            </a:r>
          </a:p>
          <a:p>
            <a:r>
              <a:rPr lang="en-GB" sz="6400" b="1" dirty="0"/>
              <a:t>Phases</a:t>
            </a:r>
          </a:p>
          <a:p>
            <a:pPr lvl="1"/>
            <a:r>
              <a:rPr lang="en-GB" sz="6400" dirty="0"/>
              <a:t>No phases of 1-4 excluded</a:t>
            </a:r>
          </a:p>
          <a:p>
            <a:pPr lvl="1"/>
            <a:r>
              <a:rPr lang="en-GB" sz="6400" dirty="0"/>
              <a:t>Per Phase analysis</a:t>
            </a:r>
          </a:p>
          <a:p>
            <a:r>
              <a:rPr lang="en-GB" sz="6400" b="1" dirty="0"/>
              <a:t>More features</a:t>
            </a:r>
          </a:p>
          <a:p>
            <a:pPr lvl="1"/>
            <a:r>
              <a:rPr lang="en-GB" sz="6400" dirty="0"/>
              <a:t>Interactions, New features (soc, intervention_Route etc).</a:t>
            </a:r>
          </a:p>
          <a:p>
            <a:pPr lvl="1"/>
            <a:r>
              <a:rPr lang="en-GB" sz="6400" dirty="0"/>
              <a:t>Checked for all features in Literature</a:t>
            </a:r>
          </a:p>
          <a:p>
            <a:r>
              <a:rPr lang="en-GB" sz="6400" b="1" dirty="0"/>
              <a:t>More models compared</a:t>
            </a:r>
            <a:r>
              <a:rPr lang="en-GB" sz="6400" b="1" dirty="0">
                <a:sym typeface="Wingdings" panose="05000000000000000000" pitchFamily="2" charset="2"/>
              </a:rPr>
              <a:t> </a:t>
            </a:r>
          </a:p>
          <a:p>
            <a:pPr lvl="1"/>
            <a:r>
              <a:rPr lang="en-GB" sz="6400" dirty="0">
                <a:sym typeface="Wingdings" panose="05000000000000000000" pitchFamily="2" charset="2"/>
              </a:rPr>
              <a:t>Actual clinical practice impact</a:t>
            </a:r>
          </a:p>
          <a:p>
            <a:r>
              <a:rPr lang="en-GB" sz="6400" b="1" dirty="0">
                <a:sym typeface="Wingdings" panose="05000000000000000000" pitchFamily="2" charset="2"/>
              </a:rPr>
              <a:t>Missing data</a:t>
            </a:r>
          </a:p>
          <a:p>
            <a:pPr lvl="1"/>
            <a:r>
              <a:rPr lang="en-GB" sz="6400" dirty="0">
                <a:sym typeface="Wingdings" panose="05000000000000000000" pitchFamily="2" charset="2"/>
              </a:rPr>
              <a:t>Avoid dropping</a:t>
            </a:r>
          </a:p>
          <a:p>
            <a:pPr lvl="1"/>
            <a:r>
              <a:rPr lang="en-GB" sz="6400" dirty="0">
                <a:sym typeface="Wingdings" panose="05000000000000000000" pitchFamily="2" charset="2"/>
              </a:rPr>
              <a:t>No other information dropped</a:t>
            </a:r>
          </a:p>
          <a:p>
            <a:r>
              <a:rPr lang="en-GB" sz="6400" b="1" dirty="0">
                <a:sym typeface="Wingdings" panose="05000000000000000000" pitchFamily="2" charset="2"/>
              </a:rPr>
              <a:t>Sample Size</a:t>
            </a:r>
          </a:p>
          <a:p>
            <a:pPr lvl="1"/>
            <a:r>
              <a:rPr lang="en-GB" sz="6400" dirty="0">
                <a:sym typeface="Wingdings" panose="05000000000000000000" pitchFamily="2" charset="2"/>
              </a:rPr>
              <a:t>Efficiently large dataset 2011-2024</a:t>
            </a:r>
          </a:p>
          <a:p>
            <a:pPr lvl="1"/>
            <a:r>
              <a:rPr lang="en-GB" sz="6400" dirty="0">
                <a:sym typeface="Wingdings" panose="05000000000000000000" pitchFamily="2" charset="2"/>
              </a:rPr>
              <a:t>EPV : Unbiased coeff, Avoid overfit </a:t>
            </a:r>
          </a:p>
          <a:p>
            <a:r>
              <a:rPr lang="en-GB" sz="6400" b="1" dirty="0">
                <a:sym typeface="Wingdings" panose="05000000000000000000" pitchFamily="2" charset="2"/>
              </a:rPr>
              <a:t>More performance Metrics</a:t>
            </a:r>
          </a:p>
          <a:p>
            <a:pPr lvl="1"/>
            <a:r>
              <a:rPr lang="en-GB" sz="6400" dirty="0">
                <a:sym typeface="Wingdings" panose="05000000000000000000" pitchFamily="2" charset="2"/>
              </a:rPr>
              <a:t>MCC, BA, F1, ROC, PR Curves</a:t>
            </a:r>
          </a:p>
          <a:p>
            <a:r>
              <a:rPr lang="en-GB" sz="6400" b="1" dirty="0">
                <a:sym typeface="Wingdings" panose="05000000000000000000" pitchFamily="2" charset="2"/>
              </a:rPr>
              <a:t>Interpretability of ML </a:t>
            </a:r>
          </a:p>
          <a:p>
            <a:pPr lvl="1"/>
            <a:r>
              <a:rPr lang="en-GB" sz="6400" dirty="0">
                <a:sym typeface="Wingdings" panose="05000000000000000000" pitchFamily="2" charset="2"/>
              </a:rPr>
              <a:t>SHAP plots</a:t>
            </a:r>
          </a:p>
          <a:p>
            <a:r>
              <a:rPr lang="en-GB" sz="6800" b="1" dirty="0">
                <a:sym typeface="Wingdings" panose="05000000000000000000" pitchFamily="2" charset="2"/>
              </a:rPr>
              <a:t>Alternative models of top performing  method</a:t>
            </a:r>
          </a:p>
          <a:p>
            <a:pPr lvl="1"/>
            <a:r>
              <a:rPr lang="en-GB" sz="6400" dirty="0">
                <a:sym typeface="Wingdings" panose="05000000000000000000" pitchFamily="2" charset="2"/>
              </a:rPr>
              <a:t>LightBoost etc.</a:t>
            </a:r>
          </a:p>
          <a:p>
            <a:endParaRPr lang="en-GB" sz="6800" dirty="0">
              <a:sym typeface="Wingdings" panose="05000000000000000000" pitchFamily="2" charset="2"/>
            </a:endParaRPr>
          </a:p>
          <a:p>
            <a:endParaRPr lang="en-GB" sz="25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DE421-F807-3BEB-AAE2-D3F1FCDFE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914400"/>
            <a:ext cx="5564529" cy="5787342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600" b="1" u="sng" dirty="0"/>
              <a:t>Limitations</a:t>
            </a:r>
          </a:p>
          <a:p>
            <a:r>
              <a:rPr lang="en-US" sz="1600" b="1" dirty="0"/>
              <a:t>Missing data </a:t>
            </a:r>
          </a:p>
          <a:p>
            <a:pPr lvl="1"/>
            <a:r>
              <a:rPr lang="en-US" sz="1600" dirty="0"/>
              <a:t>Regular expression text mining instead of NLP</a:t>
            </a:r>
          </a:p>
          <a:p>
            <a:pPr lvl="1"/>
            <a:r>
              <a:rPr lang="en-US" sz="1600" dirty="0"/>
              <a:t>Many null </a:t>
            </a:r>
            <a:r>
              <a:rPr lang="en-US" sz="1600" dirty="0">
                <a:sym typeface="Wingdings" panose="05000000000000000000" pitchFamily="2" charset="2"/>
              </a:rPr>
              <a:t> Drop whole features</a:t>
            </a:r>
          </a:p>
          <a:p>
            <a:r>
              <a:rPr lang="en-US" sz="1600" b="1" dirty="0">
                <a:sym typeface="Wingdings" panose="05000000000000000000" pitchFamily="2" charset="2"/>
              </a:rPr>
              <a:t>Same variables per Phase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Due to interpretability</a:t>
            </a:r>
            <a:endParaRPr lang="en-US" sz="1600" dirty="0"/>
          </a:p>
          <a:p>
            <a:r>
              <a:rPr lang="en-US" sz="1600" b="1" dirty="0"/>
              <a:t>Random Under Sample </a:t>
            </a:r>
          </a:p>
          <a:p>
            <a:pPr lvl="1"/>
            <a:r>
              <a:rPr lang="en-US" sz="1600" dirty="0"/>
              <a:t>Information loss</a:t>
            </a:r>
          </a:p>
          <a:p>
            <a:r>
              <a:rPr lang="en-US" sz="1600" b="1" dirty="0"/>
              <a:t>EPV &gt;20 </a:t>
            </a:r>
          </a:p>
          <a:p>
            <a:pPr lvl="1"/>
            <a:r>
              <a:rPr lang="en-US" sz="1600" dirty="0"/>
              <a:t>Inefficient for ML models</a:t>
            </a:r>
          </a:p>
          <a:p>
            <a:r>
              <a:rPr lang="en-US" sz="1600" b="1" dirty="0"/>
              <a:t>Exploratory Analysis based on Logistic</a:t>
            </a:r>
          </a:p>
          <a:p>
            <a:pPr lvl="1"/>
            <a:r>
              <a:rPr lang="en-US" sz="1600" dirty="0"/>
              <a:t>Due to interpretability</a:t>
            </a:r>
          </a:p>
          <a:p>
            <a:r>
              <a:rPr lang="en-US" sz="1600" b="1" dirty="0"/>
              <a:t>Models' outperformance </a:t>
            </a:r>
          </a:p>
          <a:p>
            <a:pPr lvl="1"/>
            <a:r>
              <a:rPr lang="en-US" sz="1600" dirty="0"/>
              <a:t>Difference only in second decimal</a:t>
            </a:r>
          </a:p>
          <a:p>
            <a:r>
              <a:rPr lang="en-US" sz="1600" b="1" dirty="0"/>
              <a:t>No Facilities’ location analysis</a:t>
            </a:r>
          </a:p>
          <a:p>
            <a:r>
              <a:rPr lang="en-US" sz="1600" b="1" dirty="0"/>
              <a:t>Phases 1|2, 2|3, NA excluded</a:t>
            </a:r>
          </a:p>
          <a:p>
            <a:r>
              <a:rPr lang="en-US" sz="1600" b="1" dirty="0"/>
              <a:t>AIC on Logistic</a:t>
            </a:r>
          </a:p>
          <a:p>
            <a:r>
              <a:rPr lang="en-US" sz="1600" b="1" dirty="0"/>
              <a:t>No separate analysis per Study status</a:t>
            </a:r>
          </a:p>
          <a:p>
            <a:pPr lvl="1"/>
            <a:r>
              <a:rPr lang="en-US" sz="1200" b="1" dirty="0"/>
              <a:t>Terminated, Withdrawn, Suspended etc.</a:t>
            </a:r>
          </a:p>
        </p:txBody>
      </p:sp>
    </p:spTree>
    <p:extLst>
      <p:ext uri="{BB962C8B-B14F-4D97-AF65-F5344CB8AC3E}">
        <p14:creationId xmlns:p14="http://schemas.microsoft.com/office/powerpoint/2010/main" val="2946716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B1F2-9B2C-952D-6552-CDCF58BA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3681"/>
            <a:ext cx="10515600" cy="427355"/>
          </a:xfrm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Future Research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BD6F-33DE-5ED7-7A3C-3B8D40A5DE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844952"/>
            <a:ext cx="10515600" cy="5654248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800" b="1" dirty="0"/>
              <a:t>Literature aligned</a:t>
            </a:r>
            <a:r>
              <a:rPr lang="en-US" sz="1800" b="1" dirty="0">
                <a:sym typeface="Wingdings" panose="05000000000000000000" pitchFamily="2" charset="2"/>
              </a:rPr>
              <a:t> </a:t>
            </a:r>
            <a:endParaRPr lang="en-US" sz="1800" b="1" dirty="0"/>
          </a:p>
          <a:p>
            <a:r>
              <a:rPr lang="en-US" sz="1800" b="1" dirty="0"/>
              <a:t>Further Analysis per:</a:t>
            </a:r>
          </a:p>
          <a:p>
            <a:pPr lvl="1"/>
            <a:r>
              <a:rPr lang="en-US" sz="1800" u="sng" dirty="0"/>
              <a:t>Feature’s interactions</a:t>
            </a:r>
          </a:p>
          <a:p>
            <a:pPr lvl="2"/>
            <a:r>
              <a:rPr lang="en-US" sz="1800" dirty="0"/>
              <a:t>Enrollment x Other Features, Multi-Facilities trials etc.</a:t>
            </a:r>
          </a:p>
          <a:p>
            <a:pPr lvl="2"/>
            <a:r>
              <a:rPr lang="en-US" sz="1800" dirty="0"/>
              <a:t>Funder x Intervention</a:t>
            </a:r>
          </a:p>
          <a:p>
            <a:pPr lvl="2"/>
            <a:r>
              <a:rPr lang="en-US" sz="1800" dirty="0"/>
              <a:t>Conditions: Underlying factors of early termination induction etc.</a:t>
            </a:r>
          </a:p>
          <a:p>
            <a:pPr lvl="2"/>
            <a:r>
              <a:rPr lang="en-US" sz="1800" dirty="0"/>
              <a:t>Detect deeper reasons for Early Termination</a:t>
            </a:r>
          </a:p>
          <a:p>
            <a:pPr lvl="1"/>
            <a:r>
              <a:rPr lang="en-US" sz="1800" u="sng" dirty="0"/>
              <a:t>Unique Phase’s features</a:t>
            </a:r>
          </a:p>
          <a:p>
            <a:pPr lvl="1"/>
            <a:r>
              <a:rPr lang="en-US" sz="1800" u="sng" dirty="0"/>
              <a:t>Study Status</a:t>
            </a:r>
          </a:p>
          <a:p>
            <a:pPr lvl="2"/>
            <a:r>
              <a:rPr lang="en-US" sz="1800" dirty="0"/>
              <a:t>Withdrawn , Terminated</a:t>
            </a:r>
          </a:p>
          <a:p>
            <a:r>
              <a:rPr lang="en-US" sz="1800" b="1" dirty="0"/>
              <a:t>Alternative Models of best performing Boosting method’s</a:t>
            </a:r>
          </a:p>
          <a:p>
            <a:r>
              <a:rPr lang="en-US" sz="1800" b="1" dirty="0"/>
              <a:t>Mapping</a:t>
            </a:r>
          </a:p>
          <a:p>
            <a:pPr lvl="1"/>
            <a:r>
              <a:rPr lang="en-US" sz="1800" dirty="0"/>
              <a:t>Mapping of key findings for termination reasons</a:t>
            </a:r>
          </a:p>
          <a:p>
            <a:pPr lvl="1"/>
            <a:r>
              <a:rPr lang="en-US" sz="1800" dirty="0"/>
              <a:t>Literature</a:t>
            </a:r>
          </a:p>
          <a:p>
            <a:pPr lvl="1"/>
            <a:r>
              <a:rPr lang="en-US" sz="1800" dirty="0"/>
              <a:t>Registries</a:t>
            </a:r>
          </a:p>
          <a:p>
            <a:pPr marL="0" indent="0" algn="ctr">
              <a:buNone/>
            </a:pPr>
            <a:r>
              <a:rPr lang="en-US" sz="1800" dirty="0"/>
              <a:t>Establish well performed models/methods for real world health data</a:t>
            </a:r>
          </a:p>
          <a:p>
            <a:pPr marL="0" indent="0" algn="ctr">
              <a:buNone/>
            </a:pPr>
            <a:r>
              <a:rPr lang="en-US" sz="1800" dirty="0"/>
              <a:t>and analysis of corresponding problems</a:t>
            </a:r>
            <a:endParaRPr lang="en-GB" sz="1800" b="1" dirty="0"/>
          </a:p>
        </p:txBody>
      </p:sp>
    </p:spTree>
    <p:extLst>
      <p:ext uri="{BB962C8B-B14F-4D97-AF65-F5344CB8AC3E}">
        <p14:creationId xmlns:p14="http://schemas.microsoft.com/office/powerpoint/2010/main" val="1725771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17736</TotalTime>
  <Words>1490</Words>
  <Application>Microsoft Office PowerPoint</Application>
  <PresentationFormat>Widescreen</PresentationFormat>
  <Paragraphs>321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Wingdings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 </vt:lpstr>
      <vt:lpstr>PowerPoint Presentation</vt:lpstr>
      <vt:lpstr>Introduction</vt:lpstr>
      <vt:lpstr>Clinical Trials (CT)</vt:lpstr>
      <vt:lpstr>Phases</vt:lpstr>
      <vt:lpstr>Electronic Health Records – EHR</vt:lpstr>
      <vt:lpstr>Problem</vt:lpstr>
      <vt:lpstr>Reasons for Early Termination (Background Research)</vt:lpstr>
      <vt:lpstr>Methodology</vt:lpstr>
      <vt:lpstr>Data Sources</vt:lpstr>
      <vt:lpstr>PowerPoint Presentation</vt:lpstr>
      <vt:lpstr>PowerPoint Presentation</vt:lpstr>
      <vt:lpstr>Exploratory Analysis</vt:lpstr>
      <vt:lpstr>PowerPoint Presentation</vt:lpstr>
      <vt:lpstr>Sparsity Risk</vt:lpstr>
      <vt:lpstr>Correlation</vt:lpstr>
      <vt:lpstr>Results</vt:lpstr>
      <vt:lpstr>Evaluation Metrics</vt:lpstr>
      <vt:lpstr>Model per Phase</vt:lpstr>
      <vt:lpstr>Metrics</vt:lpstr>
      <vt:lpstr>Model Performance</vt:lpstr>
      <vt:lpstr>Features per Phase</vt:lpstr>
      <vt:lpstr>Features Results</vt:lpstr>
      <vt:lpstr>Discussion</vt:lpstr>
      <vt:lpstr>Results Summary</vt:lpstr>
      <vt:lpstr>Strengths &amp; Limitations</vt:lpstr>
      <vt:lpstr>Future Research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2025-10-21T02:43:40Z</dcterms:modified>
</cp:coreProperties>
</file>