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60" r:id="rId6"/>
    <p:sldId id="270" r:id="rId7"/>
    <p:sldId id="281" r:id="rId8"/>
    <p:sldId id="262" r:id="rId9"/>
    <p:sldId id="266" r:id="rId10"/>
    <p:sldId id="269" r:id="rId11"/>
    <p:sldId id="275" r:id="rId12"/>
    <p:sldId id="274" r:id="rId13"/>
    <p:sldId id="273" r:id="rId14"/>
    <p:sldId id="290" r:id="rId15"/>
    <p:sldId id="268" r:id="rId16"/>
    <p:sldId id="279" r:id="rId17"/>
    <p:sldId id="267" r:id="rId18"/>
    <p:sldId id="264" r:id="rId19"/>
    <p:sldId id="291" r:id="rId20"/>
    <p:sldId id="276" r:id="rId21"/>
    <p:sldId id="284" r:id="rId22"/>
    <p:sldId id="293" r:id="rId23"/>
    <p:sldId id="292" r:id="rId24"/>
    <p:sldId id="263" r:id="rId25"/>
    <p:sldId id="285" r:id="rId26"/>
    <p:sldId id="277" r:id="rId27"/>
    <p:sldId id="278" r:id="rId28"/>
    <p:sldId id="29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60"/>
            <p14:sldId id="270"/>
            <p14:sldId id="281"/>
            <p14:sldId id="262"/>
            <p14:sldId id="266"/>
            <p14:sldId id="269"/>
            <p14:sldId id="275"/>
            <p14:sldId id="274"/>
            <p14:sldId id="273"/>
            <p14:sldId id="290"/>
            <p14:sldId id="268"/>
            <p14:sldId id="279"/>
            <p14:sldId id="267"/>
            <p14:sldId id="264"/>
            <p14:sldId id="291"/>
            <p14:sldId id="276"/>
            <p14:sldId id="284"/>
            <p14:sldId id="293"/>
            <p14:sldId id="292"/>
            <p14:sldId id="263"/>
            <p14:sldId id="285"/>
            <p14:sldId id="277"/>
            <p14:sldId id="278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D2D08-A2CD-4302-88FB-740D1140D192}" v="1691" dt="2025-11-26T00:22:05.8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50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5-11-26T00:24:03.375" v="39215" actId="20577"/>
      <pc:docMkLst>
        <pc:docMk/>
      </pc:docMkLst>
      <pc:sldChg chg="addSp delSp modSp new mod setBg">
        <pc:chgData name="Evgenia Andreou" userId="8e89e74f621e7047" providerId="LiveId" clId="{EF53017E-E624-4052-9F70-6403551E244D}" dt="2025-11-21T00:49:58.598" v="34954" actId="20577"/>
        <pc:sldMkLst>
          <pc:docMk/>
          <pc:sldMk cId="568867521" sldId="257"/>
        </pc:sldMkLst>
        <pc:spChg chg="add del mod">
          <ac:chgData name="Evgenia Andreou" userId="8e89e74f621e7047" providerId="LiveId" clId="{EF53017E-E624-4052-9F70-6403551E244D}" dt="2025-10-31T15:18:02.298" v="34874" actId="113"/>
          <ac:spMkLst>
            <pc:docMk/>
            <pc:sldMk cId="568867521" sldId="257"/>
            <ac:spMk id="3" creationId="{09FB8F2E-C1EA-0356-22BA-7189EA91775F}"/>
          </ac:spMkLst>
        </pc:spChg>
        <pc:spChg chg="add mod">
          <ac:chgData name="Evgenia Andreou" userId="8e89e74f621e7047" providerId="LiveId" clId="{EF53017E-E624-4052-9F70-6403551E244D}" dt="2025-11-21T00:49:58.598" v="34954" actId="20577"/>
          <ac:spMkLst>
            <pc:docMk/>
            <pc:sldMk cId="568867521" sldId="257"/>
            <ac:spMk id="4" creationId="{DA253F5B-969C-ED7C-E6DD-0409268E6EFB}"/>
          </ac:spMkLst>
        </pc:spChg>
        <pc:spChg chg="add mod">
          <ac:chgData name="Evgenia Andreou" userId="8e89e74f621e7047" providerId="LiveId" clId="{EF53017E-E624-4052-9F70-6403551E244D}" dt="2025-10-31T15:19:05.841" v="34919" actId="1076"/>
          <ac:spMkLst>
            <pc:docMk/>
            <pc:sldMk cId="568867521" sldId="257"/>
            <ac:spMk id="5" creationId="{7F59F5FB-A94B-31DE-2AAA-445E59F01FC2}"/>
          </ac:spMkLst>
        </pc:spChg>
        <pc:picChg chg="add mod">
          <ac:chgData name="Evgenia Andreou" userId="8e89e74f621e7047" providerId="LiveId" clId="{EF53017E-E624-4052-9F70-6403551E244D}" dt="2025-10-31T15:19:06.238" v="34920" actId="1076"/>
          <ac:picMkLst>
            <pc:docMk/>
            <pc:sldMk cId="568867521" sldId="257"/>
            <ac:picMk id="2" creationId="{5D46DE69-A32F-DC72-8928-3B97AD27BEA8}"/>
          </ac:picMkLst>
        </pc:picChg>
      </pc:sldChg>
      <pc:sldChg chg="addSp delSp modSp new mod ord setBg">
        <pc:chgData name="Evgenia Andreou" userId="8e89e74f621e7047" providerId="LiveId" clId="{EF53017E-E624-4052-9F70-6403551E244D}" dt="2025-10-31T15:17:52.574" v="34873" actId="692"/>
        <pc:sldMkLst>
          <pc:docMk/>
          <pc:sldMk cId="1223022622" sldId="258"/>
        </pc:sldMkLst>
        <pc:spChg chg="mod">
          <ac:chgData name="Evgenia Andreou" userId="8e89e74f621e7047" providerId="LiveId" clId="{EF53017E-E624-4052-9F70-6403551E244D}" dt="2025-10-31T15:17:52.574" v="34873" actId="692"/>
          <ac:spMkLst>
            <pc:docMk/>
            <pc:sldMk cId="1223022622" sldId="258"/>
            <ac:spMk id="2" creationId="{68F7CEDF-EFB3-C401-7155-FB36C7BDA927}"/>
          </ac:spMkLst>
        </pc:spChg>
        <pc:picChg chg="add mod">
          <ac:chgData name="Evgenia Andreou" userId="8e89e74f621e7047" providerId="LiveId" clId="{EF53017E-E624-4052-9F70-6403551E244D}" dt="2025-10-27T22:32:06.554" v="29331" actId="1076"/>
          <ac:picMkLst>
            <pc:docMk/>
            <pc:sldMk cId="1223022622" sldId="258"/>
            <ac:picMk id="5" creationId="{2939F83A-723A-089B-DABC-C6A8AD936F95}"/>
          </ac:picMkLst>
        </pc:picChg>
      </pc:sldChg>
      <pc:sldChg chg="addSp delSp modSp new mod ord setBg modClrScheme chgLayout">
        <pc:chgData name="Evgenia Andreou" userId="8e89e74f621e7047" providerId="LiveId" clId="{EF53017E-E624-4052-9F70-6403551E244D}" dt="2025-11-23T03:26:22.002" v="38386" actId="20577"/>
        <pc:sldMkLst>
          <pc:docMk/>
          <pc:sldMk cId="3253723412" sldId="260"/>
        </pc:sldMkLst>
        <pc:spChg chg="add mod">
          <ac:chgData name="Evgenia Andreou" userId="8e89e74f621e7047" providerId="LiveId" clId="{EF53017E-E624-4052-9F70-6403551E244D}" dt="2025-10-29T16:03:40.991" v="34565" actId="255"/>
          <ac:spMkLst>
            <pc:docMk/>
            <pc:sldMk cId="3253723412" sldId="260"/>
            <ac:spMk id="2" creationId="{8ED081B3-55DA-8B56-A28C-A5E0E86DDBDA}"/>
          </ac:spMkLst>
        </pc:spChg>
        <pc:spChg chg="add mod">
          <ac:chgData name="Evgenia Andreou" userId="8e89e74f621e7047" providerId="LiveId" clId="{EF53017E-E624-4052-9F70-6403551E244D}" dt="2025-10-29T16:02:39.018" v="34557" actId="255"/>
          <ac:spMkLst>
            <pc:docMk/>
            <pc:sldMk cId="3253723412" sldId="260"/>
            <ac:spMk id="3" creationId="{364C2508-D28E-6C2B-E788-4415DE3EF595}"/>
          </ac:spMkLst>
        </pc:spChg>
        <pc:spChg chg="add mod">
          <ac:chgData name="Evgenia Andreou" userId="8e89e74f621e7047" providerId="LiveId" clId="{EF53017E-E624-4052-9F70-6403551E244D}" dt="2025-10-29T16:07:12.248" v="34666" actId="20577"/>
          <ac:spMkLst>
            <pc:docMk/>
            <pc:sldMk cId="3253723412" sldId="260"/>
            <ac:spMk id="4" creationId="{8E7D1FB3-01A9-C464-C45A-EB8E9A04BC4D}"/>
          </ac:spMkLst>
        </pc:spChg>
        <pc:spChg chg="add mod">
          <ac:chgData name="Evgenia Andreou" userId="8e89e74f621e7047" providerId="LiveId" clId="{EF53017E-E624-4052-9F70-6403551E244D}" dt="2025-11-21T01:02:19.481" v="35228" actId="1076"/>
          <ac:spMkLst>
            <pc:docMk/>
            <pc:sldMk cId="3253723412" sldId="260"/>
            <ac:spMk id="5" creationId="{E7DEE60B-D404-7827-DCD6-007CA5735B35}"/>
          </ac:spMkLst>
        </pc:spChg>
        <pc:spChg chg="add mod">
          <ac:chgData name="Evgenia Andreou" userId="8e89e74f621e7047" providerId="LiveId" clId="{EF53017E-E624-4052-9F70-6403551E244D}" dt="2025-11-21T01:02:11.243" v="35226" actId="1076"/>
          <ac:spMkLst>
            <pc:docMk/>
            <pc:sldMk cId="3253723412" sldId="260"/>
            <ac:spMk id="6" creationId="{CD9BB61E-EA88-626A-DB6A-1C88B5382EEA}"/>
          </ac:spMkLst>
        </pc:spChg>
        <pc:spChg chg="add mod">
          <ac:chgData name="Evgenia Andreou" userId="8e89e74f621e7047" providerId="LiveId" clId="{EF53017E-E624-4052-9F70-6403551E244D}" dt="2025-11-23T03:26:22.002" v="38386" actId="20577"/>
          <ac:spMkLst>
            <pc:docMk/>
            <pc:sldMk cId="3253723412" sldId="260"/>
            <ac:spMk id="7" creationId="{CDDFCFBD-9E04-ECFB-B1C3-F69CFF2F9ACF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1-23T01:18:41.088" v="37571" actId="20577"/>
        <pc:sldMkLst>
          <pc:docMk/>
          <pc:sldMk cId="1363710211" sldId="262"/>
        </pc:sldMkLst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18" creationId="{DA1202A3-1C81-7F2E-C455-6765BD42D175}"/>
          </ac:spMkLst>
        </pc:spChg>
        <pc:spChg chg="add del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19" creationId="{B6136405-1727-36E6-CA35-BB9A033D83BF}"/>
          </ac:spMkLst>
        </pc:spChg>
        <pc:spChg chg="add del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20" creationId="{D3BA573A-42F1-DA45-C0FD-BC1655434B77}"/>
          </ac:spMkLst>
        </pc:spChg>
        <pc:spChg chg="add mod">
          <ac:chgData name="Evgenia Andreou" userId="8e89e74f621e7047" providerId="LiveId" clId="{EF53017E-E624-4052-9F70-6403551E244D}" dt="2025-10-27T23:05:37.279" v="30764" actId="207"/>
          <ac:spMkLst>
            <pc:docMk/>
            <pc:sldMk cId="1363710211" sldId="262"/>
            <ac:spMk id="21" creationId="{423AFC2A-4C62-4A4D-AEB3-32D858308FD1}"/>
          </ac:spMkLst>
        </pc:spChg>
        <pc:spChg chg="add mod">
          <ac:chgData name="Evgenia Andreou" userId="8e89e74f621e7047" providerId="LiveId" clId="{EF53017E-E624-4052-9F70-6403551E244D}" dt="2025-10-27T23:05:37.279" v="30764" actId="207"/>
          <ac:spMkLst>
            <pc:docMk/>
            <pc:sldMk cId="1363710211" sldId="262"/>
            <ac:spMk id="22" creationId="{EE293953-6562-5BA0-E21F-F083B2846EC4}"/>
          </ac:spMkLst>
        </pc:spChg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23" creationId="{03C46B7F-8DBD-208B-12A2-4C85460F75A9}"/>
          </ac:spMkLst>
        </pc:spChg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24" creationId="{E1FABA48-E7BA-FC06-2FF3-7550185F508C}"/>
          </ac:spMkLst>
        </pc:spChg>
        <pc:spChg chg="add mod">
          <ac:chgData name="Evgenia Andreou" userId="8e89e74f621e7047" providerId="LiveId" clId="{EF53017E-E624-4052-9F70-6403551E244D}" dt="2025-10-27T23:05:37.279" v="30764" actId="207"/>
          <ac:spMkLst>
            <pc:docMk/>
            <pc:sldMk cId="1363710211" sldId="262"/>
            <ac:spMk id="25" creationId="{3C9E1510-0A85-CC61-2F3A-2965E5E741DD}"/>
          </ac:spMkLst>
        </pc:spChg>
        <pc:spChg chg="add del mod">
          <ac:chgData name="Evgenia Andreou" userId="8e89e74f621e7047" providerId="LiveId" clId="{EF53017E-E624-4052-9F70-6403551E244D}" dt="2025-10-27T23:05:47.080" v="30766" actId="207"/>
          <ac:spMkLst>
            <pc:docMk/>
            <pc:sldMk cId="1363710211" sldId="262"/>
            <ac:spMk id="29" creationId="{23EC8373-4835-1D54-AC63-3CAC68B40C09}"/>
          </ac:spMkLst>
        </pc:spChg>
        <pc:spChg chg="add mod">
          <ac:chgData name="Evgenia Andreou" userId="8e89e74f621e7047" providerId="LiveId" clId="{EF53017E-E624-4052-9F70-6403551E244D}" dt="2025-10-27T23:05:47.080" v="30766" actId="207"/>
          <ac:spMkLst>
            <pc:docMk/>
            <pc:sldMk cId="1363710211" sldId="262"/>
            <ac:spMk id="30" creationId="{B089C5E8-5913-03D2-C089-2339D56123FD}"/>
          </ac:spMkLst>
        </pc:spChg>
        <pc:spChg chg="add mod">
          <ac:chgData name="Evgenia Andreou" userId="8e89e74f621e7047" providerId="LiveId" clId="{EF53017E-E624-4052-9F70-6403551E244D}" dt="2025-11-23T01:18:41.088" v="37571" actId="20577"/>
          <ac:spMkLst>
            <pc:docMk/>
            <pc:sldMk cId="1363710211" sldId="262"/>
            <ac:spMk id="31" creationId="{E4151066-3F48-9700-D69C-E46E31D40C83}"/>
          </ac:spMkLst>
        </pc:spChg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62" creationId="{276814B7-E327-3B1E-F177-5D0C4F86C148}"/>
          </ac:spMkLst>
        </pc:spChg>
        <pc:spChg chg="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63" creationId="{685977E3-BE66-C325-7617-8006ED1FCC83}"/>
          </ac:spMkLst>
        </pc:spChg>
        <pc:spChg chg="add 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64" creationId="{96375C8D-75B6-B300-A413-940AA01BDE3E}"/>
          </ac:spMkLst>
        </pc:spChg>
        <pc:spChg chg="mod">
          <ac:chgData name="Evgenia Andreou" userId="8e89e74f621e7047" providerId="LiveId" clId="{EF53017E-E624-4052-9F70-6403551E244D}" dt="2025-10-28T01:11:50.569" v="33200" actId="1076"/>
          <ac:spMkLst>
            <pc:docMk/>
            <pc:sldMk cId="1363710211" sldId="262"/>
            <ac:spMk id="65" creationId="{BC395692-D7A5-4CC4-921A-B43C008650B1}"/>
          </ac:spMkLst>
        </pc:spChg>
        <pc:spChg chg="add mod">
          <ac:chgData name="Evgenia Andreou" userId="8e89e74f621e7047" providerId="LiveId" clId="{EF53017E-E624-4052-9F70-6403551E244D}" dt="2025-10-27T23:06:02.343" v="30783" actId="1038"/>
          <ac:spMkLst>
            <pc:docMk/>
            <pc:sldMk cId="1363710211" sldId="262"/>
            <ac:spMk id="94" creationId="{28E262A4-85BC-A987-DFF2-C03B2E4F7690}"/>
          </ac:spMkLst>
        </pc:spChg>
        <pc:spChg chg="add mod">
          <ac:chgData name="Evgenia Andreou" userId="8e89e74f621e7047" providerId="LiveId" clId="{EF53017E-E624-4052-9F70-6403551E244D}" dt="2025-10-28T01:09:39.576" v="33179" actId="1035"/>
          <ac:spMkLst>
            <pc:docMk/>
            <pc:sldMk cId="1363710211" sldId="262"/>
            <ac:spMk id="582" creationId="{8AD59409-A14C-E64D-73A3-2C4EE7BB5E73}"/>
          </ac:spMkLst>
        </pc:spChg>
        <pc:spChg chg="add mod">
          <ac:chgData name="Evgenia Andreou" userId="8e89e74f621e7047" providerId="LiveId" clId="{EF53017E-E624-4052-9F70-6403551E244D}" dt="2025-11-21T01:05:32.978" v="35284" actId="20577"/>
          <ac:spMkLst>
            <pc:docMk/>
            <pc:sldMk cId="1363710211" sldId="262"/>
            <ac:spMk id="677" creationId="{1263351C-9AB9-9F3E-1A06-CBF996165FBC}"/>
          </ac:spMkLst>
        </pc:spChg>
        <pc:cxnChg chg="mod">
          <ac:chgData name="Evgenia Andreou" userId="8e89e74f621e7047" providerId="LiveId" clId="{EF53017E-E624-4052-9F70-6403551E244D}" dt="2025-10-27T22:09:51.292" v="29209" actId="1076"/>
          <ac:cxnSpMkLst>
            <pc:docMk/>
            <pc:sldMk cId="1363710211" sldId="262"/>
            <ac:cxnSpMk id="68" creationId="{5E0EECE8-AB14-663A-F02F-8B737CA2E325}"/>
          </ac:cxnSpMkLst>
        </pc:cxnChg>
        <pc:cxnChg chg="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70" creationId="{53232069-8A2F-8848-7025-41FE72768F8C}"/>
          </ac:cxnSpMkLst>
        </pc:cxnChg>
        <pc:cxnChg chg="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73" creationId="{194E404E-5C6E-E5EE-A78B-BA3B2B61EEB2}"/>
          </ac:cxnSpMkLst>
        </pc:cxnChg>
        <pc:cxnChg chg="mod">
          <ac:chgData name="Evgenia Andreou" userId="8e89e74f621e7047" providerId="LiveId" clId="{EF53017E-E624-4052-9F70-6403551E244D}" dt="2025-10-27T22:07:46.026" v="29172" actId="478"/>
          <ac:cxnSpMkLst>
            <pc:docMk/>
            <pc:sldMk cId="1363710211" sldId="262"/>
            <ac:cxnSpMk id="74" creationId="{F00E1C02-3F02-6CE1-AA6B-17A0488972D1}"/>
          </ac:cxnSpMkLst>
        </pc:cxnChg>
        <pc:cxnChg chg="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75" creationId="{4CC1E783-18E4-8F6D-ECF6-34DDBB6B81E0}"/>
          </ac:cxnSpMkLst>
        </pc:cxnChg>
        <pc:cxnChg chg="mod">
          <ac:chgData name="Evgenia Andreou" userId="8e89e74f621e7047" providerId="LiveId" clId="{EF53017E-E624-4052-9F70-6403551E244D}" dt="2025-10-27T22:07:30.909" v="29169" actId="478"/>
          <ac:cxnSpMkLst>
            <pc:docMk/>
            <pc:sldMk cId="1363710211" sldId="262"/>
            <ac:cxnSpMk id="77" creationId="{4464893D-F15C-B75F-4AAC-E1B5E329FBDD}"/>
          </ac:cxnSpMkLst>
        </pc:cxnChg>
        <pc:cxnChg chg="mod">
          <ac:chgData name="Evgenia Andreou" userId="8e89e74f621e7047" providerId="LiveId" clId="{EF53017E-E624-4052-9F70-6403551E244D}" dt="2025-10-27T22:09:40.200" v="29208" actId="1076"/>
          <ac:cxnSpMkLst>
            <pc:docMk/>
            <pc:sldMk cId="1363710211" sldId="262"/>
            <ac:cxnSpMk id="78" creationId="{233F2D15-C7AE-A91A-DC48-28D5E93B476C}"/>
          </ac:cxnSpMkLst>
        </pc:cxnChg>
        <pc:cxnChg chg="mod">
          <ac:chgData name="Evgenia Andreou" userId="8e89e74f621e7047" providerId="LiveId" clId="{EF53017E-E624-4052-9F70-6403551E244D}" dt="2025-10-28T01:09:46.992" v="33181" actId="14100"/>
          <ac:cxnSpMkLst>
            <pc:docMk/>
            <pc:sldMk cId="1363710211" sldId="262"/>
            <ac:cxnSpMk id="81" creationId="{05344E2E-FFEC-B46E-FB1C-FBAC268A6731}"/>
          </ac:cxnSpMkLst>
        </pc:cxnChg>
        <pc:cxnChg chg="mod">
          <ac:chgData name="Evgenia Andreou" userId="8e89e74f621e7047" providerId="LiveId" clId="{EF53017E-E624-4052-9F70-6403551E244D}" dt="2025-10-28T01:09:55.023" v="33183" actId="14100"/>
          <ac:cxnSpMkLst>
            <pc:docMk/>
            <pc:sldMk cId="1363710211" sldId="262"/>
            <ac:cxnSpMk id="83" creationId="{5156EED3-9E21-BC6B-951D-F2914FC68A98}"/>
          </ac:cxnSpMkLst>
        </pc:cxnChg>
        <pc:cxnChg chg="mod">
          <ac:chgData name="Evgenia Andreou" userId="8e89e74f621e7047" providerId="LiveId" clId="{EF53017E-E624-4052-9F70-6403551E244D}" dt="2025-10-28T01:11:50.569" v="33200" actId="1076"/>
          <ac:cxnSpMkLst>
            <pc:docMk/>
            <pc:sldMk cId="1363710211" sldId="262"/>
            <ac:cxnSpMk id="85" creationId="{78652D68-0DB3-6990-6918-EE78DE3D987D}"/>
          </ac:cxnSpMkLst>
        </pc:cxnChg>
        <pc:cxnChg chg="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87" creationId="{1132FF9E-F1BD-E667-E01F-0E0BEB517FC0}"/>
          </ac:cxnSpMkLst>
        </pc:cxnChg>
        <pc:cxnChg chg="mod">
          <ac:chgData name="Evgenia Andreou" userId="8e89e74f621e7047" providerId="LiveId" clId="{EF53017E-E624-4052-9F70-6403551E244D}" dt="2025-10-27T22:10:52.388" v="29233" actId="1076"/>
          <ac:cxnSpMkLst>
            <pc:docMk/>
            <pc:sldMk cId="1363710211" sldId="262"/>
            <ac:cxnSpMk id="91" creationId="{D878F7C9-712D-5126-FCE4-342FE5DE8A81}"/>
          </ac:cxnSpMkLst>
        </pc:cxnChg>
        <pc:cxnChg chg="add 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267" creationId="{C3CC4946-4231-BDC9-1298-AA44DA81682E}"/>
          </ac:cxnSpMkLst>
        </pc:cxnChg>
        <pc:cxnChg chg="add 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509" creationId="{175509C9-F69A-1947-F16B-D0374B7D2F77}"/>
          </ac:cxnSpMkLst>
        </pc:cxnChg>
        <pc:cxnChg chg="add mod">
          <ac:chgData name="Evgenia Andreou" userId="8e89e74f621e7047" providerId="LiveId" clId="{EF53017E-E624-4052-9F70-6403551E244D}" dt="2025-10-28T01:09:49.689" v="33182" actId="14100"/>
          <ac:cxnSpMkLst>
            <pc:docMk/>
            <pc:sldMk cId="1363710211" sldId="262"/>
            <ac:cxnSpMk id="583" creationId="{B799BC5B-8485-A3BC-50A1-D4C731EE3820}"/>
          </ac:cxnSpMkLst>
        </pc:cxnChg>
        <pc:cxnChg chg="add mod">
          <ac:chgData name="Evgenia Andreou" userId="8e89e74f621e7047" providerId="LiveId" clId="{EF53017E-E624-4052-9F70-6403551E244D}" dt="2025-10-27T23:04:21.215" v="30748" actId="692"/>
          <ac:cxnSpMkLst>
            <pc:docMk/>
            <pc:sldMk cId="1363710211" sldId="262"/>
            <ac:cxnSpMk id="591" creationId="{D3B9B5F9-8660-70D3-44AA-D8E39564648C}"/>
          </ac:cxnSpMkLst>
        </pc:cxnChg>
        <pc:cxnChg chg="add mod">
          <ac:chgData name="Evgenia Andreou" userId="8e89e74f621e7047" providerId="LiveId" clId="{EF53017E-E624-4052-9F70-6403551E244D}" dt="2025-10-27T22:05:33.944" v="29153" actId="478"/>
          <ac:cxnSpMkLst>
            <pc:docMk/>
            <pc:sldMk cId="1363710211" sldId="262"/>
            <ac:cxnSpMk id="624" creationId="{0E2627AA-30FB-8252-5A08-C663C633D9C7}"/>
          </ac:cxnSpMkLst>
        </pc:cxnChg>
      </pc:sldChg>
      <pc:sldChg chg="addSp modSp add mod ord">
        <pc:chgData name="Evgenia Andreou" userId="8e89e74f621e7047" providerId="LiveId" clId="{EF53017E-E624-4052-9F70-6403551E244D}" dt="2025-11-23T03:43:57.558" v="38454" actId="1076"/>
        <pc:sldMkLst>
          <pc:docMk/>
          <pc:sldMk cId="379656155" sldId="263"/>
        </pc:sldMkLst>
        <pc:spChg chg="add mod">
          <ac:chgData name="Evgenia Andreou" userId="8e89e74f621e7047" providerId="LiveId" clId="{EF53017E-E624-4052-9F70-6403551E244D}" dt="2025-11-23T03:43:51.945" v="38453" actId="1076"/>
          <ac:spMkLst>
            <pc:docMk/>
            <pc:sldMk cId="379656155" sldId="263"/>
            <ac:spMk id="2" creationId="{608B01A7-91F3-6875-4CD6-3BD2CA6131EB}"/>
          </ac:spMkLst>
        </pc:spChg>
        <pc:spChg chg="mod">
          <ac:chgData name="Evgenia Andreou" userId="8e89e74f621e7047" providerId="LiveId" clId="{EF53017E-E624-4052-9F70-6403551E244D}" dt="2025-11-23T03:43:47.748" v="38452" actId="1076"/>
          <ac:spMkLst>
            <pc:docMk/>
            <pc:sldMk cId="379656155" sldId="263"/>
            <ac:spMk id="7" creationId="{7379714B-1FF3-323E-6749-EA95E8C454BF}"/>
          </ac:spMkLst>
        </pc:spChg>
        <pc:picChg chg="add mod">
          <ac:chgData name="Evgenia Andreou" userId="8e89e74f621e7047" providerId="LiveId" clId="{EF53017E-E624-4052-9F70-6403551E244D}" dt="2025-11-23T03:43:57.558" v="38454" actId="1076"/>
          <ac:picMkLst>
            <pc:docMk/>
            <pc:sldMk cId="379656155" sldId="263"/>
            <ac:picMk id="14" creationId="{02054822-7CFA-3734-870F-31D73313B46C}"/>
          </ac:picMkLst>
        </pc:picChg>
      </pc:sldChg>
      <pc:sldChg chg="modSp add mod ord">
        <pc:chgData name="Evgenia Andreou" userId="8e89e74f621e7047" providerId="LiveId" clId="{EF53017E-E624-4052-9F70-6403551E244D}" dt="2025-11-25T20:26:05.952" v="38914" actId="20577"/>
        <pc:sldMkLst>
          <pc:docMk/>
          <pc:sldMk cId="493610102" sldId="264"/>
        </pc:sldMkLst>
        <pc:spChg chg="mod">
          <ac:chgData name="Evgenia Andreou" userId="8e89e74f621e7047" providerId="LiveId" clId="{EF53017E-E624-4052-9F70-6403551E244D}" dt="2025-11-25T20:26:05.952" v="38914" actId="20577"/>
          <ac:spMkLst>
            <pc:docMk/>
            <pc:sldMk cId="493610102" sldId="264"/>
            <ac:spMk id="7" creationId="{0871E4C9-769D-7B7A-AAF4-AA60C90D5ABE}"/>
          </ac:spMkLst>
        </pc:spChg>
      </pc:sldChg>
      <pc:sldChg chg="addSp delSp modSp new mod setBg modClrScheme chgLayout">
        <pc:chgData name="Evgenia Andreou" userId="8e89e74f621e7047" providerId="LiveId" clId="{EF53017E-E624-4052-9F70-6403551E244D}" dt="2025-11-26T00:22:05.877" v="39214" actId="5793"/>
        <pc:sldMkLst>
          <pc:docMk/>
          <pc:sldMk cId="1969514135" sldId="266"/>
        </pc:sldMkLst>
        <pc:spChg chg="add mod">
          <ac:chgData name="Evgenia Andreou" userId="8e89e74f621e7047" providerId="LiveId" clId="{EF53017E-E624-4052-9F70-6403551E244D}" dt="2025-10-27T23:06:59.978" v="30798" actId="692"/>
          <ac:spMkLst>
            <pc:docMk/>
            <pc:sldMk cId="1969514135" sldId="266"/>
            <ac:spMk id="42" creationId="{2DFEE1D9-3445-82AA-690D-F8B09B9501C3}"/>
          </ac:spMkLst>
        </pc:spChg>
        <pc:graphicFrameChg chg="add mod modGraphic">
          <ac:chgData name="Evgenia Andreou" userId="8e89e74f621e7047" providerId="LiveId" clId="{EF53017E-E624-4052-9F70-6403551E244D}" dt="2025-11-26T00:20:18.945" v="39155"/>
          <ac:graphicFrameMkLst>
            <pc:docMk/>
            <pc:sldMk cId="1969514135" sldId="266"/>
            <ac:graphicFrameMk id="9" creationId="{573E6068-02CB-5172-F662-3212E8C1CE9F}"/>
          </ac:graphicFrameMkLst>
        </pc:graphicFrameChg>
        <pc:graphicFrameChg chg="add mod modGraphic">
          <ac:chgData name="Evgenia Andreou" userId="8e89e74f621e7047" providerId="LiveId" clId="{EF53017E-E624-4052-9F70-6403551E244D}" dt="2025-11-26T00:22:05.877" v="39214" actId="5793"/>
          <ac:graphicFrameMkLst>
            <pc:docMk/>
            <pc:sldMk cId="1969514135" sldId="266"/>
            <ac:graphicFrameMk id="20" creationId="{97A848B3-A454-77E9-2411-EE831EF40542}"/>
          </ac:graphicFrameMkLst>
        </pc:graphicFrameChg>
      </pc:sldChg>
      <pc:sldChg chg="addSp delSp modSp new mod ord setBg">
        <pc:chgData name="Evgenia Andreou" userId="8e89e74f621e7047" providerId="LiveId" clId="{EF53017E-E624-4052-9F70-6403551E244D}" dt="2025-11-23T01:16:50.377" v="37524" actId="1076"/>
        <pc:sldMkLst>
          <pc:docMk/>
          <pc:sldMk cId="4231469208" sldId="267"/>
        </pc:sldMkLst>
        <pc:spChg chg="mod">
          <ac:chgData name="Evgenia Andreou" userId="8e89e74f621e7047" providerId="LiveId" clId="{EF53017E-E624-4052-9F70-6403551E244D}" dt="2025-11-21T02:00:40.356" v="35689" actId="1036"/>
          <ac:spMkLst>
            <pc:docMk/>
            <pc:sldMk cId="4231469208" sldId="267"/>
            <ac:spMk id="2" creationId="{158FA76F-2FAB-0554-AA54-F10AD8DB0CE6}"/>
          </ac:spMkLst>
        </pc:spChg>
        <pc:spChg chg="mod">
          <ac:chgData name="Evgenia Andreou" userId="8e89e74f621e7047" providerId="LiveId" clId="{EF53017E-E624-4052-9F70-6403551E244D}" dt="2025-11-23T01:16:44.948" v="37523" actId="14100"/>
          <ac:spMkLst>
            <pc:docMk/>
            <pc:sldMk cId="4231469208" sldId="267"/>
            <ac:spMk id="3" creationId="{8C8DAC97-AA0F-A07F-8A56-4E882F374D1B}"/>
          </ac:spMkLst>
        </pc:spChg>
        <pc:spChg chg="add mod">
          <ac:chgData name="Evgenia Andreou" userId="8e89e74f621e7047" providerId="LiveId" clId="{EF53017E-E624-4052-9F70-6403551E244D}" dt="2025-11-23T01:16:50.377" v="37524" actId="1076"/>
          <ac:spMkLst>
            <pc:docMk/>
            <pc:sldMk cId="4231469208" sldId="267"/>
            <ac:spMk id="4" creationId="{C69DB7BB-6B63-9805-5112-B71254956724}"/>
          </ac:spMkLst>
        </pc:spChg>
      </pc:sldChg>
      <pc:sldChg chg="addSp delSp modSp new mod">
        <pc:chgData name="Evgenia Andreou" userId="8e89e74f621e7047" providerId="LiveId" clId="{EF53017E-E624-4052-9F70-6403551E244D}" dt="2025-11-25T20:38:10.684" v="38955" actId="1440"/>
        <pc:sldMkLst>
          <pc:docMk/>
          <pc:sldMk cId="3208481001" sldId="268"/>
        </pc:sldMkLst>
        <pc:spChg chg="mod">
          <ac:chgData name="Evgenia Andreou" userId="8e89e74f621e7047" providerId="LiveId" clId="{EF53017E-E624-4052-9F70-6403551E244D}" dt="2025-11-24T05:13:10.939" v="38633" actId="1036"/>
          <ac:spMkLst>
            <pc:docMk/>
            <pc:sldMk cId="3208481001" sldId="268"/>
            <ac:spMk id="2" creationId="{CD8A3B03-5129-00F7-346A-0DAC09CCDBDF}"/>
          </ac:spMkLst>
        </pc:spChg>
        <pc:spChg chg="add del">
          <ac:chgData name="Evgenia Andreou" userId="8e89e74f621e7047" providerId="LiveId" clId="{EF53017E-E624-4052-9F70-6403551E244D}" dt="2025-11-25T00:41:13.573" v="38640" actId="22"/>
          <ac:spMkLst>
            <pc:docMk/>
            <pc:sldMk cId="3208481001" sldId="268"/>
            <ac:spMk id="8" creationId="{43C82FE0-9EB0-9A0D-5BE3-EB38941D80B9}"/>
          </ac:spMkLst>
        </pc:spChg>
        <pc:spChg chg="add del">
          <ac:chgData name="Evgenia Andreou" userId="8e89e74f621e7047" providerId="LiveId" clId="{EF53017E-E624-4052-9F70-6403551E244D}" dt="2025-11-25T00:42:10.344" v="38658" actId="22"/>
          <ac:spMkLst>
            <pc:docMk/>
            <pc:sldMk cId="3208481001" sldId="268"/>
            <ac:spMk id="16" creationId="{B3D00F0C-DEBC-393D-6BA0-6998B9910E0B}"/>
          </ac:spMkLst>
        </pc:spChg>
        <pc:grpChg chg="add mod">
          <ac:chgData name="Evgenia Andreou" userId="8e89e74f621e7047" providerId="LiveId" clId="{EF53017E-E624-4052-9F70-6403551E244D}" dt="2025-11-25T00:48:27.761" v="38708" actId="1037"/>
          <ac:grpSpMkLst>
            <pc:docMk/>
            <pc:sldMk cId="3208481001" sldId="268"/>
            <ac:grpSpMk id="24" creationId="{3FB3EC97-CFD4-18C0-5C67-9419FD568CEB}"/>
          </ac:grpSpMkLst>
        </pc:grpChg>
        <pc:picChg chg="add del mod">
          <ac:chgData name="Evgenia Andreou" userId="8e89e74f621e7047" providerId="LiveId" clId="{EF53017E-E624-4052-9F70-6403551E244D}" dt="2025-11-25T00:21:24.191" v="38638" actId="478"/>
          <ac:picMkLst>
            <pc:docMk/>
            <pc:sldMk cId="3208481001" sldId="268"/>
            <ac:picMk id="4" creationId="{E6C5E8A8-F6D9-70D4-ED32-6553BCDC609B}"/>
          </ac:picMkLst>
        </pc:picChg>
        <pc:picChg chg="add del mod">
          <ac:chgData name="Evgenia Andreou" userId="8e89e74f621e7047" providerId="LiveId" clId="{EF53017E-E624-4052-9F70-6403551E244D}" dt="2025-11-25T00:21:24.191" v="38638" actId="478"/>
          <ac:picMkLst>
            <pc:docMk/>
            <pc:sldMk cId="3208481001" sldId="268"/>
            <ac:picMk id="7" creationId="{2A8868A5-0916-4A63-A203-3DECEF7DE0FA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0" creationId="{7C472132-5D48-1F80-B2C9-8536CD86963F}"/>
          </ac:picMkLst>
        </pc:picChg>
        <pc:picChg chg="add del mod">
          <ac:chgData name="Evgenia Andreou" userId="8e89e74f621e7047" providerId="LiveId" clId="{EF53017E-E624-4052-9F70-6403551E244D}" dt="2025-11-25T00:21:24.191" v="38638" actId="478"/>
          <ac:picMkLst>
            <pc:docMk/>
            <pc:sldMk cId="3208481001" sldId="268"/>
            <ac:picMk id="11" creationId="{9080F7F0-26F7-EE6B-2FBC-3BB474101D5B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3" creationId="{0950AC3A-891F-671F-7599-F2B502FB4DB5}"/>
          </ac:picMkLst>
        </pc:picChg>
        <pc:picChg chg="add del mod">
          <ac:chgData name="Evgenia Andreou" userId="8e89e74f621e7047" providerId="LiveId" clId="{EF53017E-E624-4052-9F70-6403551E244D}" dt="2025-11-25T00:21:24.191" v="38638" actId="478"/>
          <ac:picMkLst>
            <pc:docMk/>
            <pc:sldMk cId="3208481001" sldId="268"/>
            <ac:picMk id="14" creationId="{CF3E8ADE-C242-32DE-72D8-C2C4D70E0D50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18" creationId="{0D213D03-A565-B363-6B02-CE7249196914}"/>
          </ac:picMkLst>
        </pc:picChg>
        <pc:picChg chg="add mod">
          <ac:chgData name="Evgenia Andreou" userId="8e89e74f621e7047" providerId="LiveId" clId="{EF53017E-E624-4052-9F70-6403551E244D}" dt="2025-11-25T20:38:10.684" v="38955" actId="1440"/>
          <ac:picMkLst>
            <pc:docMk/>
            <pc:sldMk cId="3208481001" sldId="268"/>
            <ac:picMk id="20" creationId="{8213FD52-7304-D574-CCCB-2C514C8C0A43}"/>
          </ac:picMkLst>
        </pc:picChg>
        <pc:picChg chg="add mod">
          <ac:chgData name="Evgenia Andreou" userId="8e89e74f621e7047" providerId="LiveId" clId="{EF53017E-E624-4052-9F70-6403551E244D}" dt="2025-11-25T00:43:24.843" v="38677" actId="571"/>
          <ac:picMkLst>
            <pc:docMk/>
            <pc:sldMk cId="3208481001" sldId="268"/>
            <ac:picMk id="21" creationId="{9C84B88A-2447-D63D-E259-6CA92D758650}"/>
          </ac:picMkLst>
        </pc:picChg>
        <pc:picChg chg="add mod">
          <ac:chgData name="Evgenia Andreou" userId="8e89e74f621e7047" providerId="LiveId" clId="{EF53017E-E624-4052-9F70-6403551E244D}" dt="2025-11-25T00:43:24.843" v="38677" actId="571"/>
          <ac:picMkLst>
            <pc:docMk/>
            <pc:sldMk cId="3208481001" sldId="268"/>
            <ac:picMk id="22" creationId="{7410C110-4880-805F-5500-FC5149640366}"/>
          </ac:picMkLst>
        </pc:picChg>
        <pc:picChg chg="add mod">
          <ac:chgData name="Evgenia Andreou" userId="8e89e74f621e7047" providerId="LiveId" clId="{EF53017E-E624-4052-9F70-6403551E244D}" dt="2025-11-25T00:43:24.843" v="38677" actId="571"/>
          <ac:picMkLst>
            <pc:docMk/>
            <pc:sldMk cId="3208481001" sldId="268"/>
            <ac:picMk id="23" creationId="{F23487C7-03D9-E61C-2160-9A256EA8DD88}"/>
          </ac:picMkLst>
        </pc:picChg>
        <pc:cxnChg chg="add del mod">
          <ac:chgData name="Evgenia Andreou" userId="8e89e74f621e7047" providerId="LiveId" clId="{EF53017E-E624-4052-9F70-6403551E244D}" dt="2025-11-25T00:41:56.369" v="38654" actId="478"/>
          <ac:cxnSpMkLst>
            <pc:docMk/>
            <pc:sldMk cId="3208481001" sldId="268"/>
            <ac:cxnSpMk id="3" creationId="{AC797C26-FE68-C2CF-BC27-75C2246DBC0E}"/>
          </ac:cxnSpMkLst>
        </pc:cxnChg>
        <pc:cxnChg chg="add del mod">
          <ac:chgData name="Evgenia Andreou" userId="8e89e74f621e7047" providerId="LiveId" clId="{EF53017E-E624-4052-9F70-6403551E244D}" dt="2025-11-25T00:41:56.369" v="38654" actId="478"/>
          <ac:cxnSpMkLst>
            <pc:docMk/>
            <pc:sldMk cId="3208481001" sldId="268"/>
            <ac:cxnSpMk id="5" creationId="{7549D9FE-8EFC-1F6E-CC8F-E019E89A75C2}"/>
          </ac:cxnSpMkLst>
        </pc:cxnChg>
      </pc:sldChg>
      <pc:sldChg chg="addSp delSp modSp new add del mod setBg modShow">
        <pc:chgData name="Evgenia Andreou" userId="8e89e74f621e7047" providerId="LiveId" clId="{EF53017E-E624-4052-9F70-6403551E244D}" dt="2025-10-27T23:53:29.449" v="31729" actId="20577"/>
        <pc:sldMkLst>
          <pc:docMk/>
          <pc:sldMk cId="2732646992" sldId="269"/>
        </pc:sldMkLst>
        <pc:spChg chg="mod">
          <ac:chgData name="Evgenia Andreou" userId="8e89e74f621e7047" providerId="LiveId" clId="{EF53017E-E624-4052-9F70-6403551E244D}" dt="2025-10-27T23:53:29.449" v="31729" actId="20577"/>
          <ac:spMkLst>
            <pc:docMk/>
            <pc:sldMk cId="2732646992" sldId="269"/>
            <ac:spMk id="4" creationId="{AAF344B0-E792-5660-B4CD-3CA83C53A45C}"/>
          </ac:spMkLst>
        </pc:spChg>
        <pc:spChg chg="add mod">
          <ac:chgData name="Evgenia Andreou" userId="8e89e74f621e7047" providerId="LiveId" clId="{EF53017E-E624-4052-9F70-6403551E244D}" dt="2025-10-27T23:40:36.036" v="31382" actId="1076"/>
          <ac:spMkLst>
            <pc:docMk/>
            <pc:sldMk cId="2732646992" sldId="269"/>
            <ac:spMk id="6" creationId="{D452C38D-9B6D-A352-EA5B-4C5BF5BB4E9C}"/>
          </ac:spMkLst>
        </pc:spChg>
        <pc:spChg chg="add mod">
          <ac:chgData name="Evgenia Andreou" userId="8e89e74f621e7047" providerId="LiveId" clId="{EF53017E-E624-4052-9F70-6403551E244D}" dt="2025-10-27T23:40:31.740" v="31381" actId="1076"/>
          <ac:spMkLst>
            <pc:docMk/>
            <pc:sldMk cId="2732646992" sldId="269"/>
            <ac:spMk id="8" creationId="{18713944-C6CC-5B4C-56CF-DD77419EEBEF}"/>
          </ac:spMkLst>
        </pc:spChg>
      </pc:sldChg>
      <pc:sldChg chg="addSp delSp modSp new mod ord setBg">
        <pc:chgData name="Evgenia Andreou" userId="8e89e74f621e7047" providerId="LiveId" clId="{EF53017E-E624-4052-9F70-6403551E244D}" dt="2025-10-31T15:17:18.034" v="34870" actId="1582"/>
        <pc:sldMkLst>
          <pc:docMk/>
          <pc:sldMk cId="2295317214" sldId="270"/>
        </pc:sldMkLst>
        <pc:spChg chg="add mod">
          <ac:chgData name="Evgenia Andreou" userId="8e89e74f621e7047" providerId="LiveId" clId="{EF53017E-E624-4052-9F70-6403551E244D}" dt="2025-10-31T15:17:18.034" v="34870" actId="1582"/>
          <ac:spMkLst>
            <pc:docMk/>
            <pc:sldMk cId="2295317214" sldId="270"/>
            <ac:spMk id="3" creationId="{E1977896-C24B-9F1A-D777-D502E6AF5937}"/>
          </ac:spMkLst>
        </pc:spChg>
      </pc:sldChg>
      <pc:sldChg chg="modSp new mod setBg">
        <pc:chgData name="Evgenia Andreou" userId="8e89e74f621e7047" providerId="LiveId" clId="{EF53017E-E624-4052-9F70-6403551E244D}" dt="2025-10-31T15:17:28.839" v="34871" actId="1582"/>
        <pc:sldMkLst>
          <pc:docMk/>
          <pc:sldMk cId="2301623070" sldId="271"/>
        </pc:sldMkLst>
        <pc:spChg chg="mod">
          <ac:chgData name="Evgenia Andreou" userId="8e89e74f621e7047" providerId="LiveId" clId="{EF53017E-E624-4052-9F70-6403551E244D}" dt="2025-10-31T15:17:28.839" v="34871" actId="1582"/>
          <ac:spMkLst>
            <pc:docMk/>
            <pc:sldMk cId="2301623070" sldId="271"/>
            <ac:spMk id="2" creationId="{CDD171AF-4846-67D2-CC20-E35F25A49F78}"/>
          </ac:spMkLst>
        </pc:spChg>
      </pc:sldChg>
      <pc:sldChg chg="delSp modSp new mod">
        <pc:chgData name="Evgenia Andreou" userId="8e89e74f621e7047" providerId="LiveId" clId="{EF53017E-E624-4052-9F70-6403551E244D}" dt="2025-10-31T15:17:07.410" v="34869" actId="1582"/>
        <pc:sldMkLst>
          <pc:docMk/>
          <pc:sldMk cId="322220874" sldId="273"/>
        </pc:sldMkLst>
        <pc:spChg chg="mod">
          <ac:chgData name="Evgenia Andreou" userId="8e89e74f621e7047" providerId="LiveId" clId="{EF53017E-E624-4052-9F70-6403551E244D}" dt="2025-10-31T15:17:07.410" v="34869" actId="1582"/>
          <ac:spMkLst>
            <pc:docMk/>
            <pc:sldMk cId="322220874" sldId="273"/>
            <ac:spMk id="2" creationId="{C1372E30-38DD-5181-224E-44A7786493A0}"/>
          </ac:spMkLst>
        </pc:spChg>
      </pc:sldChg>
      <pc:sldChg chg="addSp delSp modSp new mod modShow">
        <pc:chgData name="Evgenia Andreou" userId="8e89e74f621e7047" providerId="LiveId" clId="{EF53017E-E624-4052-9F70-6403551E244D}" dt="2025-11-21T01:45:17.071" v="35623" actId="1076"/>
        <pc:sldMkLst>
          <pc:docMk/>
          <pc:sldMk cId="201207592" sldId="274"/>
        </pc:sldMkLst>
        <pc:spChg chg="mod">
          <ac:chgData name="Evgenia Andreou" userId="8e89e74f621e7047" providerId="LiveId" clId="{EF53017E-E624-4052-9F70-6403551E244D}" dt="2025-10-27T23:48:27.695" v="31570" actId="692"/>
          <ac:spMkLst>
            <pc:docMk/>
            <pc:sldMk cId="201207592" sldId="274"/>
            <ac:spMk id="2" creationId="{F110A5BB-543A-E6BC-B214-DAC764A85F60}"/>
          </ac:spMkLst>
        </pc:spChg>
        <pc:spChg chg="mod">
          <ac:chgData name="Evgenia Andreou" userId="8e89e74f621e7047" providerId="LiveId" clId="{EF53017E-E624-4052-9F70-6403551E244D}" dt="2025-11-21T01:45:09.648" v="35622" actId="14100"/>
          <ac:spMkLst>
            <pc:docMk/>
            <pc:sldMk cId="201207592" sldId="274"/>
            <ac:spMk id="3" creationId="{A3AF1BF4-48AB-F18F-B99C-6D42C28D6198}"/>
          </ac:spMkLst>
        </pc:sp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6" creationId="{443DDD4E-E012-875F-8BEF-2790662F02DE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8" creationId="{9ED4859F-8361-86CF-2C9A-AB29747D9211}"/>
          </ac:picMkLst>
        </pc:picChg>
        <pc:picChg chg="add 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9" creationId="{493D4F5F-5BE2-95A5-1B45-EBA09F5722A6}"/>
          </ac:picMkLst>
        </pc:picChg>
        <pc:picChg chg="mod">
          <ac:chgData name="Evgenia Andreou" userId="8e89e74f621e7047" providerId="LiveId" clId="{EF53017E-E624-4052-9F70-6403551E244D}" dt="2025-11-21T01:45:17.071" v="35623" actId="1076"/>
          <ac:picMkLst>
            <pc:docMk/>
            <pc:sldMk cId="201207592" sldId="274"/>
            <ac:picMk id="12" creationId="{BFE3335F-C327-808D-A219-1554D422FB47}"/>
          </ac:picMkLst>
        </pc:picChg>
      </pc:sldChg>
      <pc:sldChg chg="addSp delSp modSp new mod ord modShow">
        <pc:chgData name="Evgenia Andreou" userId="8e89e74f621e7047" providerId="LiveId" clId="{EF53017E-E624-4052-9F70-6403551E244D}" dt="2025-10-28T08:01:11.467" v="33717" actId="20577"/>
        <pc:sldMkLst>
          <pc:docMk/>
          <pc:sldMk cId="311389722" sldId="275"/>
        </pc:sldMkLst>
        <pc:spChg chg="mod">
          <ac:chgData name="Evgenia Andreou" userId="8e89e74f621e7047" providerId="LiveId" clId="{EF53017E-E624-4052-9F70-6403551E244D}" dt="2025-10-27T23:48:06.554" v="31559" actId="1076"/>
          <ac:spMkLst>
            <pc:docMk/>
            <pc:sldMk cId="311389722" sldId="275"/>
            <ac:spMk id="2" creationId="{6E8EBE9B-3914-EB9A-7C62-D2B996F953D9}"/>
          </ac:spMkLst>
        </pc:spChg>
        <pc:spChg chg="mod">
          <ac:chgData name="Evgenia Andreou" userId="8e89e74f621e7047" providerId="LiveId" clId="{EF53017E-E624-4052-9F70-6403551E244D}" dt="2025-10-28T08:01:11.467" v="33717" actId="20577"/>
          <ac:spMkLst>
            <pc:docMk/>
            <pc:sldMk cId="311389722" sldId="275"/>
            <ac:spMk id="3" creationId="{C743E199-295C-C3F2-FEEF-357550E7830B}"/>
          </ac:spMkLst>
        </pc:spChg>
        <pc:spChg chg="add mod">
          <ac:chgData name="Evgenia Andreou" userId="8e89e74f621e7047" providerId="LiveId" clId="{EF53017E-E624-4052-9F70-6403551E244D}" dt="2025-10-27T23:48:04.351" v="31558" actId="1076"/>
          <ac:spMkLst>
            <pc:docMk/>
            <pc:sldMk cId="311389722" sldId="275"/>
            <ac:spMk id="32" creationId="{8EB9DB21-5C07-5D50-4678-27F3C1770CEB}"/>
          </ac:spMkLst>
        </pc:spChg>
      </pc:sldChg>
      <pc:sldChg chg="addSp delSp modSp new mod setBg">
        <pc:chgData name="Evgenia Andreou" userId="8e89e74f621e7047" providerId="LiveId" clId="{EF53017E-E624-4052-9F70-6403551E244D}" dt="2025-11-25T20:55:08.907" v="38987" actId="1037"/>
        <pc:sldMkLst>
          <pc:docMk/>
          <pc:sldMk cId="1839987358" sldId="276"/>
        </pc:sldMkLst>
        <pc:spChg chg="mod">
          <ac:chgData name="Evgenia Andreou" userId="8e89e74f621e7047" providerId="LiveId" clId="{EF53017E-E624-4052-9F70-6403551E244D}" dt="2025-11-24T05:10:41.875" v="38583" actId="313"/>
          <ac:spMkLst>
            <pc:docMk/>
            <pc:sldMk cId="1839987358" sldId="276"/>
            <ac:spMk id="2" creationId="{2266DF65-6188-8376-76BA-FBFCD6D58A83}"/>
          </ac:spMkLst>
        </pc:spChg>
        <pc:grpChg chg="add del mod">
          <ac:chgData name="Evgenia Andreou" userId="8e89e74f621e7047" providerId="LiveId" clId="{EF53017E-E624-4052-9F70-6403551E244D}" dt="2025-11-25T20:26:12.755" v="38915" actId="478"/>
          <ac:grpSpMkLst>
            <pc:docMk/>
            <pc:sldMk cId="1839987358" sldId="276"/>
            <ac:grpSpMk id="27" creationId="{225B5DCB-92BB-129A-2854-9E9C04DA0411}"/>
          </ac:grpSpMkLst>
        </pc:grpChg>
        <pc:grpChg chg="add mod">
          <ac:chgData name="Evgenia Andreou" userId="8e89e74f621e7047" providerId="LiveId" clId="{EF53017E-E624-4052-9F70-6403551E244D}" dt="2025-11-25T20:55:08.907" v="38987" actId="1037"/>
          <ac:grpSpMkLst>
            <pc:docMk/>
            <pc:sldMk cId="1839987358" sldId="276"/>
            <ac:grpSpMk id="36" creationId="{34B46513-4A49-58D4-8935-B7F54A3BEBBB}"/>
          </ac:grpSpMkLst>
        </pc:grpChg>
        <pc:picChg chg="add del mod">
          <ac:chgData name="Evgenia Andreou" userId="8e89e74f621e7047" providerId="LiveId" clId="{EF53017E-E624-4052-9F70-6403551E244D}" dt="2025-11-25T20:26:15.538" v="38916" actId="478"/>
          <ac:picMkLst>
            <pc:docMk/>
            <pc:sldMk cId="1839987358" sldId="276"/>
            <ac:picMk id="7" creationId="{89BA781D-B1BD-D94F-0064-FAD9D76E19B2}"/>
          </ac:picMkLst>
        </pc:picChg>
        <pc:picChg chg="add del mod">
          <ac:chgData name="Evgenia Andreou" userId="8e89e74f621e7047" providerId="LiveId" clId="{EF53017E-E624-4052-9F70-6403551E244D}" dt="2025-11-25T20:26:15.538" v="38916" actId="478"/>
          <ac:picMkLst>
            <pc:docMk/>
            <pc:sldMk cId="1839987358" sldId="276"/>
            <ac:picMk id="9" creationId="{7377AA38-690D-07C3-901A-08631F495A59}"/>
          </ac:picMkLst>
        </pc:picChg>
        <pc:picChg chg="add del mod">
          <ac:chgData name="Evgenia Andreou" userId="8e89e74f621e7047" providerId="LiveId" clId="{EF53017E-E624-4052-9F70-6403551E244D}" dt="2025-11-25T20:26:15.538" v="38916" actId="478"/>
          <ac:picMkLst>
            <pc:docMk/>
            <pc:sldMk cId="1839987358" sldId="276"/>
            <ac:picMk id="14" creationId="{78ABC814-2320-5E74-BCC9-559C6494E921}"/>
          </ac:picMkLst>
        </pc:picChg>
        <pc:picChg chg="add del mod">
          <ac:chgData name="Evgenia Andreou" userId="8e89e74f621e7047" providerId="LiveId" clId="{EF53017E-E624-4052-9F70-6403551E244D}" dt="2025-11-25T20:26:15.538" v="38916" actId="478"/>
          <ac:picMkLst>
            <pc:docMk/>
            <pc:sldMk cId="1839987358" sldId="276"/>
            <ac:picMk id="17" creationId="{B1037D21-F741-44DC-748B-12CE32175C2F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29" creationId="{0D4ADD35-D2D4-DA05-5903-913AACBA24DD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1" creationId="{FFBEBC9B-A546-B8B1-FD16-74D1E79ADF4C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3" creationId="{5DDB2D2A-0022-B9CE-0C3A-8A8B40881F2D}"/>
          </ac:picMkLst>
        </pc:picChg>
        <pc:picChg chg="add mod">
          <ac:chgData name="Evgenia Andreou" userId="8e89e74f621e7047" providerId="LiveId" clId="{EF53017E-E624-4052-9F70-6403551E244D}" dt="2025-11-25T20:38:33.354" v="38959" actId="164"/>
          <ac:picMkLst>
            <pc:docMk/>
            <pc:sldMk cId="1839987358" sldId="276"/>
            <ac:picMk id="35" creationId="{0A91FFED-CDFA-FBE7-D2E8-B94068B2AE35}"/>
          </ac:picMkLst>
        </pc:picChg>
      </pc:sldChg>
      <pc:sldChg chg="addSp delSp modSp new mod">
        <pc:chgData name="Evgenia Andreou" userId="8e89e74f621e7047" providerId="LiveId" clId="{EF53017E-E624-4052-9F70-6403551E244D}" dt="2025-11-23T03:44:58.972" v="38461" actId="20577"/>
        <pc:sldMkLst>
          <pc:docMk/>
          <pc:sldMk cId="2946716891" sldId="277"/>
        </pc:sldMkLst>
        <pc:spChg chg="mod">
          <ac:chgData name="Evgenia Andreou" userId="8e89e74f621e7047" providerId="LiveId" clId="{EF53017E-E624-4052-9F70-6403551E244D}" dt="2025-10-28T00:22:20.334" v="32448" actId="692"/>
          <ac:spMkLst>
            <pc:docMk/>
            <pc:sldMk cId="2946716891" sldId="277"/>
            <ac:spMk id="2" creationId="{FB03F8E8-2E98-47AD-EA90-7034E59DE430}"/>
          </ac:spMkLst>
        </pc:spChg>
        <pc:spChg chg="mod">
          <ac:chgData name="Evgenia Andreou" userId="8e89e74f621e7047" providerId="LiveId" clId="{EF53017E-E624-4052-9F70-6403551E244D}" dt="2025-11-23T03:08:15.442" v="38202" actId="14100"/>
          <ac:spMkLst>
            <pc:docMk/>
            <pc:sldMk cId="2946716891" sldId="277"/>
            <ac:spMk id="3" creationId="{1ABCE21A-3F83-3DDC-7BD2-BF9D4DD5C680}"/>
          </ac:spMkLst>
        </pc:spChg>
        <pc:spChg chg="mod">
          <ac:chgData name="Evgenia Andreou" userId="8e89e74f621e7047" providerId="LiveId" clId="{EF53017E-E624-4052-9F70-6403551E244D}" dt="2025-11-23T03:44:58.972" v="38461" actId="20577"/>
          <ac:spMkLst>
            <pc:docMk/>
            <pc:sldMk cId="2946716891" sldId="277"/>
            <ac:spMk id="4" creationId="{401DE421-F807-3BEB-AAE2-D3F1FCDFEE89}"/>
          </ac:spMkLst>
        </pc:spChg>
        <pc:spChg chg="add mod">
          <ac:chgData name="Evgenia Andreou" userId="8e89e74f621e7047" providerId="LiveId" clId="{EF53017E-E624-4052-9F70-6403551E244D}" dt="2025-11-23T03:08:10.362" v="38200" actId="1076"/>
          <ac:spMkLst>
            <pc:docMk/>
            <pc:sldMk cId="2946716891" sldId="277"/>
            <ac:spMk id="8" creationId="{41458E01-EEDC-C559-906A-803FD00F9A27}"/>
          </ac:spMkLst>
        </pc:spChg>
        <pc:spChg chg="add mod">
          <ac:chgData name="Evgenia Andreou" userId="8e89e74f621e7047" providerId="LiveId" clId="{EF53017E-E624-4052-9F70-6403551E244D}" dt="2025-11-23T03:08:12.399" v="38201" actId="1076"/>
          <ac:spMkLst>
            <pc:docMk/>
            <pc:sldMk cId="2946716891" sldId="277"/>
            <ac:spMk id="9" creationId="{CED2D915-7AF7-0AF9-12A6-E25870A2516B}"/>
          </ac:spMkLst>
        </pc:spChg>
      </pc:sldChg>
      <pc:sldChg chg="addSp delSp modSp new mod">
        <pc:chgData name="Evgenia Andreou" userId="8e89e74f621e7047" providerId="LiveId" clId="{EF53017E-E624-4052-9F70-6403551E244D}" dt="2025-11-23T03:14:03.926" v="38266" actId="255"/>
        <pc:sldMkLst>
          <pc:docMk/>
          <pc:sldMk cId="1725771169" sldId="278"/>
        </pc:sldMkLst>
        <pc:spChg chg="mod">
          <ac:chgData name="Evgenia Andreou" userId="8e89e74f621e7047" providerId="LiveId" clId="{EF53017E-E624-4052-9F70-6403551E244D}" dt="2025-10-28T00:38:05.658" v="32980" actId="1076"/>
          <ac:spMkLst>
            <pc:docMk/>
            <pc:sldMk cId="1725771169" sldId="278"/>
            <ac:spMk id="2" creationId="{691FB1F2-9B2C-952D-6552-CDCF58BA3473}"/>
          </ac:spMkLst>
        </pc:spChg>
        <pc:spChg chg="mod">
          <ac:chgData name="Evgenia Andreou" userId="8e89e74f621e7047" providerId="LiveId" clId="{EF53017E-E624-4052-9F70-6403551E244D}" dt="2025-11-23T03:14:03.926" v="38266" actId="255"/>
          <ac:spMkLst>
            <pc:docMk/>
            <pc:sldMk cId="1725771169" sldId="278"/>
            <ac:spMk id="3" creationId="{F231BD6F-33DE-5ED7-7A3C-3B8D40A5DEF5}"/>
          </ac:spMkLst>
        </pc:spChg>
        <pc:spChg chg="add mod">
          <ac:chgData name="Evgenia Andreou" userId="8e89e74f621e7047" providerId="LiveId" clId="{EF53017E-E624-4052-9F70-6403551E244D}" dt="2025-11-23T01:19:27.165" v="37572" actId="692"/>
          <ac:spMkLst>
            <pc:docMk/>
            <pc:sldMk cId="1725771169" sldId="278"/>
            <ac:spMk id="5" creationId="{2F2D7F9C-8C80-0702-9D66-F91BA0E31612}"/>
          </ac:spMkLst>
        </pc:spChg>
      </pc:sldChg>
      <pc:sldChg chg="addSp delSp modSp new mod setBg">
        <pc:chgData name="Evgenia Andreou" userId="8e89e74f621e7047" providerId="LiveId" clId="{EF53017E-E624-4052-9F70-6403551E244D}" dt="2025-11-25T20:55:16.235" v="38988" actId="1440"/>
        <pc:sldMkLst>
          <pc:docMk/>
          <pc:sldMk cId="1267936960" sldId="279"/>
        </pc:sldMkLst>
        <pc:spChg chg="mod">
          <ac:chgData name="Evgenia Andreou" userId="8e89e74f621e7047" providerId="LiveId" clId="{EF53017E-E624-4052-9F70-6403551E244D}" dt="2025-10-28T00:08:13.671" v="32241" actId="1076"/>
          <ac:spMkLst>
            <pc:docMk/>
            <pc:sldMk cId="1267936960" sldId="279"/>
            <ac:spMk id="2" creationId="{0C918C95-FA1E-7B34-5FD5-342E1E438703}"/>
          </ac:spMkLst>
        </pc:spChg>
        <pc:picChg chg="add del mod">
          <ac:chgData name="Evgenia Andreou" userId="8e89e74f621e7047" providerId="LiveId" clId="{EF53017E-E624-4052-9F70-6403551E244D}" dt="2025-11-25T00:48:38.960" v="38712" actId="478"/>
          <ac:picMkLst>
            <pc:docMk/>
            <pc:sldMk cId="1267936960" sldId="279"/>
            <ac:picMk id="9" creationId="{39BE2D03-26E2-5F7D-6415-5330E80E5C14}"/>
          </ac:picMkLst>
        </pc:picChg>
        <pc:picChg chg="add del mod">
          <ac:chgData name="Evgenia Andreou" userId="8e89e74f621e7047" providerId="LiveId" clId="{EF53017E-E624-4052-9F70-6403551E244D}" dt="2025-11-25T00:48:38.960" v="38712" actId="478"/>
          <ac:picMkLst>
            <pc:docMk/>
            <pc:sldMk cId="1267936960" sldId="279"/>
            <ac:picMk id="10" creationId="{A629A2BA-D47E-6AC7-1951-D651D485C53E}"/>
          </ac:picMkLst>
        </pc:picChg>
        <pc:picChg chg="add del mod">
          <ac:chgData name="Evgenia Andreou" userId="8e89e74f621e7047" providerId="LiveId" clId="{EF53017E-E624-4052-9F70-6403551E244D}" dt="2025-11-25T00:48:38.960" v="38712" actId="478"/>
          <ac:picMkLst>
            <pc:docMk/>
            <pc:sldMk cId="1267936960" sldId="279"/>
            <ac:picMk id="11" creationId="{D94F244B-6777-6C31-3469-D600C5D107A0}"/>
          </ac:picMkLst>
        </pc:picChg>
        <pc:picChg chg="add del mod">
          <ac:chgData name="Evgenia Andreou" userId="8e89e74f621e7047" providerId="LiveId" clId="{EF53017E-E624-4052-9F70-6403551E244D}" dt="2025-11-25T00:48:38.960" v="38712" actId="478"/>
          <ac:picMkLst>
            <pc:docMk/>
            <pc:sldMk cId="1267936960" sldId="279"/>
            <ac:picMk id="12" creationId="{8AEBC6B9-E7E6-E22F-800F-ED047D3A1F22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4" creationId="{34D8EBA6-F13B-9891-83BA-FB348C7CEE7D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6" creationId="{A8B5C16B-5A07-0192-C73D-1F03ADF5804E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18" creationId="{F35FB39E-3272-D92C-9125-F3C06DBF38D3}"/>
          </ac:picMkLst>
        </pc:picChg>
        <pc:picChg chg="add mod">
          <ac:chgData name="Evgenia Andreou" userId="8e89e74f621e7047" providerId="LiveId" clId="{EF53017E-E624-4052-9F70-6403551E244D}" dt="2025-11-25T20:55:16.235" v="38988" actId="1440"/>
          <ac:picMkLst>
            <pc:docMk/>
            <pc:sldMk cId="1267936960" sldId="279"/>
            <ac:picMk id="20" creationId="{A61F3796-1B61-CFA2-3252-D326B10039BA}"/>
          </ac:picMkLst>
        </pc:picChg>
        <pc:picChg chg="add del mod">
          <ac:chgData name="Evgenia Andreou" userId="8e89e74f621e7047" providerId="LiveId" clId="{EF53017E-E624-4052-9F70-6403551E244D}" dt="2025-11-25T00:48:41.894" v="38713" actId="478"/>
          <ac:picMkLst>
            <pc:docMk/>
            <pc:sldMk cId="1267936960" sldId="279"/>
            <ac:picMk id="24" creationId="{1EB6FB97-1A05-ADE3-7629-94E2CD8AF5FA}"/>
          </ac:picMkLst>
        </pc:picChg>
        <pc:picChg chg="add del mod">
          <ac:chgData name="Evgenia Andreou" userId="8e89e74f621e7047" providerId="LiveId" clId="{EF53017E-E624-4052-9F70-6403551E244D}" dt="2025-11-25T00:48:41.894" v="38713" actId="478"/>
          <ac:picMkLst>
            <pc:docMk/>
            <pc:sldMk cId="1267936960" sldId="279"/>
            <ac:picMk id="28" creationId="{7D433E39-79CA-2AB5-F414-865665E808DA}"/>
          </ac:picMkLst>
        </pc:picChg>
        <pc:picChg chg="add del mod">
          <ac:chgData name="Evgenia Andreou" userId="8e89e74f621e7047" providerId="LiveId" clId="{EF53017E-E624-4052-9F70-6403551E244D}" dt="2025-11-25T00:48:41.894" v="38713" actId="478"/>
          <ac:picMkLst>
            <pc:docMk/>
            <pc:sldMk cId="1267936960" sldId="279"/>
            <ac:picMk id="30" creationId="{0FBF489A-C02C-F5B0-5371-20DBE52EA5C7}"/>
          </ac:picMkLst>
        </pc:picChg>
        <pc:cxnChg chg="add del mod">
          <ac:chgData name="Evgenia Andreou" userId="8e89e74f621e7047" providerId="LiveId" clId="{EF53017E-E624-4052-9F70-6403551E244D}" dt="2025-11-25T00:48:36.544" v="38710" actId="478"/>
          <ac:cxnSpMkLst>
            <pc:docMk/>
            <pc:sldMk cId="1267936960" sldId="279"/>
            <ac:cxnSpMk id="3" creationId="{86D7B6FB-E22B-B5EA-6BDF-15CC3209446C}"/>
          </ac:cxnSpMkLst>
        </pc:cxnChg>
        <pc:cxnChg chg="add del mod">
          <ac:chgData name="Evgenia Andreou" userId="8e89e74f621e7047" providerId="LiveId" clId="{EF53017E-E624-4052-9F70-6403551E244D}" dt="2025-11-25T00:48:34.993" v="38709" actId="478"/>
          <ac:cxnSpMkLst>
            <pc:docMk/>
            <pc:sldMk cId="1267936960" sldId="279"/>
            <ac:cxnSpMk id="4" creationId="{D691D456-6BFF-5FE7-F109-0E3102D42EEB}"/>
          </ac:cxnSpMkLst>
        </pc:cxnChg>
      </pc:sldChg>
      <pc:sldChg chg="addSp delSp modSp new mod setBg modClrScheme chgLayout">
        <pc:chgData name="Evgenia Andreou" userId="8e89e74f621e7047" providerId="LiveId" clId="{EF53017E-E624-4052-9F70-6403551E244D}" dt="2025-11-23T03:24:30.164" v="38377" actId="20577"/>
        <pc:sldMkLst>
          <pc:docMk/>
          <pc:sldMk cId="2646428108" sldId="280"/>
        </pc:sldMkLst>
        <pc:spChg chg="mod ord">
          <ac:chgData name="Evgenia Andreou" userId="8e89e74f621e7047" providerId="LiveId" clId="{EF53017E-E624-4052-9F70-6403551E244D}" dt="2025-11-22T20:31:06.489" v="36109" actId="1076"/>
          <ac:spMkLst>
            <pc:docMk/>
            <pc:sldMk cId="2646428108" sldId="280"/>
            <ac:spMk id="2" creationId="{CF22C3FE-4952-8B04-EE9E-11D16A30959E}"/>
          </ac:spMkLst>
        </pc:spChg>
        <pc:spChg chg="add mod">
          <ac:chgData name="Evgenia Andreou" userId="8e89e74f621e7047" providerId="LiveId" clId="{EF53017E-E624-4052-9F70-6403551E244D}" dt="2025-11-22T20:30:39.130" v="36103" actId="1076"/>
          <ac:spMkLst>
            <pc:docMk/>
            <pc:sldMk cId="2646428108" sldId="280"/>
            <ac:spMk id="4" creationId="{09E12B7C-A56F-6A62-B5DD-62E3B3441FAC}"/>
          </ac:spMkLst>
        </pc:spChg>
        <pc:spChg chg="add mod">
          <ac:chgData name="Evgenia Andreou" userId="8e89e74f621e7047" providerId="LiveId" clId="{EF53017E-E624-4052-9F70-6403551E244D}" dt="2025-11-22T20:31:15.053" v="36114" actId="1036"/>
          <ac:spMkLst>
            <pc:docMk/>
            <pc:sldMk cId="2646428108" sldId="280"/>
            <ac:spMk id="5" creationId="{478943A5-0C0E-B40C-BF7E-B0721302C28E}"/>
          </ac:spMkLst>
        </pc:spChg>
        <pc:spChg chg="add mod">
          <ac:chgData name="Evgenia Andreou" userId="8e89e74f621e7047" providerId="LiveId" clId="{EF53017E-E624-4052-9F70-6403551E244D}" dt="2025-11-23T03:21:24.931" v="38314" actId="1076"/>
          <ac:spMkLst>
            <pc:docMk/>
            <pc:sldMk cId="2646428108" sldId="280"/>
            <ac:spMk id="6" creationId="{425F8027-D067-F729-F98F-5BF830061C66}"/>
          </ac:spMkLst>
        </pc:spChg>
        <pc:spChg chg="add mod">
          <ac:chgData name="Evgenia Andreou" userId="8e89e74f621e7047" providerId="LiveId" clId="{EF53017E-E624-4052-9F70-6403551E244D}" dt="2025-11-23T03:21:24.741" v="38313" actId="1076"/>
          <ac:spMkLst>
            <pc:docMk/>
            <pc:sldMk cId="2646428108" sldId="280"/>
            <ac:spMk id="7" creationId="{4CAD9BB0-1F82-1511-FDEC-D74329C882B9}"/>
          </ac:spMkLst>
        </pc:spChg>
        <pc:graphicFrameChg chg="add mod modGraphic">
          <ac:chgData name="Evgenia Andreou" userId="8e89e74f621e7047" providerId="LiveId" clId="{EF53017E-E624-4052-9F70-6403551E244D}" dt="2025-11-23T03:24:30.164" v="38377" actId="20577"/>
          <ac:graphicFrameMkLst>
            <pc:docMk/>
            <pc:sldMk cId="2646428108" sldId="280"/>
            <ac:graphicFrameMk id="10" creationId="{E8E1A626-B7C4-9314-0D62-B97468983BC1}"/>
          </ac:graphicFrameMkLst>
        </pc:graphicFrameChg>
      </pc:sldChg>
      <pc:sldChg chg="addSp delSp modSp new mod setBg">
        <pc:chgData name="Evgenia Andreou" userId="8e89e74f621e7047" providerId="LiveId" clId="{EF53017E-E624-4052-9F70-6403551E244D}" dt="2025-11-23T02:46:58.276" v="38071" actId="6549"/>
        <pc:sldMkLst>
          <pc:docMk/>
          <pc:sldMk cId="2935283230" sldId="281"/>
        </pc:sldMkLst>
        <pc:spChg chg="mod">
          <ac:chgData name="Evgenia Andreou" userId="8e89e74f621e7047" providerId="LiveId" clId="{EF53017E-E624-4052-9F70-6403551E244D}" dt="2025-11-21T01:03:26.053" v="35229" actId="1076"/>
          <ac:spMkLst>
            <pc:docMk/>
            <pc:sldMk cId="2935283230" sldId="281"/>
            <ac:spMk id="2" creationId="{A3D82945-C5A3-891C-124F-4B2A9A7BA511}"/>
          </ac:spMkLst>
        </pc:spChg>
        <pc:spChg chg="mod">
          <ac:chgData name="Evgenia Andreou" userId="8e89e74f621e7047" providerId="LiveId" clId="{EF53017E-E624-4052-9F70-6403551E244D}" dt="2025-11-23T02:43:06.040" v="38065" actId="20577"/>
          <ac:spMkLst>
            <pc:docMk/>
            <pc:sldMk cId="2935283230" sldId="281"/>
            <ac:spMk id="3" creationId="{9770C937-D67E-0A40-7F75-05BDEA92620B}"/>
          </ac:spMkLst>
        </pc:spChg>
        <pc:spChg chg="add mod">
          <ac:chgData name="Evgenia Andreou" userId="8e89e74f621e7047" providerId="LiveId" clId="{EF53017E-E624-4052-9F70-6403551E244D}" dt="2025-11-23T02:42:57.852" v="38059" actId="21"/>
          <ac:spMkLst>
            <pc:docMk/>
            <pc:sldMk cId="2935283230" sldId="281"/>
            <ac:spMk id="5" creationId="{C3C8EA0A-F462-758F-BA11-97260070A3A6}"/>
          </ac:spMkLst>
        </pc:spChg>
        <pc:spChg chg="add mod">
          <ac:chgData name="Evgenia Andreou" userId="8e89e74f621e7047" providerId="LiveId" clId="{EF53017E-E624-4052-9F70-6403551E244D}" dt="2025-11-21T01:03:33.092" v="35232" actId="1076"/>
          <ac:spMkLst>
            <pc:docMk/>
            <pc:sldMk cId="2935283230" sldId="281"/>
            <ac:spMk id="6" creationId="{0ACD9B0C-3CE0-400E-CB68-9AF9FB1B59DD}"/>
          </ac:spMkLst>
        </pc:spChg>
        <pc:spChg chg="add mod">
          <ac:chgData name="Evgenia Andreou" userId="8e89e74f621e7047" providerId="LiveId" clId="{EF53017E-E624-4052-9F70-6403551E244D}" dt="2025-11-21T01:03:49.669" v="35236" actId="1076"/>
          <ac:spMkLst>
            <pc:docMk/>
            <pc:sldMk cId="2935283230" sldId="281"/>
            <ac:spMk id="7" creationId="{F35A33DB-46F9-29EA-5ED4-6F3291D206A4}"/>
          </ac:spMkLst>
        </pc:spChg>
        <pc:spChg chg="add mod">
          <ac:chgData name="Evgenia Andreou" userId="8e89e74f621e7047" providerId="LiveId" clId="{EF53017E-E624-4052-9F70-6403551E244D}" dt="2025-11-23T02:46:58.276" v="38071" actId="6549"/>
          <ac:spMkLst>
            <pc:docMk/>
            <pc:sldMk cId="2935283230" sldId="281"/>
            <ac:spMk id="8" creationId="{70AC0028-14B1-0B7D-9D13-D0694E0DD6A1}"/>
          </ac:spMkLst>
        </pc:spChg>
      </pc:sldChg>
      <pc:sldChg chg="addSp delSp modSp new mod ord">
        <pc:chgData name="Evgenia Andreou" userId="8e89e74f621e7047" providerId="LiveId" clId="{EF53017E-E624-4052-9F70-6403551E244D}" dt="2025-11-26T00:24:03.375" v="39215" actId="20577"/>
        <pc:sldMkLst>
          <pc:docMk/>
          <pc:sldMk cId="1583996442" sldId="284"/>
        </pc:sldMkLst>
        <pc:spChg chg="mod">
          <ac:chgData name="Evgenia Andreou" userId="8e89e74f621e7047" providerId="LiveId" clId="{EF53017E-E624-4052-9F70-6403551E244D}" dt="2025-10-28T00:19:04.723" v="32386" actId="1076"/>
          <ac:spMkLst>
            <pc:docMk/>
            <pc:sldMk cId="1583996442" sldId="284"/>
            <ac:spMk id="2" creationId="{D78BB8F6-86CD-F67C-A5AC-A96346005AB1}"/>
          </ac:spMkLst>
        </pc:spChg>
        <pc:spChg chg="add mod">
          <ac:chgData name="Evgenia Andreou" userId="8e89e74f621e7047" providerId="LiveId" clId="{EF53017E-E624-4052-9F70-6403551E244D}" dt="2025-11-23T01:00:42.080" v="37251" actId="6549"/>
          <ac:spMkLst>
            <pc:docMk/>
            <pc:sldMk cId="1583996442" sldId="284"/>
            <ac:spMk id="3" creationId="{8A52800C-A200-F692-1890-42672D83430D}"/>
          </ac:spMkLst>
        </pc:spChg>
        <pc:spChg chg="add mod">
          <ac:chgData name="Evgenia Andreou" userId="8e89e74f621e7047" providerId="LiveId" clId="{EF53017E-E624-4052-9F70-6403551E244D}" dt="2025-11-26T00:24:03.375" v="39215" actId="20577"/>
          <ac:spMkLst>
            <pc:docMk/>
            <pc:sldMk cId="1583996442" sldId="284"/>
            <ac:spMk id="5" creationId="{997345AD-832D-F3D6-8EAB-FB12F55F6DFF}"/>
          </ac:spMkLst>
        </pc:spChg>
        <pc:spChg chg="add mod">
          <ac:chgData name="Evgenia Andreou" userId="8e89e74f621e7047" providerId="LiveId" clId="{EF53017E-E624-4052-9F70-6403551E244D}" dt="2025-11-23T03:01:53.955" v="38131" actId="20577"/>
          <ac:spMkLst>
            <pc:docMk/>
            <pc:sldMk cId="1583996442" sldId="284"/>
            <ac:spMk id="8" creationId="{AAFD135F-78E3-632E-FA22-F645956311C7}"/>
          </ac:spMkLst>
        </pc:spChg>
      </pc:sldChg>
      <pc:sldChg chg="delSp modSp new mod">
        <pc:chgData name="Evgenia Andreou" userId="8e89e74f621e7047" providerId="LiveId" clId="{EF53017E-E624-4052-9F70-6403551E244D}" dt="2025-10-31T15:16:52.617" v="34868" actId="1582"/>
        <pc:sldMkLst>
          <pc:docMk/>
          <pc:sldMk cId="1947621257" sldId="285"/>
        </pc:sldMkLst>
        <pc:spChg chg="mod">
          <ac:chgData name="Evgenia Andreou" userId="8e89e74f621e7047" providerId="LiveId" clId="{EF53017E-E624-4052-9F70-6403551E244D}" dt="2025-10-31T15:16:52.617" v="34868" actId="1582"/>
          <ac:spMkLst>
            <pc:docMk/>
            <pc:sldMk cId="1947621257" sldId="285"/>
            <ac:spMk id="2" creationId="{24E1F17E-F8F5-06F4-FC0D-300EA7F02B3E}"/>
          </ac:spMkLst>
        </pc:spChg>
      </pc:sldChg>
      <pc:sldChg chg="addSp delSp modSp new mod">
        <pc:chgData name="Evgenia Andreou" userId="8e89e74f621e7047" providerId="LiveId" clId="{EF53017E-E624-4052-9F70-6403551E244D}" dt="2025-11-23T03:31:42.512" v="38405" actId="20577"/>
        <pc:sldMkLst>
          <pc:docMk/>
          <pc:sldMk cId="1568349809" sldId="290"/>
        </pc:sldMkLst>
        <pc:spChg chg="mod">
          <ac:chgData name="Evgenia Andreou" userId="8e89e74f621e7047" providerId="LiveId" clId="{EF53017E-E624-4052-9F70-6403551E244D}" dt="2025-10-31T15:05:37.674" v="34793" actId="1076"/>
          <ac:spMkLst>
            <pc:docMk/>
            <pc:sldMk cId="1568349809" sldId="290"/>
            <ac:spMk id="2" creationId="{D6E992A4-3342-4D17-D7D8-CB45D8A172FC}"/>
          </ac:spMkLst>
        </pc:spChg>
        <pc:spChg chg="mod">
          <ac:chgData name="Evgenia Andreou" userId="8e89e74f621e7047" providerId="LiveId" clId="{EF53017E-E624-4052-9F70-6403551E244D}" dt="2025-11-23T03:31:42.512" v="38405" actId="20577"/>
          <ac:spMkLst>
            <pc:docMk/>
            <pc:sldMk cId="1568349809" sldId="290"/>
            <ac:spMk id="3" creationId="{04B7BC3B-5F63-AD93-DF81-0FE7E566E573}"/>
          </ac:spMkLst>
        </pc:spChg>
        <pc:spChg chg="add mod">
          <ac:chgData name="Evgenia Andreou" userId="8e89e74f621e7047" providerId="LiveId" clId="{EF53017E-E624-4052-9F70-6403551E244D}" dt="2025-11-21T01:23:00.590" v="35469" actId="255"/>
          <ac:spMkLst>
            <pc:docMk/>
            <pc:sldMk cId="1568349809" sldId="290"/>
            <ac:spMk id="4" creationId="{BCDF1454-93C9-84FC-C387-A62EDE27D4BC}"/>
          </ac:spMkLst>
        </pc:spChg>
      </pc:sldChg>
      <pc:sldChg chg="addSp delSp modSp new mod">
        <pc:chgData name="Evgenia Andreou" userId="8e89e74f621e7047" providerId="LiveId" clId="{EF53017E-E624-4052-9F70-6403551E244D}" dt="2025-11-24T05:10:31.655" v="38581" actId="1076"/>
        <pc:sldMkLst>
          <pc:docMk/>
          <pc:sldMk cId="3019405516" sldId="291"/>
        </pc:sldMkLst>
        <pc:spChg chg="add mod">
          <ac:chgData name="Evgenia Andreou" userId="8e89e74f621e7047" providerId="LiveId" clId="{EF53017E-E624-4052-9F70-6403551E244D}" dt="2025-11-24T05:10:31.655" v="38581" actId="1076"/>
          <ac:spMkLst>
            <pc:docMk/>
            <pc:sldMk cId="3019405516" sldId="291"/>
            <ac:spMk id="5" creationId="{C718A182-FD34-0FCF-F841-2D21F0DFE300}"/>
          </ac:spMkLst>
        </pc:spChg>
        <pc:spChg chg="add mod">
          <ac:chgData name="Evgenia Andreou" userId="8e89e74f621e7047" providerId="LiveId" clId="{EF53017E-E624-4052-9F70-6403551E244D}" dt="2025-10-31T15:05:27.440" v="34792" actId="1076"/>
          <ac:spMkLst>
            <pc:docMk/>
            <pc:sldMk cId="3019405516" sldId="291"/>
            <ac:spMk id="7" creationId="{259B178F-70A2-E2FE-5F28-1D58CF945F1E}"/>
          </ac:spMkLst>
        </pc:spChg>
        <pc:picChg chg="add mod">
          <ac:chgData name="Evgenia Andreou" userId="8e89e74f621e7047" providerId="LiveId" clId="{EF53017E-E624-4052-9F70-6403551E244D}" dt="2025-11-24T05:10:31.655" v="38581" actId="1076"/>
          <ac:picMkLst>
            <pc:docMk/>
            <pc:sldMk cId="3019405516" sldId="291"/>
            <ac:picMk id="11" creationId="{DC1F51DB-A1C3-E7AE-73E7-24425577EC79}"/>
          </ac:picMkLst>
        </pc:picChg>
      </pc:sldChg>
      <pc:sldChg chg="addSp delSp modSp new mod">
        <pc:chgData name="Evgenia Andreou" userId="8e89e74f621e7047" providerId="LiveId" clId="{EF53017E-E624-4052-9F70-6403551E244D}" dt="2025-11-25T22:55:32.263" v="39077" actId="20577"/>
        <pc:sldMkLst>
          <pc:docMk/>
          <pc:sldMk cId="634262476" sldId="292"/>
        </pc:sldMkLst>
        <pc:spChg chg="add mod">
          <ac:chgData name="Evgenia Andreou" userId="8e89e74f621e7047" providerId="LiveId" clId="{EF53017E-E624-4052-9F70-6403551E244D}" dt="2025-11-25T22:55:32.263" v="39077" actId="20577"/>
          <ac:spMkLst>
            <pc:docMk/>
            <pc:sldMk cId="634262476" sldId="292"/>
            <ac:spMk id="3" creationId="{049D6BE7-05AE-64F8-4DB8-D2CE59F9D843}"/>
          </ac:spMkLst>
        </pc:spChg>
        <pc:spChg chg="add mod">
          <ac:chgData name="Evgenia Andreou" userId="8e89e74f621e7047" providerId="LiveId" clId="{EF53017E-E624-4052-9F70-6403551E244D}" dt="2025-11-23T03:41:28.490" v="38427" actId="1076"/>
          <ac:spMkLst>
            <pc:docMk/>
            <pc:sldMk cId="634262476" sldId="292"/>
            <ac:spMk id="4" creationId="{C2BDC2C3-357E-2FCF-83FD-9EEBB4031356}"/>
          </ac:spMkLst>
        </pc:spChg>
        <pc:spChg chg="add mod">
          <ac:chgData name="Evgenia Andreou" userId="8e89e74f621e7047" providerId="LiveId" clId="{EF53017E-E624-4052-9F70-6403551E244D}" dt="2025-11-23T03:41:25.896" v="38426" actId="1076"/>
          <ac:spMkLst>
            <pc:docMk/>
            <pc:sldMk cId="634262476" sldId="292"/>
            <ac:spMk id="5" creationId="{A19BEF67-252A-CEAE-43ED-F027351B452C}"/>
          </ac:spMkLst>
        </pc:spChg>
        <pc:picChg chg="add mod">
          <ac:chgData name="Evgenia Andreou" userId="8e89e74f621e7047" providerId="LiveId" clId="{EF53017E-E624-4052-9F70-6403551E244D}" dt="2025-11-25T21:19:02.624" v="39015" actId="14861"/>
          <ac:picMkLst>
            <pc:docMk/>
            <pc:sldMk cId="634262476" sldId="292"/>
            <ac:picMk id="6" creationId="{3B1FBFAB-7CB4-71D7-BB90-40702C41FA07}"/>
          </ac:picMkLst>
        </pc:picChg>
        <pc:picChg chg="add del mod">
          <ac:chgData name="Evgenia Andreou" userId="8e89e74f621e7047" providerId="LiveId" clId="{EF53017E-E624-4052-9F70-6403551E244D}" dt="2025-11-25T20:50:07.562" v="38970" actId="478"/>
          <ac:picMkLst>
            <pc:docMk/>
            <pc:sldMk cId="634262476" sldId="292"/>
            <ac:picMk id="7" creationId="{4B1B9D0C-3FE5-6DB7-4E3C-5FD347A4AE61}"/>
          </ac:picMkLst>
        </pc:picChg>
        <pc:picChg chg="add del mod">
          <ac:chgData name="Evgenia Andreou" userId="8e89e74f621e7047" providerId="LiveId" clId="{EF53017E-E624-4052-9F70-6403551E244D}" dt="2025-11-25T20:50:07.562" v="38970" actId="478"/>
          <ac:picMkLst>
            <pc:docMk/>
            <pc:sldMk cId="634262476" sldId="292"/>
            <ac:picMk id="8" creationId="{271579ED-3760-CADF-E08D-8CF0104F0AAF}"/>
          </ac:picMkLst>
        </pc:picChg>
        <pc:picChg chg="add del mod">
          <ac:chgData name="Evgenia Andreou" userId="8e89e74f621e7047" providerId="LiveId" clId="{EF53017E-E624-4052-9F70-6403551E244D}" dt="2025-11-25T20:50:07.562" v="38970" actId="478"/>
          <ac:picMkLst>
            <pc:docMk/>
            <pc:sldMk cId="634262476" sldId="292"/>
            <ac:picMk id="9" creationId="{97A63972-2DD3-E5EB-3E75-5EF5DE4C42C5}"/>
          </ac:picMkLst>
        </pc:picChg>
        <pc:picChg chg="add mod">
          <ac:chgData name="Evgenia Andreou" userId="8e89e74f621e7047" providerId="LiveId" clId="{EF53017E-E624-4052-9F70-6403551E244D}" dt="2025-11-25T21:19:46.325" v="39023" actId="14861"/>
          <ac:picMkLst>
            <pc:docMk/>
            <pc:sldMk cId="634262476" sldId="292"/>
            <ac:picMk id="11" creationId="{C1B0C6D8-89CB-A205-CDFC-9B7AA4058CD0}"/>
          </ac:picMkLst>
        </pc:picChg>
        <pc:picChg chg="add del mod">
          <ac:chgData name="Evgenia Andreou" userId="8e89e74f621e7047" providerId="LiveId" clId="{EF53017E-E624-4052-9F70-6403551E244D}" dt="2025-11-25T20:50:07.562" v="38970" actId="478"/>
          <ac:picMkLst>
            <pc:docMk/>
            <pc:sldMk cId="634262476" sldId="292"/>
            <ac:picMk id="13" creationId="{43C2F813-39F5-D32E-0811-8229542E7064}"/>
          </ac:picMkLst>
        </pc:picChg>
        <pc:picChg chg="add mod">
          <ac:chgData name="Evgenia Andreou" userId="8e89e74f621e7047" providerId="LiveId" clId="{EF53017E-E624-4052-9F70-6403551E244D}" dt="2025-11-25T21:20:00.264" v="39026" actId="14100"/>
          <ac:picMkLst>
            <pc:docMk/>
            <pc:sldMk cId="634262476" sldId="292"/>
            <ac:picMk id="14" creationId="{2B542E36-04D0-C797-9167-A2ED7F41DF32}"/>
          </ac:picMkLst>
        </pc:picChg>
        <pc:picChg chg="add mod">
          <ac:chgData name="Evgenia Andreou" userId="8e89e74f621e7047" providerId="LiveId" clId="{EF53017E-E624-4052-9F70-6403551E244D}" dt="2025-11-25T21:19:23.712" v="39019" actId="1076"/>
          <ac:picMkLst>
            <pc:docMk/>
            <pc:sldMk cId="634262476" sldId="292"/>
            <ac:picMk id="16" creationId="{B7667F01-A309-14B3-6009-732618CFAEB1}"/>
          </ac:picMkLst>
        </pc:picChg>
      </pc:sldChg>
      <pc:sldChg chg="addSp delSp modSp new mod">
        <pc:chgData name="Evgenia Andreou" userId="8e89e74f621e7047" providerId="LiveId" clId="{EF53017E-E624-4052-9F70-6403551E244D}" dt="2025-11-25T23:57:12.479" v="39080" actId="14100"/>
        <pc:sldMkLst>
          <pc:docMk/>
          <pc:sldMk cId="3402175388" sldId="293"/>
        </pc:sldMkLst>
        <pc:spChg chg="add mod">
          <ac:chgData name="Evgenia Andreou" userId="8e89e74f621e7047" providerId="LiveId" clId="{EF53017E-E624-4052-9F70-6403551E244D}" dt="2025-11-23T01:49:31.724" v="37738" actId="27636"/>
          <ac:spMkLst>
            <pc:docMk/>
            <pc:sldMk cId="3402175388" sldId="293"/>
            <ac:spMk id="5" creationId="{0A267CFC-FE1A-6148-04CC-A306D34EA55F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18" creationId="{A4F9189D-7BE9-E4A6-41F6-E2E39ED7BDB1}"/>
          </ac:spMkLst>
        </pc:spChg>
        <pc:spChg chg="add mod">
          <ac:chgData name="Evgenia Andreou" userId="8e89e74f621e7047" providerId="LiveId" clId="{EF53017E-E624-4052-9F70-6403551E244D}" dt="2025-11-25T01:21:50.103" v="38878" actId="1076"/>
          <ac:spMkLst>
            <pc:docMk/>
            <pc:sldMk cId="3402175388" sldId="293"/>
            <ac:spMk id="28" creationId="{663BBFA7-4629-E836-75B9-68C844D60F68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30" creationId="{45FE2BA6-448C-983C-DEC1-756F2C24A7F2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31" creationId="{DFA8CDE6-CD8D-D419-53FA-41BC50FD5363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32" creationId="{D2EE91B5-3727-D661-DFB8-87C30B65BF63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33" creationId="{33339CEA-3014-AE2A-D722-1003B265BE7D}"/>
          </ac:spMkLst>
        </pc:spChg>
        <pc:spChg chg="add mod">
          <ac:chgData name="Evgenia Andreou" userId="8e89e74f621e7047" providerId="LiveId" clId="{EF53017E-E624-4052-9F70-6403551E244D}" dt="2025-11-25T01:05:13.477" v="38789" actId="1076"/>
          <ac:spMkLst>
            <pc:docMk/>
            <pc:sldMk cId="3402175388" sldId="293"/>
            <ac:spMk id="34" creationId="{7F939927-BD2C-B48F-EAD0-A9E409E4B5D6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35" creationId="{A677A97B-6979-DBEC-AB97-EA0EE8B2389F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36" creationId="{BF69108E-DD10-4D02-EF45-B38F6B35806C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37" creationId="{5970D129-FC67-7244-123B-10FB63223BF1}"/>
          </ac:spMkLst>
        </pc:spChg>
        <pc:spChg chg="add mod">
          <ac:chgData name="Evgenia Andreou" userId="8e89e74f621e7047" providerId="LiveId" clId="{EF53017E-E624-4052-9F70-6403551E244D}" dt="2025-11-25T01:05:34.599" v="38793" actId="1076"/>
          <ac:spMkLst>
            <pc:docMk/>
            <pc:sldMk cId="3402175388" sldId="293"/>
            <ac:spMk id="38" creationId="{FB4084BE-F011-60EA-282E-43CA2A769800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39" creationId="{AE17B21B-90A2-B288-9BAA-1B8C1D015C57}"/>
          </ac:spMkLst>
        </pc:spChg>
        <pc:spChg chg="add del mod">
          <ac:chgData name="Evgenia Andreou" userId="8e89e74f621e7047" providerId="LiveId" clId="{EF53017E-E624-4052-9F70-6403551E244D}" dt="2025-11-25T23:38:00.785" v="39078" actId="478"/>
          <ac:spMkLst>
            <pc:docMk/>
            <pc:sldMk cId="3402175388" sldId="293"/>
            <ac:spMk id="40" creationId="{68179078-1878-BD82-4A91-1E500AB17D35}"/>
          </ac:spMkLst>
        </pc:spChg>
        <pc:picChg chg="add del mod ord">
          <ac:chgData name="Evgenia Andreou" userId="8e89e74f621e7047" providerId="LiveId" clId="{EF53017E-E624-4052-9F70-6403551E244D}" dt="2025-11-25T01:12:31.003" v="38809" actId="478"/>
          <ac:picMkLst>
            <pc:docMk/>
            <pc:sldMk cId="3402175388" sldId="293"/>
            <ac:picMk id="4" creationId="{44A883A4-4427-8416-6A7C-05E7B91E72C7}"/>
          </ac:picMkLst>
        </pc:picChg>
        <pc:picChg chg="add del mod ord modCrop">
          <ac:chgData name="Evgenia Andreou" userId="8e89e74f621e7047" providerId="LiveId" clId="{EF53017E-E624-4052-9F70-6403551E244D}" dt="2025-11-25T01:12:31.003" v="38809" actId="478"/>
          <ac:picMkLst>
            <pc:docMk/>
            <pc:sldMk cId="3402175388" sldId="293"/>
            <ac:picMk id="7" creationId="{BF9EA6D2-D7D6-5F75-37F7-C0C4E2A8D22C}"/>
          </ac:picMkLst>
        </pc:picChg>
        <pc:picChg chg="add del mod">
          <ac:chgData name="Evgenia Andreou" userId="8e89e74f621e7047" providerId="LiveId" clId="{EF53017E-E624-4052-9F70-6403551E244D}" dt="2025-11-25T00:59:49.643" v="38733" actId="478"/>
          <ac:picMkLst>
            <pc:docMk/>
            <pc:sldMk cId="3402175388" sldId="293"/>
            <ac:picMk id="9" creationId="{19DF76C3-30F8-6D27-3B8C-45946BBB6958}"/>
          </ac:picMkLst>
        </pc:picChg>
        <pc:picChg chg="add del mod ord">
          <ac:chgData name="Evgenia Andreou" userId="8e89e74f621e7047" providerId="LiveId" clId="{EF53017E-E624-4052-9F70-6403551E244D}" dt="2025-11-25T01:12:31.003" v="38809" actId="478"/>
          <ac:picMkLst>
            <pc:docMk/>
            <pc:sldMk cId="3402175388" sldId="293"/>
            <ac:picMk id="10" creationId="{278C55CF-0111-FBDE-3BE4-AC7E68DE2AFB}"/>
          </ac:picMkLst>
        </pc:picChg>
        <pc:picChg chg="add del mod">
          <ac:chgData name="Evgenia Andreou" userId="8e89e74f621e7047" providerId="LiveId" clId="{EF53017E-E624-4052-9F70-6403551E244D}" dt="2025-11-25T00:59:50.191" v="38734" actId="478"/>
          <ac:picMkLst>
            <pc:docMk/>
            <pc:sldMk cId="3402175388" sldId="293"/>
            <ac:picMk id="11" creationId="{6C8FEB05-5B46-B9C4-798E-447E25DB7DB0}"/>
          </ac:picMkLst>
        </pc:picChg>
        <pc:picChg chg="add del mod">
          <ac:chgData name="Evgenia Andreou" userId="8e89e74f621e7047" providerId="LiveId" clId="{EF53017E-E624-4052-9F70-6403551E244D}" dt="2025-11-25T00:59:50.679" v="38735" actId="478"/>
          <ac:picMkLst>
            <pc:docMk/>
            <pc:sldMk cId="3402175388" sldId="293"/>
            <ac:picMk id="13" creationId="{F856B3B2-3098-4D49-1306-FF0152728133}"/>
          </ac:picMkLst>
        </pc:picChg>
        <pc:picChg chg="add del mod ord modCrop">
          <ac:chgData name="Evgenia Andreou" userId="8e89e74f621e7047" providerId="LiveId" clId="{EF53017E-E624-4052-9F70-6403551E244D}" dt="2025-11-25T01:12:31.003" v="38809" actId="478"/>
          <ac:picMkLst>
            <pc:docMk/>
            <pc:sldMk cId="3402175388" sldId="293"/>
            <ac:picMk id="14" creationId="{A0A321BB-7DE2-BC0F-B49B-CB383E88A715}"/>
          </ac:picMkLst>
        </pc:picChg>
        <pc:picChg chg="add del mod modCrop">
          <ac:chgData name="Evgenia Andreou" userId="8e89e74f621e7047" providerId="LiveId" clId="{EF53017E-E624-4052-9F70-6403551E244D}" dt="2025-11-25T00:59:48.810" v="38732" actId="478"/>
          <ac:picMkLst>
            <pc:docMk/>
            <pc:sldMk cId="3402175388" sldId="293"/>
            <ac:picMk id="15" creationId="{46DDB662-5070-B7B8-50C9-EFD88B671793}"/>
          </ac:picMkLst>
        </pc:picChg>
        <pc:picChg chg="add mod ord modCrop">
          <ac:chgData name="Evgenia Andreou" userId="8e89e74f621e7047" providerId="LiveId" clId="{EF53017E-E624-4052-9F70-6403551E244D}" dt="2025-11-25T20:55:03.969" v="38984" actId="1440"/>
          <ac:picMkLst>
            <pc:docMk/>
            <pc:sldMk cId="3402175388" sldId="293"/>
            <ac:picMk id="17" creationId="{486FD39C-0F72-3001-9114-22AD0303F41C}"/>
          </ac:picMkLst>
        </pc:picChg>
        <pc:picChg chg="add mod ord modCrop">
          <ac:chgData name="Evgenia Andreou" userId="8e89e74f621e7047" providerId="LiveId" clId="{EF53017E-E624-4052-9F70-6403551E244D}" dt="2025-11-25T20:55:03.969" v="38984" actId="1440"/>
          <ac:picMkLst>
            <pc:docMk/>
            <pc:sldMk cId="3402175388" sldId="293"/>
            <ac:picMk id="20" creationId="{485A75C3-71D6-FE46-0600-AD372C10CF3B}"/>
          </ac:picMkLst>
        </pc:picChg>
        <pc:picChg chg="add mod ord">
          <ac:chgData name="Evgenia Andreou" userId="8e89e74f621e7047" providerId="LiveId" clId="{EF53017E-E624-4052-9F70-6403551E244D}" dt="2025-11-25T20:55:03.969" v="38984" actId="1440"/>
          <ac:picMkLst>
            <pc:docMk/>
            <pc:sldMk cId="3402175388" sldId="293"/>
            <ac:picMk id="22" creationId="{2B4BA61B-C5D9-0ADA-6879-916E8C08C114}"/>
          </ac:picMkLst>
        </pc:picChg>
        <pc:picChg chg="add del mod">
          <ac:chgData name="Evgenia Andreou" userId="8e89e74f621e7047" providerId="LiveId" clId="{EF53017E-E624-4052-9F70-6403551E244D}" dt="2025-11-25T01:19:03.224" v="38835" actId="478"/>
          <ac:picMkLst>
            <pc:docMk/>
            <pc:sldMk cId="3402175388" sldId="293"/>
            <ac:picMk id="24" creationId="{F73242E7-B3E2-4C6C-4A4B-23A3B308B098}"/>
          </ac:picMkLst>
        </pc:picChg>
        <pc:picChg chg="add del mod">
          <ac:chgData name="Evgenia Andreou" userId="8e89e74f621e7047" providerId="LiveId" clId="{EF53017E-E624-4052-9F70-6403551E244D}" dt="2025-11-25T01:19:25.687" v="38840" actId="478"/>
          <ac:picMkLst>
            <pc:docMk/>
            <pc:sldMk cId="3402175388" sldId="293"/>
            <ac:picMk id="26" creationId="{8759EDFF-9501-00D4-7BD7-1C5A07624603}"/>
          </ac:picMkLst>
        </pc:picChg>
        <pc:picChg chg="add mod ord modCrop">
          <ac:chgData name="Evgenia Andreou" userId="8e89e74f621e7047" providerId="LiveId" clId="{EF53017E-E624-4052-9F70-6403551E244D}" dt="2025-11-25T23:57:12.479" v="39080" actId="14100"/>
          <ac:picMkLst>
            <pc:docMk/>
            <pc:sldMk cId="3402175388" sldId="293"/>
            <ac:picMk id="29" creationId="{3EBE4DE9-C03D-9837-2223-72ED773D3107}"/>
          </ac:picMkLst>
        </pc:picChg>
      </pc:sldChg>
      <pc:sldChg chg="addSp delSp modSp new mod">
        <pc:chgData name="Evgenia Andreou" userId="8e89e74f621e7047" providerId="LiveId" clId="{EF53017E-E624-4052-9F70-6403551E244D}" dt="2025-11-23T03:49:48.286" v="38477" actId="1076"/>
        <pc:sldMkLst>
          <pc:docMk/>
          <pc:sldMk cId="2209188368" sldId="294"/>
        </pc:sldMkLst>
        <pc:spChg chg="add mod">
          <ac:chgData name="Evgenia Andreou" userId="8e89e74f621e7047" providerId="LiveId" clId="{EF53017E-E624-4052-9F70-6403551E244D}" dt="2025-11-23T03:16:06.851" v="38290" actId="20577"/>
          <ac:spMkLst>
            <pc:docMk/>
            <pc:sldMk cId="2209188368" sldId="294"/>
            <ac:spMk id="5" creationId="{30A49731-B402-B077-FC6B-D2B661F79CCE}"/>
          </ac:spMkLst>
        </pc:spChg>
        <pc:picChg chg="add mod">
          <ac:chgData name="Evgenia Andreou" userId="8e89e74f621e7047" providerId="LiveId" clId="{EF53017E-E624-4052-9F70-6403551E244D}" dt="2025-11-23T03:49:44.618" v="38475" actId="1076"/>
          <ac:picMkLst>
            <pc:docMk/>
            <pc:sldMk cId="2209188368" sldId="294"/>
            <ac:picMk id="11" creationId="{91CD17B4-6875-F425-0782-42205BDD1269}"/>
          </ac:picMkLst>
        </pc:picChg>
        <pc:picChg chg="add mod">
          <ac:chgData name="Evgenia Andreou" userId="8e89e74f621e7047" providerId="LiveId" clId="{EF53017E-E624-4052-9F70-6403551E244D}" dt="2025-11-23T03:49:48.286" v="38477" actId="1076"/>
          <ac:picMkLst>
            <pc:docMk/>
            <pc:sldMk cId="2209188368" sldId="294"/>
            <ac:picMk id="13" creationId="{14234742-40E1-70A1-3E10-B0701DAEDD51}"/>
          </ac:picMkLst>
        </pc:picChg>
      </pc:sldChg>
      <pc:sldMasterChg chg="setBg modSldLayout">
        <pc:chgData name="Evgenia Andreou" userId="8e89e74f621e7047" providerId="LiveId" clId="{EF53017E-E624-4052-9F70-6403551E244D}" dt="2025-10-27T22:44:43.599" v="30455"/>
        <pc:sldMasterMkLst>
          <pc:docMk/>
          <pc:sldMasterMk cId="2693072502" sldId="2147483708"/>
        </pc:sldMasterMkLst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356610871" sldId="2147483709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9292485" sldId="2147483710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2953917294" sldId="2147483711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3680108532" sldId="2147483712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809130830" sldId="2147483713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586532713" sldId="2147483714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3763728003" sldId="2147483715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146229378" sldId="2147483716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592497053" sldId="2147483717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1963752470" sldId="2147483718"/>
          </pc:sldLayoutMkLst>
        </pc:sldLayoutChg>
        <pc:sldLayoutChg chg="setBg">
          <pc:chgData name="Evgenia Andreou" userId="8e89e74f621e7047" providerId="LiveId" clId="{EF53017E-E624-4052-9F70-6403551E244D}" dt="2025-10-27T22:44:43.599" v="30455"/>
          <pc:sldLayoutMkLst>
            <pc:docMk/>
            <pc:sldMasterMk cId="2693072502" sldId="2147483708"/>
            <pc:sldLayoutMk cId="2512544203" sldId="2147483719"/>
          </pc:sldLayoutMkLst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 :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Features, Formats, Interactions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algn="l">
            <a:buNone/>
          </a:pPr>
          <a:r>
            <a:rPr lang="en-US" sz="1500" dirty="0"/>
            <a:t>Feature Selection Exploratory Analysis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dirty="0"/>
            <a:t>Train set </a:t>
          </a:r>
          <a:r>
            <a:rPr lang="en-US" sz="1500" dirty="0">
              <a:sym typeface="Wingdings" panose="05000000000000000000" pitchFamily="2" charset="2"/>
            </a:rPr>
            <a:t> </a:t>
          </a:r>
          <a:r>
            <a:rPr lang="en-US" sz="1500" b="1" dirty="0"/>
            <a:t>X</a:t>
          </a:r>
          <a:r>
            <a:rPr lang="en-US" sz="1500" dirty="0"/>
            <a:t> information leakage</a:t>
          </a:r>
          <a:endParaRPr lang="en-GB" sz="15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Frequency tables</a:t>
          </a:r>
          <a:endParaRPr lang="en-GB" sz="15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Univariable analysis: Logistic, Chi-square, Mann-Whitney test</a:t>
          </a:r>
          <a:endParaRPr lang="en-GB" sz="15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Correlation: Spearman, X</a:t>
          </a:r>
          <a:r>
            <a:rPr lang="en-GB" sz="1500" baseline="30000" dirty="0"/>
            <a:t>2</a:t>
          </a:r>
          <a:r>
            <a:rPr lang="en-GB" sz="1500" dirty="0"/>
            <a:t> (Phi), 1-way-Anova</a:t>
          </a:r>
          <a:r>
            <a:rPr lang="el-GR" sz="1500" dirty="0"/>
            <a:t>(η</a:t>
          </a:r>
          <a:r>
            <a:rPr lang="el-GR" sz="1500" baseline="30000" dirty="0"/>
            <a:t>2</a:t>
          </a:r>
          <a:r>
            <a:rPr lang="el-GR" sz="1500" dirty="0"/>
            <a:t>)</a:t>
          </a:r>
          <a:r>
            <a:rPr lang="en-GB" sz="1500" dirty="0"/>
            <a:t> , </a:t>
          </a:r>
          <a:r>
            <a:rPr lang="en-GB" sz="1500" dirty="0">
              <a:sym typeface="Wingdings" panose="05000000000000000000" pitchFamily="2" charset="2"/>
            </a:rPr>
            <a:t>Heatmaps, VIF </a:t>
          </a:r>
          <a:r>
            <a:rPr lang="en-GB" sz="15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F6495C03-6AD7-4361-A689-0928FC2AEC71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Real world skewed data  Log scale</a:t>
          </a:r>
          <a:endParaRPr lang="en-GB" sz="1500" dirty="0"/>
        </a:p>
      </dgm:t>
    </dgm:pt>
    <dgm:pt modelId="{D191F338-3668-4712-8214-6BE1418556B2}" type="parTrans" cxnId="{757F0432-51CC-4821-BD0B-74C4AA6C00FF}">
      <dgm:prSet/>
      <dgm:spPr/>
      <dgm:t>
        <a:bodyPr/>
        <a:lstStyle/>
        <a:p>
          <a:endParaRPr lang="en-GB"/>
        </a:p>
      </dgm:t>
    </dgm:pt>
    <dgm:pt modelId="{AA018E8A-AF1C-47A2-A9C4-2B498C2408A7}" type="sibTrans" cxnId="{757F0432-51CC-4821-BD0B-74C4AA6C00FF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9859F3EE-39FB-4155-A17B-10BBAC08A1CE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Merge levels </a:t>
          </a:r>
          <a:endParaRPr lang="en-GB" sz="1500" dirty="0"/>
        </a:p>
      </dgm:t>
    </dgm:pt>
    <dgm:pt modelId="{3B4190E0-AADF-475E-B5CB-549B6724E78A}" type="parTrans" cxnId="{75AB083C-1B8F-4842-9590-26B60EB3663F}">
      <dgm:prSet/>
      <dgm:spPr/>
      <dgm:t>
        <a:bodyPr/>
        <a:lstStyle/>
        <a:p>
          <a:endParaRPr lang="en-GB"/>
        </a:p>
      </dgm:t>
    </dgm:pt>
    <dgm:pt modelId="{81A30B17-09B7-4B5D-8B46-82B8627B3E24}" type="sibTrans" cxnId="{75AB083C-1B8F-4842-9590-26B60EB3663F}">
      <dgm:prSet/>
      <dgm:spPr/>
      <dgm:t>
        <a:bodyPr/>
        <a:lstStyle/>
        <a:p>
          <a:endParaRPr lang="en-GB"/>
        </a:p>
      </dgm:t>
    </dgm:pt>
    <dgm:pt modelId="{548D4458-7DA4-42BF-86CB-3786593BAF27}">
      <dgm:prSet custT="1"/>
      <dgm:spPr>
        <a:ln>
          <a:noFill/>
        </a:ln>
      </dgm:spPr>
      <dgm:t>
        <a:bodyPr/>
        <a:lstStyle/>
        <a:p>
          <a:pPr algn="l"/>
          <a:endParaRPr lang="en-GB" sz="1500" dirty="0"/>
        </a:p>
      </dgm:t>
    </dgm:pt>
    <dgm:pt modelId="{2D013C74-74E5-4DFB-B92E-91C1BB182B2C}" type="parTrans" cxnId="{B542F609-81FD-46D5-89CF-E3A1534847AC}">
      <dgm:prSet/>
      <dgm:spPr/>
      <dgm:t>
        <a:bodyPr/>
        <a:lstStyle/>
        <a:p>
          <a:endParaRPr lang="en-GB"/>
        </a:p>
      </dgm:t>
    </dgm:pt>
    <dgm:pt modelId="{102EBBBE-72A9-474B-A5F6-DBC6ED957DEC}" type="sibTrans" cxnId="{B542F609-81FD-46D5-89CF-E3A1534847AC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dirty="0"/>
            <a:t>Distribution Plots (Bar, Kde, Count)</a:t>
          </a:r>
          <a:endParaRPr lang="en-GB" sz="15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59FC4D82-540C-47F6-A92D-064DDDE4834B}">
      <dgm:prSet custT="1"/>
      <dgm:spPr>
        <a:ln>
          <a:noFill/>
        </a:ln>
      </dgm:spPr>
      <dgm:t>
        <a:bodyPr/>
        <a:lstStyle/>
        <a:p>
          <a:pPr algn="l">
            <a:buNone/>
          </a:pPr>
          <a:endParaRPr lang="en-GB" sz="1500" dirty="0"/>
        </a:p>
      </dgm:t>
    </dgm:pt>
    <dgm:pt modelId="{A97469FD-60FE-4D9E-8FA7-8C84F2E8EE4C}" type="parTrans" cxnId="{BF915D32-B530-4188-ADE0-8CBDF58E1C29}">
      <dgm:prSet/>
      <dgm:spPr/>
      <dgm:t>
        <a:bodyPr/>
        <a:lstStyle/>
        <a:p>
          <a:endParaRPr lang="en-GB"/>
        </a:p>
      </dgm:t>
    </dgm:pt>
    <dgm:pt modelId="{420482DB-355C-431E-9A72-720643C34E9A}" type="sibTrans" cxnId="{BF915D32-B530-4188-ADE0-8CBDF58E1C29}">
      <dgm:prSet/>
      <dgm:spPr/>
      <dgm:t>
        <a:bodyPr/>
        <a:lstStyle/>
        <a:p>
          <a:endParaRPr lang="en-GB"/>
        </a:p>
      </dgm:t>
    </dgm:pt>
    <dgm:pt modelId="{E640057B-05B6-461C-B076-68A24E210C2C}">
      <dgm:prSet custT="1"/>
      <dgm:spPr>
        <a:ln>
          <a:noFill/>
        </a:ln>
      </dgm:spPr>
      <dgm:t>
        <a:bodyPr/>
        <a:lstStyle/>
        <a:p>
          <a:pPr algn="l">
            <a:buFont typeface="Wingdings" panose="05000000000000000000" pitchFamily="2" charset="2"/>
            <a:buChar char="Ø"/>
          </a:pPr>
          <a:r>
            <a:rPr lang="en-US" sz="1500" dirty="0">
              <a:sym typeface="Wingdings" panose="05000000000000000000" pitchFamily="2" charset="2"/>
            </a:rPr>
            <a:t>Feature Selection</a:t>
          </a:r>
          <a:endParaRPr lang="en-GB" sz="1500" dirty="0"/>
        </a:p>
      </dgm:t>
    </dgm:pt>
    <dgm:pt modelId="{14AC4F06-3897-4397-B96B-9F54402D1E39}" type="parTrans" cxnId="{45B06F84-EBC4-4C22-8CFE-80DFF7DB6242}">
      <dgm:prSet/>
      <dgm:spPr/>
      <dgm:t>
        <a:bodyPr/>
        <a:lstStyle/>
        <a:p>
          <a:endParaRPr lang="en-GB"/>
        </a:p>
      </dgm:t>
    </dgm:pt>
    <dgm:pt modelId="{75718E64-7588-4473-AB93-62CB5D75795A}" type="sibTrans" cxnId="{45B06F84-EBC4-4C22-8CFE-80DFF7DB6242}">
      <dgm:prSet/>
      <dgm:spPr/>
      <dgm:t>
        <a:bodyPr/>
        <a:lstStyle/>
        <a:p>
          <a:endParaRPr lang="en-GB"/>
        </a:p>
      </dgm:t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B542F609-81FD-46D5-89CF-E3A1534847AC}" srcId="{8B6C3B02-9B97-4461-849D-8C27B7EC535B}" destId="{548D4458-7DA4-42BF-86CB-3786593BAF27}" srcOrd="9" destOrd="0" parTransId="{2D013C74-74E5-4DFB-B92E-91C1BB182B2C}" sibTransId="{102EBBBE-72A9-474B-A5F6-DBC6ED957DEC}"/>
    <dgm:cxn modelId="{6DBB2C0B-C395-4DAB-BC58-BA79D8D92C23}" type="presOf" srcId="{E640057B-05B6-461C-B076-68A24E210C2C}" destId="{4E062ED7-C8B7-4731-A7F1-BE128EC98711}" srcOrd="0" destOrd="11" presId="urn:microsoft.com/office/officeart/2005/8/layout/vList5"/>
    <dgm:cxn modelId="{C00F8421-F747-485C-B1B5-20EB97E9EFA4}" srcId="{8B6C3B02-9B97-4461-849D-8C27B7EC535B}" destId="{2F7A7128-86C4-4AA6-BDD2-C0F06335F019}" srcOrd="8" destOrd="0" parTransId="{D99736A6-12EE-4BAE-87C7-CBC8D7CA2323}" sibTransId="{80D44254-ED36-4ABC-9111-50A9B5934201}"/>
    <dgm:cxn modelId="{EE732523-ACD9-4AD5-A411-721BE0F6D66C}" type="presOf" srcId="{A721B64A-F78D-438C-BD03-ED79A0A4204A}" destId="{4E062ED7-C8B7-4731-A7F1-BE128EC98711}" srcOrd="0" destOrd="6" presId="urn:microsoft.com/office/officeart/2005/8/layout/vList5"/>
    <dgm:cxn modelId="{0DE1DA2C-C4D8-42B2-82CF-2F0B80D321AC}" type="presOf" srcId="{9859F3EE-39FB-4155-A17B-10BBAC08A1CE}" destId="{4E062ED7-C8B7-4731-A7F1-BE128EC98711}" srcOrd="0" destOrd="10" presId="urn:microsoft.com/office/officeart/2005/8/layout/vList5"/>
    <dgm:cxn modelId="{757F0432-51CC-4821-BD0B-74C4AA6C00FF}" srcId="{8B6C3B02-9B97-4461-849D-8C27B7EC535B}" destId="{F6495C03-6AD7-4361-A689-0928FC2AEC71}" srcOrd="12" destOrd="0" parTransId="{D191F338-3668-4712-8214-6BE1418556B2}" sibTransId="{AA018E8A-AF1C-47A2-A9C4-2B498C2408A7}"/>
    <dgm:cxn modelId="{BF915D32-B530-4188-ADE0-8CBDF58E1C29}" srcId="{8B6C3B02-9B97-4461-849D-8C27B7EC535B}" destId="{59FC4D82-540C-47F6-A92D-064DDDE4834B}" srcOrd="1" destOrd="0" parTransId="{A97469FD-60FE-4D9E-8FA7-8C84F2E8EE4C}" sibTransId="{420482DB-355C-431E-9A72-720643C34E9A}"/>
    <dgm:cxn modelId="{75AB083C-1B8F-4842-9590-26B60EB3663F}" srcId="{8B6C3B02-9B97-4461-849D-8C27B7EC535B}" destId="{9859F3EE-39FB-4155-A17B-10BBAC08A1CE}" srcOrd="10" destOrd="0" parTransId="{3B4190E0-AADF-475E-B5CB-549B6724E78A}" sibTransId="{81A30B17-09B7-4B5D-8B46-82B8627B3E24}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83BAAA44-D43F-4D35-8D28-FD85187C07BC}" type="presOf" srcId="{F6495C03-6AD7-4361-A689-0928FC2AEC71}" destId="{4E062ED7-C8B7-4731-A7F1-BE128EC98711}" srcOrd="0" destOrd="12" presId="urn:microsoft.com/office/officeart/2005/8/layout/vList5"/>
    <dgm:cxn modelId="{1F480846-2667-4241-9F3B-7AF9FCFFF1F3}" srcId="{8B6C3B02-9B97-4461-849D-8C27B7EC535B}" destId="{A721B64A-F78D-438C-BD03-ED79A0A4204A}" srcOrd="6" destOrd="0" parTransId="{78C91161-6F7F-4398-B89C-D80D89BC273D}" sibTransId="{94D94A6E-FBF5-4F36-B66B-5C7A69F3C861}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3" destOrd="0" parTransId="{763728CA-2134-4677-A743-846554DEF5FC}" sibTransId="{062818EF-31D5-4693-AAFD-92006D82850B}"/>
    <dgm:cxn modelId="{45B06F84-EBC4-4C22-8CFE-80DFF7DB6242}" srcId="{8B6C3B02-9B97-4461-849D-8C27B7EC535B}" destId="{E640057B-05B6-461C-B076-68A24E210C2C}" srcOrd="11" destOrd="0" parTransId="{14AC4F06-3897-4397-B96B-9F54402D1E39}" sibTransId="{75718E64-7588-4473-AB93-62CB5D75795A}"/>
    <dgm:cxn modelId="{86D14886-618B-4044-BE02-A6F2AEF53961}" type="presOf" srcId="{59FC4D82-540C-47F6-A92D-064DDDE4834B}" destId="{4E062ED7-C8B7-4731-A7F1-BE128EC98711}" srcOrd="0" destOrd="1" presId="urn:microsoft.com/office/officeart/2005/8/layout/vList5"/>
    <dgm:cxn modelId="{6C6FC389-867B-4E86-A3B1-05298DAC166B}" type="presOf" srcId="{798C2C10-662F-4E75-A5B5-D79146484269}" destId="{4E062ED7-C8B7-4731-A7F1-BE128EC98711}" srcOrd="0" destOrd="3" presId="urn:microsoft.com/office/officeart/2005/8/layout/vList5"/>
    <dgm:cxn modelId="{48306590-A74B-4794-B526-E913004DC442}" type="presOf" srcId="{548D4458-7DA4-42BF-86CB-3786593BAF27}" destId="{4E062ED7-C8B7-4731-A7F1-BE128EC98711}" srcOrd="0" destOrd="9" presId="urn:microsoft.com/office/officeart/2005/8/layout/vList5"/>
    <dgm:cxn modelId="{BFB34CAA-4FCC-4519-A43A-F733455A217C}" srcId="{8B6C3B02-9B97-4461-849D-8C27B7EC535B}" destId="{B89C6407-2BE2-4480-B463-96750AC78FFE}" srcOrd="2" destOrd="0" parTransId="{67F4B6E3-C4CE-4236-BD5B-9D5CFC58F985}" sibTransId="{25E06677-B8A3-440C-80A8-254EF34CE9DE}"/>
    <dgm:cxn modelId="{81F09BB9-F0A8-4D26-9C8C-78D3DDFF58E4}" srcId="{8B6C3B02-9B97-4461-849D-8C27B7EC535B}" destId="{4A8BA3F3-42C0-41EA-917D-9DDF709CADEA}" srcOrd="7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7" presId="urn:microsoft.com/office/officeart/2005/8/layout/vList5"/>
    <dgm:cxn modelId="{420B62D3-FE4F-40A0-B131-C8DF3D0C141F}" srcId="{8B6C3B02-9B97-4461-849D-8C27B7EC535B}" destId="{12639EF0-BB1A-4373-80A6-973906E4B20F}" srcOrd="4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5" presId="urn:microsoft.com/office/officeart/2005/8/layout/vList5"/>
    <dgm:cxn modelId="{F99DEAD6-D354-4C2E-A912-E72BD9E0D9A7}" srcId="{8B6C3B02-9B97-4461-849D-8C27B7EC535B}" destId="{7276CFAD-4AB0-4615-B7B2-34C290675CFD}" srcOrd="5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4" presId="urn:microsoft.com/office/officeart/2005/8/layout/vList5"/>
    <dgm:cxn modelId="{3CD1C0E7-01F4-4BE9-9ACB-DCCC1007E3E5}" type="presOf" srcId="{B89C6407-2BE2-4480-B463-96750AC78FFE}" destId="{4E062ED7-C8B7-4731-A7F1-BE128EC98711}" srcOrd="0" destOrd="2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8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Confusion Matrix 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Data Preparation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304A9991-7FB4-48A4-BB91-2DABD1469E68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Accuracy Report (MCC, BA)</a:t>
          </a:r>
          <a:endParaRPr lang="en-GB" sz="1500" dirty="0"/>
        </a:p>
      </dgm:t>
    </dgm:pt>
    <dgm:pt modelId="{F6889F92-41C4-4015-A0A2-747B53826000}" type="parTrans" cxnId="{0C460555-F151-46B2-BF2B-C166C8A02639}">
      <dgm:prSet/>
      <dgm:spPr/>
      <dgm:t>
        <a:bodyPr/>
        <a:lstStyle/>
        <a:p>
          <a:endParaRPr lang="en-GB"/>
        </a:p>
      </dgm:t>
    </dgm:pt>
    <dgm:pt modelId="{C4D119A4-A99D-4323-8621-917B74BD0C9A}" type="sibTrans" cxnId="{0C460555-F151-46B2-BF2B-C166C8A02639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3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3" presId="urn:microsoft.com/office/officeart/2005/8/layout/vList5"/>
    <dgm:cxn modelId="{7788635E-6D07-433D-963A-EB3919C119B1}" srcId="{9B2B852C-EAA3-47DA-A8FA-B03219776D86}" destId="{7A0E02F4-3F9C-4069-925A-EB6E3A3FA1FE}" srcOrd="2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0C460555-F151-46B2-BF2B-C166C8A02639}" srcId="{9B2B852C-EAA3-47DA-A8FA-B03219776D86}" destId="{304A9991-7FB4-48A4-BB91-2DABD1469E68}" srcOrd="1" destOrd="0" parTransId="{F6889F92-41C4-4015-A0A2-747B53826000}" sibTransId="{C4D119A4-A99D-4323-8621-917B74BD0C9A}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4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4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2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1AC41DE7-F09A-4DB8-BF87-23467879726A}" type="presOf" srcId="{304A9991-7FB4-48A4-BB91-2DABD1469E68}" destId="{7FCCB0FB-B29E-4A63-AD5D-91FA8360F37E}" srcOrd="0" destOrd="1" presId="urn:microsoft.com/office/officeart/2005/8/layout/vList5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 :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Features, Formats, Interactions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Feature Selection 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kern="1200" dirty="0">
              <a:sym typeface="Wingdings" panose="05000000000000000000" pitchFamily="2" charset="2"/>
            </a:rPr>
            <a:t>Heatmaps, VIF </a:t>
          </a:r>
          <a:r>
            <a:rPr lang="en-GB" sz="1500" kern="1200" dirty="0"/>
            <a:t>≥10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Merge levels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Feature Selection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US" sz="1500" kern="1200" dirty="0">
              <a:sym typeface="Wingdings" panose="05000000000000000000" pitchFamily="2" charset="2"/>
            </a:rPr>
            <a:t>Real world skewed data  Log scale</a:t>
          </a:r>
          <a:endParaRPr lang="en-GB" sz="1500" kern="1200" dirty="0"/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Data Preparation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Confusion Matrix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Accuracy Report (MCC, BA)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Σπυρίδων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trials, with 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4137308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57200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Public Registries</a:t>
            </a:r>
            <a:r>
              <a:rPr lang="el-GR" sz="2500" b="1" dirty="0"/>
              <a:t> </a:t>
            </a:r>
            <a:r>
              <a:rPr lang="en-US" sz="2500" b="1" dirty="0"/>
              <a:t>as EHR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556590"/>
            <a:ext cx="10972800" cy="94819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Non-transparent registry </a:t>
            </a:r>
            <a:r>
              <a:rPr lang="en-GB" sz="2000" dirty="0">
                <a:sym typeface="Wingdings" panose="05000000000000000000" pitchFamily="2" charset="2"/>
              </a:rPr>
              <a:t> Unethical </a:t>
            </a:r>
          </a:p>
          <a:p>
            <a:r>
              <a:rPr lang="en-GB" sz="2000" dirty="0">
                <a:sym typeface="Wingdings" panose="05000000000000000000" pitchFamily="2" charset="2"/>
              </a:rPr>
              <a:t>Missing, Optional, False inputs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Source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573955"/>
            <a:ext cx="10972800" cy="212536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Status: Completed, Terminated | Completed, Withdrawn</a:t>
            </a:r>
          </a:p>
          <a:p>
            <a:r>
              <a:rPr lang="en-GB" sz="2000" dirty="0"/>
              <a:t>Phases: 1, 2, 3, 4</a:t>
            </a:r>
            <a:br>
              <a:rPr lang="en-GB" sz="2000" dirty="0"/>
            </a:br>
            <a:r>
              <a:rPr lang="en-US" sz="2000" dirty="0">
                <a:sym typeface="Wingdings" panose="05000000000000000000" pitchFamily="2" charset="2"/>
              </a:rPr>
              <a:t>Phase 1: (21012, 73) | Phase 2: (19747, 73) | Phase 3: (13317, 73) | Phase 4: (12420, 73)</a:t>
            </a:r>
            <a:endParaRPr lang="en-GB" sz="20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1071583"/>
            <a:ext cx="10972800" cy="89760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AACT db </a:t>
            </a:r>
            <a:r>
              <a:rPr lang="en-US" sz="2000" dirty="0">
                <a:sym typeface="Wingdings" panose="05000000000000000000" pitchFamily="2" charset="2"/>
              </a:rPr>
              <a:t> Variety, Structured</a:t>
            </a:r>
            <a:endParaRPr lang="en-US" sz="2000" dirty="0"/>
          </a:p>
          <a:p>
            <a:r>
              <a:rPr lang="en-US" sz="2000" dirty="0"/>
              <a:t>ClinicalTrials.gov website </a:t>
            </a:r>
            <a:r>
              <a:rPr lang="en-US" sz="2000" dirty="0">
                <a:sym typeface="Wingdings" panose="05000000000000000000" pitchFamily="2" charset="2"/>
              </a:rPr>
              <a:t>(csv)</a:t>
            </a:r>
          </a:p>
          <a:p>
            <a:r>
              <a:rPr lang="en-US" sz="2000" dirty="0">
                <a:sym typeface="Wingdings" panose="05000000000000000000" pitchFamily="2" charset="2"/>
              </a:rPr>
              <a:t>67000 records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2076517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80593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Characteristics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393438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GB" sz="2000" dirty="0"/>
              <a:t>Many missing, inaccurate registries</a:t>
            </a:r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</p:cNvCxnSpPr>
          <p:nvPr/>
        </p:nvCxnSpPr>
        <p:spPr>
          <a:xfrm>
            <a:off x="8847948" y="3343486"/>
            <a:ext cx="1100650" cy="120299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</p:cNvCxnSpPr>
          <p:nvPr/>
        </p:nvCxnSpPr>
        <p:spPr>
          <a:xfrm>
            <a:off x="4307523" y="3798959"/>
            <a:ext cx="0" cy="50116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endCxn id="94" idx="0"/>
          </p:cNvCxnSpPr>
          <p:nvPr/>
        </p:nvCxnSpPr>
        <p:spPr>
          <a:xfrm>
            <a:off x="4307523" y="5214521"/>
            <a:ext cx="0" cy="58655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08883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Classification Report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905303" y="408927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553636723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02414733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531470" y="228599"/>
            <a:ext cx="10972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Schema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FB3EC97-CFD4-18C0-5C67-9419FD568CEB}"/>
              </a:ext>
            </a:extLst>
          </p:cNvPr>
          <p:cNvGrpSpPr/>
          <p:nvPr/>
        </p:nvGrpSpPr>
        <p:grpSpPr>
          <a:xfrm>
            <a:off x="574875" y="909248"/>
            <a:ext cx="10984377" cy="5754469"/>
            <a:chOff x="586450" y="909248"/>
            <a:chExt cx="10984377" cy="575446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C472132-5D48-1F80-B2C9-8536CD869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84428" y="3791564"/>
              <a:ext cx="5486399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950AC3A-891F-671F-7599-F2B502FB4D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450" y="3791564"/>
              <a:ext cx="5486398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D213D03-A565-B363-6B02-CE7249196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84426" y="909248"/>
              <a:ext cx="5486400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213FD52-7304-D574-CCCB-2C514C8C0A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6450" y="909248"/>
              <a:ext cx="5486398" cy="287215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D8EBA6-F13B-9891-83BA-FB348C7CE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87" y="1225164"/>
            <a:ext cx="5287113" cy="26483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B5C16B-5A07-0192-C73D-1F03ADF58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25164"/>
            <a:ext cx="5372850" cy="26483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35FB39E-3272-D92C-9125-F3C06DBF38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87" y="3873484"/>
            <a:ext cx="5287113" cy="2667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61F3796-1B61-CFA2-3252-D326B10039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864803"/>
            <a:ext cx="5372850" cy="26673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0562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41722"/>
            <a:ext cx="10972800" cy="473326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</a:p>
          <a:p>
            <a:pPr marL="0" indent="0" algn="ctr">
              <a:buNone/>
            </a:pPr>
            <a:r>
              <a:rPr lang="en-US" sz="1800" dirty="0"/>
              <a:t>LightBoost outperformed</a:t>
            </a:r>
          </a:p>
          <a:p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Missing etc.)</a:t>
            </a:r>
          </a:p>
          <a:p>
            <a:pPr lvl="1"/>
            <a:r>
              <a:rPr lang="en-US" sz="1800" dirty="0"/>
              <a:t>Faster - Large Datasets</a:t>
            </a:r>
          </a:p>
          <a:p>
            <a:r>
              <a:rPr lang="en-US" sz="1800" b="1" dirty="0"/>
              <a:t>Drawbacks</a:t>
            </a:r>
          </a:p>
          <a:p>
            <a:pPr lvl="1"/>
            <a:r>
              <a:rPr lang="en-US" sz="1800" dirty="0"/>
              <a:t>3</a:t>
            </a:r>
            <a:r>
              <a:rPr lang="en-US" sz="1800" baseline="30000" dirty="0"/>
              <a:t>rd</a:t>
            </a:r>
            <a:r>
              <a:rPr lang="en-US" sz="1800" dirty="0"/>
              <a:t> decimal between top classifiers</a:t>
            </a:r>
          </a:p>
          <a:p>
            <a:pPr lvl="1"/>
            <a:r>
              <a:rPr lang="en-US" sz="1800" dirty="0"/>
              <a:t>Boost: Not proper HPO </a:t>
            </a:r>
            <a:r>
              <a:rPr lang="en-US" sz="1800" dirty="0">
                <a:sym typeface="Wingdings" panose="05000000000000000000" pitchFamily="2" charset="2"/>
              </a:rPr>
              <a:t> Overfit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98732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br>
              <a:rPr lang="en-US" sz="2000" b="1" dirty="0"/>
            </a:br>
            <a:r>
              <a:rPr lang="en-GB" sz="2000" b="1" dirty="0"/>
              <a:t>Dose-Escalation | Human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</a:t>
            </a:r>
            <a:br>
              <a:rPr lang="en-GB" sz="2000" b="1" dirty="0"/>
            </a:br>
            <a:r>
              <a:rPr lang="en-GB" sz="2000" b="1" dirty="0"/>
              <a:t>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b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 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important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</a:t>
            </a:r>
            <a:b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4C2201-BFB4-BE44-95E3-C5031C5EFFD6}"/>
              </a:ext>
            </a:extLst>
          </p:cNvPr>
          <p:cNvSpPr txBox="1"/>
          <p:nvPr/>
        </p:nvSpPr>
        <p:spPr>
          <a:xfrm>
            <a:off x="599954" y="937549"/>
            <a:ext cx="109824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Factors ~ Termination ~ Phase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52440"/>
            <a:ext cx="6786623" cy="40852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423" y="1852439"/>
            <a:ext cx="3441977" cy="4085260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5675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Features’ Evaluation</a:t>
            </a:r>
            <a:endParaRPr lang="en-GB" sz="3000" b="1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4B46513-4A49-58D4-8935-B7F54A3BEBBB}"/>
              </a:ext>
            </a:extLst>
          </p:cNvPr>
          <p:cNvGrpSpPr/>
          <p:nvPr/>
        </p:nvGrpSpPr>
        <p:grpSpPr>
          <a:xfrm>
            <a:off x="811332" y="864805"/>
            <a:ext cx="10547158" cy="5958470"/>
            <a:chOff x="846057" y="899530"/>
            <a:chExt cx="10547158" cy="5958470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D4ADD35-D2D4-DA05-5903-913AACBA2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6057" y="899531"/>
              <a:ext cx="5316547" cy="292836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FBEBC9B-A546-B8B1-FD16-74D1E79ADF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87065" y="899530"/>
              <a:ext cx="5206150" cy="2928368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DDB2D2A-0022-B9CE-0C3A-8A8B40881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6058" y="3874197"/>
              <a:ext cx="5316546" cy="298380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A91FFED-CDFA-FBE7-D2E8-B94068B2A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7064" y="3874197"/>
              <a:ext cx="5206149" cy="2983802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Evaluation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r>
              <a:rPr lang="en-US" sz="2400" dirty="0"/>
              <a:t>Top Predictors ~ Phases :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Older / Healthy  Phase  1 - New intervention</a:t>
            </a:r>
            <a:endParaRPr lang="en-US" dirty="0"/>
          </a:p>
          <a:p>
            <a:pPr lvl="1"/>
            <a:r>
              <a:rPr lang="en-US" dirty="0">
                <a:sym typeface="Wingdings" panose="05000000000000000000" pitchFamily="2" charset="2"/>
              </a:rPr>
              <a:t># Adverse  ≥ Phase 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Study design  Phases 2-3 (Scaled)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Placebo/ Stand.  Phase 3 (Interv. Comparison)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3EBE4DE9-C03D-9837-2223-72ED773D31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" r="-1545" b="865"/>
          <a:stretch>
            <a:fillRect/>
          </a:stretch>
        </p:blipFill>
        <p:spPr>
          <a:xfrm>
            <a:off x="6126482" y="3579194"/>
            <a:ext cx="5557516" cy="183249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5A75C3-71D6-FE46-0600-AD372C10CF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64"/>
          <a:stretch>
            <a:fillRect/>
          </a:stretch>
        </p:blipFill>
        <p:spPr>
          <a:xfrm>
            <a:off x="6126482" y="1519274"/>
            <a:ext cx="5486400" cy="186329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B4BA61B-C5D9-0ADA-6879-916E8C08C1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2" y="3583228"/>
            <a:ext cx="5486401" cy="183862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86FD39C-0F72-3001-9114-22AD0303F4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44" b="2527"/>
          <a:stretch>
            <a:fillRect/>
          </a:stretch>
        </p:blipFill>
        <p:spPr>
          <a:xfrm>
            <a:off x="508004" y="1519275"/>
            <a:ext cx="5486400" cy="186329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600" y="550318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600" y="588264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8889357" y="3949498"/>
            <a:ext cx="2693043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41232"/>
            <a:ext cx="10972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1FBFAB-7CB4-71D7-BB90-40702C41F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10564"/>
            <a:ext cx="5143762" cy="2638936"/>
          </a:xfrm>
          <a:prstGeom prst="rect">
            <a:avLst/>
          </a:prstGeom>
          <a:ln>
            <a:noFill/>
          </a:ln>
          <a:effectLst>
            <a:softEdge rad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B0C6D8-89CB-A205-CDFC-9B7AA405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949499"/>
            <a:ext cx="4073544" cy="1945781"/>
          </a:xfrm>
          <a:prstGeom prst="rect">
            <a:avLst/>
          </a:prstGeom>
          <a:ln>
            <a:noFill/>
          </a:ln>
          <a:effectLst>
            <a:softEdge rad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542E36-04D0-C797-9167-A2ED7F41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3144" y="3949498"/>
            <a:ext cx="4206213" cy="19457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7667F01-A309-14B3-6009-732618CFAE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1967" y="1310564"/>
            <a:ext cx="5320433" cy="2638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50291"/>
            <a:ext cx="10972800" cy="3357418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500" dirty="0"/>
              <a:t>Enrollment</a:t>
            </a:r>
          </a:p>
          <a:p>
            <a:r>
              <a:rPr lang="en-GB" sz="2500" dirty="0"/>
              <a:t>Disease category (e.g., neoplasms) </a:t>
            </a:r>
            <a:r>
              <a:rPr lang="en-GB" sz="2500" dirty="0">
                <a:sym typeface="Wingdings" panose="05000000000000000000" pitchFamily="2" charset="2"/>
              </a:rPr>
              <a:t> Also, affects enrollment</a:t>
            </a:r>
            <a:endParaRPr lang="en-GB" sz="2500" dirty="0"/>
          </a:p>
          <a:p>
            <a:r>
              <a:rPr lang="en-GB" sz="2500" dirty="0"/>
              <a:t>Number of facilities </a:t>
            </a:r>
            <a:r>
              <a:rPr lang="en-GB" sz="2500" dirty="0">
                <a:sym typeface="Wingdings" panose="05000000000000000000" pitchFamily="2" charset="2"/>
              </a:rPr>
              <a:t> Also, affects enrollment</a:t>
            </a:r>
            <a:endParaRPr lang="en-GB" sz="2500" dirty="0"/>
          </a:p>
          <a:p>
            <a:r>
              <a:rPr lang="en-GB" sz="2500" dirty="0"/>
              <a:t>Healthy Volunteers</a:t>
            </a:r>
          </a:p>
          <a:p>
            <a:r>
              <a:rPr lang="en-GB" sz="2500" dirty="0"/>
              <a:t>Number of Adverse Events</a:t>
            </a:r>
          </a:p>
          <a:p>
            <a:r>
              <a:rPr lang="en-GB" sz="2500" dirty="0"/>
              <a:t>Funder type (e.g., Industry)</a:t>
            </a:r>
          </a:p>
          <a:p>
            <a:r>
              <a:rPr lang="en-GB" sz="25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45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Early Termination (Background Research)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2054822-7CFA-3734-870F-31D73313B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47" y="5400348"/>
            <a:ext cx="7787506" cy="12840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1163351"/>
            <a:ext cx="109728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/>
              <a:t>Literature Alignment</a:t>
            </a:r>
          </a:p>
        </p:txBody>
      </p:sp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 Analysis</a:t>
            </a:r>
          </a:p>
          <a:p>
            <a:r>
              <a:rPr lang="en-GB" sz="2000" b="1" dirty="0"/>
              <a:t>More features checked 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r>
              <a:rPr lang="en-GB" sz="2000" dirty="0"/>
              <a:t>(e.g, </a:t>
            </a:r>
            <a:r>
              <a:rPr lang="en-GB" sz="2000" dirty="0">
                <a:sym typeface="Wingdings" panose="05000000000000000000" pitchFamily="2" charset="2"/>
              </a:rPr>
              <a:t>LightBoost)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b="1" dirty="0">
                <a:sym typeface="Wingdings" panose="05000000000000000000" pitchFamily="2" charset="2"/>
              </a:rPr>
              <a:t>X </a:t>
            </a:r>
            <a:r>
              <a:rPr lang="en-GB" sz="2000" dirty="0">
                <a:sym typeface="Wingdings" panose="05000000000000000000" pitchFamily="2" charset="2"/>
              </a:rPr>
              <a:t>Information lost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Efficiently large: 2011-2024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EPV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RegEx 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optimally registered fields, null etc.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 </a:t>
            </a:r>
            <a:r>
              <a:rPr lang="en-US" sz="2000" b="1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Models' outperformance </a:t>
            </a:r>
            <a:br>
              <a:rPr lang="en-US" sz="2000" b="1" dirty="0"/>
            </a:br>
            <a:r>
              <a:rPr lang="en-US" sz="2000" dirty="0"/>
              <a:t>Difference only in 2</a:t>
            </a:r>
            <a:r>
              <a:rPr lang="en-US" sz="2000" baseline="30000" dirty="0"/>
              <a:t>nd</a:t>
            </a:r>
            <a:r>
              <a:rPr lang="en-US" sz="2000" dirty="0"/>
              <a:t>-3</a:t>
            </a:r>
            <a:r>
              <a:rPr lang="en-US" sz="2000" baseline="30000" dirty="0"/>
              <a:t>rd</a:t>
            </a:r>
            <a:r>
              <a:rPr lang="en-US" sz="2000" dirty="0"/>
              <a:t> decimal</a:t>
            </a:r>
          </a:p>
          <a:p>
            <a:r>
              <a:rPr lang="en-US" sz="2000" b="1" dirty="0"/>
              <a:t>No field specific analysis </a:t>
            </a:r>
            <a:r>
              <a:rPr lang="en-US" sz="2000" b="1" dirty="0">
                <a:sym typeface="Wingdings" panose="05000000000000000000" pitchFamily="2" charset="2"/>
              </a:rPr>
              <a:t>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Low Enrollment analysis</a:t>
            </a:r>
          </a:p>
          <a:p>
            <a:pPr lvl="1"/>
            <a:r>
              <a:rPr lang="en-US" sz="2000" dirty="0"/>
              <a:t>Condition fields 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39550</TotalTime>
  <Words>1433</Words>
  <Application>Microsoft Office PowerPoint</Application>
  <PresentationFormat>Widescreen</PresentationFormat>
  <Paragraphs>268</Paragraphs>
  <Slides>28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Electronic Health Records – EHR</vt:lpstr>
      <vt:lpstr>PowerPoint Presentation</vt:lpstr>
      <vt:lpstr>Data Source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Models’ Evaluation Metrics </vt:lpstr>
      <vt:lpstr>Model per Phase</vt:lpstr>
      <vt:lpstr>Metrics</vt:lpstr>
      <vt:lpstr>Model Performance</vt:lpstr>
      <vt:lpstr>Features ~ Phases</vt:lpstr>
      <vt:lpstr>Features’ Evaluation Metrics </vt:lpstr>
      <vt:lpstr>Features’ Evaluation</vt:lpstr>
      <vt:lpstr>Features Evaluation</vt:lpstr>
      <vt:lpstr>PowerPoint Presentation</vt:lpstr>
      <vt:lpstr>Withdrawn Analysis</vt:lpstr>
      <vt:lpstr>Early Termination (Background Research)</vt:lpstr>
      <vt:lpstr>Discussion</vt:lpstr>
      <vt:lpstr>Strengths &amp; Limitations</vt:lpstr>
      <vt:lpstr>Future Research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2025-11-26T00:24:14Z</dcterms:modified>
</cp:coreProperties>
</file>