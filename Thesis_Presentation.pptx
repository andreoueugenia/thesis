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60" r:id="rId6"/>
    <p:sldId id="270" r:id="rId7"/>
    <p:sldId id="281" r:id="rId8"/>
    <p:sldId id="262" r:id="rId9"/>
    <p:sldId id="266" r:id="rId10"/>
    <p:sldId id="269" r:id="rId11"/>
    <p:sldId id="275" r:id="rId12"/>
    <p:sldId id="274" r:id="rId13"/>
    <p:sldId id="273" r:id="rId14"/>
    <p:sldId id="290" r:id="rId15"/>
    <p:sldId id="268" r:id="rId16"/>
    <p:sldId id="279" r:id="rId17"/>
    <p:sldId id="267" r:id="rId18"/>
    <p:sldId id="264" r:id="rId19"/>
    <p:sldId id="291" r:id="rId20"/>
    <p:sldId id="263" r:id="rId21"/>
    <p:sldId id="276" r:id="rId22"/>
    <p:sldId id="293" r:id="rId23"/>
    <p:sldId id="284" r:id="rId24"/>
    <p:sldId id="292" r:id="rId25"/>
    <p:sldId id="285" r:id="rId26"/>
    <p:sldId id="278" r:id="rId27"/>
    <p:sldId id="277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60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64"/>
            <p14:sldId id="291"/>
            <p14:sldId id="263"/>
            <p14:sldId id="276"/>
            <p14:sldId id="293"/>
            <p14:sldId id="284"/>
            <p14:sldId id="292"/>
            <p14:sldId id="285"/>
            <p14:sldId id="278"/>
            <p14:sldId id="27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28" dt="2025-12-01T18:07:37.2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2-02T14:39:55.966" v="41026" actId="20577"/>
      <pc:docMkLst>
        <pc:docMk/>
      </pc:docMkLst>
      <pc:sldChg chg="addSp delSp modSp new mod setBg">
        <pc:chgData name="Evgenia Andreou" userId="8e89e74f621e7047" providerId="LiveId" clId="{EF53017E-E624-4052-9F70-6403551E244D}" dt="2025-11-21T00:49:58.598" v="34954" actId="20577"/>
        <pc:sldMkLst>
          <pc:docMk/>
          <pc:sldMk cId="568867521" sldId="257"/>
        </pc:sldMkLst>
        <pc:spChg chg="add mod">
          <ac:chgData name="Evgenia Andreou" userId="8e89e74f621e7047" providerId="LiveId" clId="{EF53017E-E624-4052-9F70-6403551E244D}" dt="2025-11-21T00:49:58.598" v="34954" actId="20577"/>
          <ac:spMkLst>
            <pc:docMk/>
            <pc:sldMk cId="568867521" sldId="257"/>
            <ac:spMk id="4" creationId="{DA253F5B-969C-ED7C-E6DD-0409268E6EFB}"/>
          </ac:spMkLst>
        </pc:spChg>
      </pc:sldChg>
      <pc:sldChg chg="addSp delSp modSp new mod ord setBg modClrScheme chgLayout">
        <pc:chgData name="Evgenia Andreou" userId="8e89e74f621e7047" providerId="LiveId" clId="{EF53017E-E624-4052-9F70-6403551E244D}" dt="2025-12-01T18:55:26.044" v="41021" actId="255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1-21T01:02:19.481" v="35228" actId="1076"/>
          <ac:spMkLst>
            <pc:docMk/>
            <pc:sldMk cId="3253723412" sldId="260"/>
            <ac:spMk id="5" creationId="{E7DEE60B-D404-7827-DCD6-007CA5735B35}"/>
          </ac:spMkLst>
        </pc:spChg>
        <pc:spChg chg="add mod">
          <ac:chgData name="Evgenia Andreou" userId="8e89e74f621e7047" providerId="LiveId" clId="{EF53017E-E624-4052-9F70-6403551E244D}" dt="2025-11-21T01:02:11.243" v="35226" actId="1076"/>
          <ac:spMkLst>
            <pc:docMk/>
            <pc:sldMk cId="3253723412" sldId="260"/>
            <ac:spMk id="6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2-01T18:55:26.044" v="41021" actId="255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2-01T18:03:14.550" v="40908" actId="20577"/>
        <pc:sldMkLst>
          <pc:docMk/>
          <pc:sldMk cId="1363710211" sldId="262"/>
        </pc:sldMkLst>
        <pc:spChg chg="add mod">
          <ac:chgData name="Evgenia Andreou" userId="8e89e74f621e7047" providerId="LiveId" clId="{EF53017E-E624-4052-9F70-6403551E244D}" dt="2025-12-01T17:41:56.571" v="40765" actId="1036"/>
          <ac:spMkLst>
            <pc:docMk/>
            <pc:sldMk cId="1363710211" sldId="262"/>
            <ac:spMk id="4" creationId="{6AFCAC43-C708-DC96-979E-E018B10CB4C5}"/>
          </ac:spMkLst>
        </pc:spChg>
        <pc:spChg chg="mod">
          <ac:chgData name="Evgenia Andreou" userId="8e89e74f621e7047" providerId="LiveId" clId="{EF53017E-E624-4052-9F70-6403551E244D}" dt="2025-11-28T03:50:14.574" v="40310" actId="20577"/>
          <ac:spMkLst>
            <pc:docMk/>
            <pc:sldMk cId="1363710211" sldId="262"/>
            <ac:spMk id="20" creationId="{D3BA573A-42F1-DA45-C0FD-BC1655434B77}"/>
          </ac:spMkLst>
        </pc:spChg>
        <pc:spChg chg="mod">
          <ac:chgData name="Evgenia Andreou" userId="8e89e74f621e7047" providerId="LiveId" clId="{EF53017E-E624-4052-9F70-6403551E244D}" dt="2025-11-28T02:11:34.509" v="39412" actId="1036"/>
          <ac:spMkLst>
            <pc:docMk/>
            <pc:sldMk cId="1363710211" sldId="262"/>
            <ac:spMk id="24" creationId="{E1FABA48-E7BA-FC06-2FF3-7550185F508C}"/>
          </ac:spMkLst>
        </pc:spChg>
        <pc:spChg chg="mod">
          <ac:chgData name="Evgenia Andreou" userId="8e89e74f621e7047" providerId="LiveId" clId="{EF53017E-E624-4052-9F70-6403551E244D}" dt="2025-12-01T18:03:14.550" v="40908" actId="20577"/>
          <ac:spMkLst>
            <pc:docMk/>
            <pc:sldMk cId="1363710211" sldId="262"/>
            <ac:spMk id="29" creationId="{23EC8373-4835-1D54-AC63-3CAC68B40C09}"/>
          </ac:spMkLst>
        </pc:spChg>
        <pc:spChg chg="add mod">
          <ac:chgData name="Evgenia Andreou" userId="8e89e74f621e7047" providerId="LiveId" clId="{EF53017E-E624-4052-9F70-6403551E244D}" dt="2025-12-01T17:41:51.763" v="40763" actId="1076"/>
          <ac:spMkLst>
            <pc:docMk/>
            <pc:sldMk cId="1363710211" sldId="262"/>
            <ac:spMk id="31" creationId="{E4151066-3F48-9700-D69C-E46E31D40C83}"/>
          </ac:spMkLst>
        </pc:spChg>
        <pc:spChg chg="mod">
          <ac:chgData name="Evgenia Andreou" userId="8e89e74f621e7047" providerId="LiveId" clId="{EF53017E-E624-4052-9F70-6403551E244D}" dt="2025-11-28T02:11:11.870" v="39408" actId="107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1-21T01:05:32.978" v="35284" actId="20577"/>
          <ac:spMkLst>
            <pc:docMk/>
            <pc:sldMk cId="1363710211" sldId="262"/>
            <ac:spMk id="677" creationId="{1263351C-9AB9-9F3E-1A06-CBF996165FBC}"/>
          </ac:spMkLst>
        </pc:spChg>
        <pc:cxnChg chg="add mod">
          <ac:chgData name="Evgenia Andreou" userId="8e89e74f621e7047" providerId="LiveId" clId="{EF53017E-E624-4052-9F70-6403551E244D}" dt="2025-12-01T17:41:56.571" v="40765" actId="1036"/>
          <ac:cxnSpMkLst>
            <pc:docMk/>
            <pc:sldMk cId="1363710211" sldId="262"/>
            <ac:cxnSpMk id="5" creationId="{490C4B18-1583-B250-C3AE-EE36D3B5F407}"/>
          </ac:cxnSpMkLst>
        </pc:cxnChg>
        <pc:cxnChg chg="mod">
          <ac:chgData name="Evgenia Andreou" userId="8e89e74f621e7047" providerId="LiveId" clId="{EF53017E-E624-4052-9F70-6403551E244D}" dt="2025-12-01T17:41:56.571" v="40765" actId="1036"/>
          <ac:cxnSpMkLst>
            <pc:docMk/>
            <pc:sldMk cId="1363710211" sldId="262"/>
            <ac:cxnSpMk id="75" creationId="{4CC1E783-18E4-8F6D-ECF6-34DDBB6B81E0}"/>
          </ac:cxnSpMkLst>
        </pc:cxnChg>
        <pc:cxnChg chg="mod">
          <ac:chgData name="Evgenia Andreou" userId="8e89e74f621e7047" providerId="LiveId" clId="{EF53017E-E624-4052-9F70-6403551E244D}" dt="2025-11-28T02:11:11.870" v="39408" actId="1076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1-28T02:11:41.641" v="39414" actId="14100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1-28T02:11:38.005" v="39413" actId="14100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delSp modSp add mod ord">
        <pc:chgData name="Evgenia Andreou" userId="8e89e74f621e7047" providerId="LiveId" clId="{EF53017E-E624-4052-9F70-6403551E244D}" dt="2025-12-01T18:08:45.397" v="40972" actId="1035"/>
        <pc:sldMkLst>
          <pc:docMk/>
          <pc:sldMk cId="379656155" sldId="263"/>
        </pc:sldMkLst>
        <pc:spChg chg="add mod">
          <ac:chgData name="Evgenia Andreou" userId="8e89e74f621e7047" providerId="LiveId" clId="{EF53017E-E624-4052-9F70-6403551E244D}" dt="2025-12-01T18:08:36.650" v="40964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5-12-01T18:07:38.341" v="40960" actId="20577"/>
          <ac:spMkLst>
            <pc:docMk/>
            <pc:sldMk cId="379656155" sldId="263"/>
            <ac:spMk id="3" creationId="{79AA6C9D-2E20-3FDC-E624-B09367AC8F9F}"/>
          </ac:spMkLst>
        </pc:spChg>
        <pc:spChg chg="mod">
          <ac:chgData name="Evgenia Andreou" userId="8e89e74f621e7047" providerId="LiveId" clId="{EF53017E-E624-4052-9F70-6403551E244D}" dt="2025-12-01T18:08:45.397" v="40972" actId="1035"/>
          <ac:spMkLst>
            <pc:docMk/>
            <pc:sldMk cId="379656155" sldId="263"/>
            <ac:spMk id="7" creationId="{7379714B-1FF3-323E-6749-EA95E8C454BF}"/>
          </ac:spMkLst>
        </pc:spChg>
        <pc:picChg chg="add mod">
          <ac:chgData name="Evgenia Andreou" userId="8e89e74f621e7047" providerId="LiveId" clId="{EF53017E-E624-4052-9F70-6403551E244D}" dt="2025-12-01T18:08:39.600" v="40970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modSp add mod ord">
        <pc:chgData name="Evgenia Andreou" userId="8e89e74f621e7047" providerId="LiveId" clId="{EF53017E-E624-4052-9F70-6403551E244D}" dt="2025-12-01T18:06:49.114" v="4091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5-12-01T17:20:02.156" v="4069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5-11-25T20:26:05.952" v="38914" actId="20577"/>
          <ac:spMkLst>
            <pc:docMk/>
            <pc:sldMk cId="493610102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2-02T14:39:55.966" v="41026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5-11-28T02:51:23.331" v="39869" actId="1076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2-01T18:00:34.935" v="40846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2-02T14:39:55.966" v="41026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new mod ord setBg">
        <pc:chgData name="Evgenia Andreou" userId="8e89e74f621e7047" providerId="LiveId" clId="{EF53017E-E624-4052-9F70-6403551E244D}" dt="2025-12-01T18:06:36.999" v="40917" actId="1076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1-21T02:00:40.356" v="35689" actId="103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2-01T18:06:36.641" v="40916" actId="20577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2-01T18:06:36.999" v="40917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1-28T22:12:19.061" v="40352" actId="1036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1-24T05:13:10.939" v="38633" actId="1036"/>
          <ac:spMkLst>
            <pc:docMk/>
            <pc:sldMk cId="3208481001" sldId="268"/>
            <ac:spMk id="2" creationId="{CD8A3B03-5129-00F7-346A-0DAC09CCDBDF}"/>
          </ac:spMkLst>
        </pc:spChg>
        <pc:grpChg chg="add mod">
          <ac:chgData name="Evgenia Andreou" userId="8e89e74f621e7047" providerId="LiveId" clId="{EF53017E-E624-4052-9F70-6403551E244D}" dt="2025-11-28T22:12:19.061" v="40352" actId="1036"/>
          <ac:grpSpMkLst>
            <pc:docMk/>
            <pc:sldMk cId="3208481001" sldId="268"/>
            <ac:grpSpMk id="12" creationId="{01DA6A5A-7725-B1F0-134E-0173B6564A6F}"/>
          </ac:grpSpMkLst>
        </pc:grpChg>
        <pc:picChg chg="add mod">
          <ac:chgData name="Evgenia Andreou" userId="8e89e74f621e7047" providerId="LiveId" clId="{EF53017E-E624-4052-9F70-6403551E244D}" dt="2025-11-28T22:12:06.618" v="40345" actId="1076"/>
          <ac:picMkLst>
            <pc:docMk/>
            <pc:sldMk cId="3208481001" sldId="268"/>
            <ac:picMk id="4" creationId="{66A154A8-F09D-B696-5854-6A2A6B3F738B}"/>
          </ac:picMkLst>
        </pc:picChg>
        <pc:picChg chg="add mod">
          <ac:chgData name="Evgenia Andreou" userId="8e89e74f621e7047" providerId="LiveId" clId="{EF53017E-E624-4052-9F70-6403551E244D}" dt="2025-11-28T22:12:04.399" v="40344" actId="1076"/>
          <ac:picMkLst>
            <pc:docMk/>
            <pc:sldMk cId="3208481001" sldId="268"/>
            <ac:picMk id="6" creationId="{FC6DEAD2-832A-A984-36BA-12DB48E818B9}"/>
          </ac:picMkLst>
        </pc:picChg>
        <pc:picChg chg="add mod">
          <ac:chgData name="Evgenia Andreou" userId="8e89e74f621e7047" providerId="LiveId" clId="{EF53017E-E624-4052-9F70-6403551E244D}" dt="2025-11-28T22:12:06.618" v="40345" actId="1076"/>
          <ac:picMkLst>
            <pc:docMk/>
            <pc:sldMk cId="3208481001" sldId="268"/>
            <ac:picMk id="8" creationId="{DD8F1152-8CB3-CBE7-36DA-47565F00501D}"/>
          </ac:picMkLst>
        </pc:picChg>
        <pc:picChg chg="add mod">
          <ac:chgData name="Evgenia Andreou" userId="8e89e74f621e7047" providerId="LiveId" clId="{EF53017E-E624-4052-9F70-6403551E244D}" dt="2025-11-28T22:12:04.399" v="40344" actId="1076"/>
          <ac:picMkLst>
            <pc:docMk/>
            <pc:sldMk cId="3208481001" sldId="268"/>
            <ac:picMk id="11" creationId="{8088072D-F3D7-458A-C1F7-966B504994F2}"/>
          </ac:picMkLst>
        </pc:picChg>
      </pc:sldChg>
      <pc:sldChg chg="addSp delSp modSp new mod modShow">
        <pc:chgData name="Evgenia Andreou" userId="8e89e74f621e7047" providerId="LiveId" clId="{EF53017E-E624-4052-9F70-6403551E244D}" dt="2025-11-21T01:45:17.071" v="35623" actId="1076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1-21T01:45:09.648" v="35622" actId="14100"/>
          <ac:spMkLst>
            <pc:docMk/>
            <pc:sldMk cId="201207592" sldId="274"/>
            <ac:spMk id="3" creationId="{A3AF1BF4-48AB-F18F-B99C-6D42C28D6198}"/>
          </ac:spMkLst>
        </pc:sp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6" creationId="{443DDD4E-E012-875F-8BEF-2790662F02DE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9" creationId="{493D4F5F-5BE2-95A5-1B45-EBA09F5722A6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setBg">
        <pc:chgData name="Evgenia Andreou" userId="8e89e74f621e7047" providerId="LiveId" clId="{EF53017E-E624-4052-9F70-6403551E244D}" dt="2025-11-29T01:23:58.529" v="40596" actId="1038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1-24T05:10:41.875" v="38583" actId="313"/>
          <ac:spMkLst>
            <pc:docMk/>
            <pc:sldMk cId="1839987358" sldId="276"/>
            <ac:spMk id="2" creationId="{2266DF65-6188-8376-76BA-FBFCD6D58A83}"/>
          </ac:spMkLst>
        </pc:spChg>
        <pc:grpChg chg="add mod">
          <ac:chgData name="Evgenia Andreou" userId="8e89e74f621e7047" providerId="LiveId" clId="{EF53017E-E624-4052-9F70-6403551E244D}" dt="2025-11-29T01:20:57.755" v="40570" actId="164"/>
          <ac:grpSpMkLst>
            <pc:docMk/>
            <pc:sldMk cId="1839987358" sldId="276"/>
            <ac:grpSpMk id="26" creationId="{1C5C83E6-6CA1-EDD4-B08C-006113AE0A92}"/>
          </ac:grpSpMkLst>
        </pc:grpChg>
        <pc:picChg chg="add mod">
          <ac:chgData name="Evgenia Andreou" userId="8e89e74f621e7047" providerId="LiveId" clId="{EF53017E-E624-4052-9F70-6403551E244D}" dt="2025-11-29T01:23:58.529" v="40596" actId="1038"/>
          <ac:picMkLst>
            <pc:docMk/>
            <pc:sldMk cId="1839987358" sldId="276"/>
            <ac:picMk id="17" creationId="{D5ECBC4A-2B11-4B08-C8A3-6AFC40E86D04}"/>
          </ac:picMkLst>
        </pc:picChg>
        <pc:picChg chg="add mod">
          <ac:chgData name="Evgenia Andreou" userId="8e89e74f621e7047" providerId="LiveId" clId="{EF53017E-E624-4052-9F70-6403551E244D}" dt="2025-11-29T01:23:39.757" v="40571" actId="1440"/>
          <ac:picMkLst>
            <pc:docMk/>
            <pc:sldMk cId="1839987358" sldId="276"/>
            <ac:picMk id="21" creationId="{6940838F-7595-383B-355B-AEE11B633346}"/>
          </ac:picMkLst>
        </pc:picChg>
        <pc:picChg chg="add mod">
          <ac:chgData name="Evgenia Andreou" userId="8e89e74f621e7047" providerId="LiveId" clId="{EF53017E-E624-4052-9F70-6403551E244D}" dt="2025-11-29T01:23:58.529" v="40596" actId="1038"/>
          <ac:picMkLst>
            <pc:docMk/>
            <pc:sldMk cId="1839987358" sldId="276"/>
            <ac:picMk id="23" creationId="{7D899AEF-0831-6AD2-3F78-AF8C38DCF00E}"/>
          </ac:picMkLst>
        </pc:picChg>
        <pc:picChg chg="add mod">
          <ac:chgData name="Evgenia Andreou" userId="8e89e74f621e7047" providerId="LiveId" clId="{EF53017E-E624-4052-9F70-6403551E244D}" dt="2025-11-29T01:23:46.523" v="40585" actId="1036"/>
          <ac:picMkLst>
            <pc:docMk/>
            <pc:sldMk cId="1839987358" sldId="276"/>
            <ac:picMk id="25" creationId="{42F43B33-35A2-AA1D-7450-44DF1C046865}"/>
          </ac:picMkLst>
        </pc:picChg>
      </pc:sldChg>
      <pc:sldChg chg="addSp delSp modSp new mod ord">
        <pc:chgData name="Evgenia Andreou" userId="8e89e74f621e7047" providerId="LiveId" clId="{EF53017E-E624-4052-9F70-6403551E244D}" dt="2025-12-01T17:32:17.658" v="40732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1-28T03:18:51.895" v="40159" actId="20577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2-01T17:32:17.658" v="40732" actId="20577"/>
          <ac:spMkLst>
            <pc:docMk/>
            <pc:sldMk cId="2946716891" sldId="277"/>
            <ac:spMk id="4" creationId="{401DE421-F807-3BEB-AAE2-D3F1FCDFEE89}"/>
          </ac:spMkLst>
        </pc:spChg>
        <pc:spChg chg="add mod">
          <ac:chgData name="Evgenia Andreou" userId="8e89e74f621e7047" providerId="LiveId" clId="{EF53017E-E624-4052-9F70-6403551E244D}" dt="2025-11-23T03:08:10.362" v="38200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1-23T03:08:12.399" v="38201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1-28T02:43:35.062" v="39858" actId="2057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1-28T02:43:35.062" v="39858" actId="20577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1-23T01:19:27.165" v="37572" actId="692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1-28T22:14:44.982" v="40364" actId="164"/>
        <pc:sldMkLst>
          <pc:docMk/>
          <pc:sldMk cId="1267936960" sldId="279"/>
        </pc:sldMkLst>
        <pc:grpChg chg="add mod">
          <ac:chgData name="Evgenia Andreou" userId="8e89e74f621e7047" providerId="LiveId" clId="{EF53017E-E624-4052-9F70-6403551E244D}" dt="2025-11-28T22:14:44.982" v="40364" actId="164"/>
          <ac:grpSpMkLst>
            <pc:docMk/>
            <pc:sldMk cId="1267936960" sldId="279"/>
            <ac:grpSpMk id="11" creationId="{5946AAF6-E98E-7729-EA74-A8B8F228C3C6}"/>
          </ac:grpSpMkLst>
        </pc:grp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4" creationId="{7F0AC793-C44A-7E13-0626-EC68CE352B83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6" creationId="{0F0D2BD4-36D9-2A89-A21F-CE9F7C8DAB1B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8" creationId="{05A8B557-4FC9-1FDB-8CD5-080B95C8D03E}"/>
          </ac:picMkLst>
        </pc:picChg>
        <pc:picChg chg="add mod">
          <ac:chgData name="Evgenia Andreou" userId="8e89e74f621e7047" providerId="LiveId" clId="{EF53017E-E624-4052-9F70-6403551E244D}" dt="2025-11-28T22:14:44.982" v="40364" actId="164"/>
          <ac:picMkLst>
            <pc:docMk/>
            <pc:sldMk cId="1267936960" sldId="279"/>
            <ac:picMk id="10" creationId="{135DCF66-D4C2-8A23-E855-7C5B6D1C9A00}"/>
          </ac:picMkLst>
        </pc:picChg>
      </pc:sldChg>
      <pc:sldChg chg="addSp delSp modSp new mod setBg modClrScheme chgLayout">
        <pc:chgData name="Evgenia Andreou" userId="8e89e74f621e7047" providerId="LiveId" clId="{EF53017E-E624-4052-9F70-6403551E244D}" dt="2025-11-28T02:04:59.020" v="39378" actId="1036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1-22T20:31:06.489" v="36109" actId="1076"/>
          <ac:spMkLst>
            <pc:docMk/>
            <pc:sldMk cId="2646428108" sldId="280"/>
            <ac:spMk id="2" creationId="{CF22C3FE-4952-8B04-EE9E-11D16A30959E}"/>
          </ac:spMkLst>
        </pc:spChg>
        <pc:spChg chg="add mod">
          <ac:chgData name="Evgenia Andreou" userId="8e89e74f621e7047" providerId="LiveId" clId="{EF53017E-E624-4052-9F70-6403551E244D}" dt="2025-11-22T20:30:39.130" v="36103" actId="1076"/>
          <ac:spMkLst>
            <pc:docMk/>
            <pc:sldMk cId="2646428108" sldId="280"/>
            <ac:spMk id="4" creationId="{09E12B7C-A56F-6A62-B5DD-62E3B3441FAC}"/>
          </ac:spMkLst>
        </pc:spChg>
        <pc:spChg chg="add mod">
          <ac:chgData name="Evgenia Andreou" userId="8e89e74f621e7047" providerId="LiveId" clId="{EF53017E-E624-4052-9F70-6403551E244D}" dt="2025-11-22T20:31:15.053" v="36114" actId="1036"/>
          <ac:spMkLst>
            <pc:docMk/>
            <pc:sldMk cId="2646428108" sldId="280"/>
            <ac:spMk id="5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1-23T03:21:24.931" v="38314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1-23T03:21:24.741" v="38313" actId="1076"/>
          <ac:spMkLst>
            <pc:docMk/>
            <pc:sldMk cId="2646428108" sldId="280"/>
            <ac:spMk id="7" creationId="{4CAD9BB0-1F82-1511-FDEC-D74329C882B9}"/>
          </ac:spMkLst>
        </pc:spChg>
        <pc:graphicFrameChg chg="add mod modGraphic">
          <ac:chgData name="Evgenia Andreou" userId="8e89e74f621e7047" providerId="LiveId" clId="{EF53017E-E624-4052-9F70-6403551E244D}" dt="2025-11-28T02:04:59.020" v="39378" actId="1036"/>
          <ac:graphicFrameMkLst>
            <pc:docMk/>
            <pc:sldMk cId="2646428108" sldId="280"/>
            <ac:graphicFrameMk id="10" creationId="{E8E1A626-B7C4-9314-0D62-B97468983BC1}"/>
          </ac:graphicFrameMkLst>
        </pc:graphicFrameChg>
      </pc:sldChg>
      <pc:sldChg chg="addSp delSp modSp new mod setBg">
        <pc:chgData name="Evgenia Andreou" userId="8e89e74f621e7047" providerId="LiveId" clId="{EF53017E-E624-4052-9F70-6403551E244D}" dt="2025-12-01T17:36:08.887" v="40740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1-28T02:09:09.328" v="39382" actId="14100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2-01T17:36:08.887" v="40740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1-28T02:10:07.001" v="39406" actId="1036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1-28T02:10:00.756" v="39403" actId="103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2-01T17:11:03.716" v="40664" actId="20577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1-29T02:48:48.394" v="40643" actId="20577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1-28T04:01:49.488" v="40319" actId="20577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1-23T01:00:42.080" v="37251" actId="6549"/>
          <ac:spMkLst>
            <pc:docMk/>
            <pc:sldMk cId="1583996442" sldId="284"/>
            <ac:spMk id="3" creationId="{8A52800C-A200-F692-1890-42672D83430D}"/>
          </ac:spMkLst>
        </pc:spChg>
        <pc:spChg chg="add mod">
          <ac:chgData name="Evgenia Andreou" userId="8e89e74f621e7047" providerId="LiveId" clId="{EF53017E-E624-4052-9F70-6403551E244D}" dt="2025-11-29T02:48:39.623" v="40641" actId="27636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1-29T02:48:48.394" v="40643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addSp delSp modSp new mod">
        <pc:chgData name="Evgenia Andreou" userId="8e89e74f621e7047" providerId="LiveId" clId="{EF53017E-E624-4052-9F70-6403551E244D}" dt="2025-11-23T03:31:42.512" v="38405" actId="20577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1-23T03:31:42.512" v="38405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1-21T01:23:00.590" v="35469" actId="255"/>
          <ac:spMkLst>
            <pc:docMk/>
            <pc:sldMk cId="1568349809" sldId="290"/>
            <ac:spMk id="4" creationId="{BCDF1454-93C9-84FC-C387-A62EDE27D4BC}"/>
          </ac:spMkLst>
        </pc:spChg>
      </pc:sldChg>
      <pc:sldChg chg="addSp delSp modSp new mod ord modShow">
        <pc:chgData name="Evgenia Andreou" userId="8e89e74f621e7047" providerId="LiveId" clId="{EF53017E-E624-4052-9F70-6403551E244D}" dt="2025-11-29T01:56:52.169" v="40622" actId="729"/>
        <pc:sldMkLst>
          <pc:docMk/>
          <pc:sldMk cId="3019405516" sldId="291"/>
        </pc:sldMkLst>
        <pc:spChg chg="add mod">
          <ac:chgData name="Evgenia Andreou" userId="8e89e74f621e7047" providerId="LiveId" clId="{EF53017E-E624-4052-9F70-6403551E244D}" dt="2025-11-24T05:10:31.655" v="38581" actId="1076"/>
          <ac:spMkLst>
            <pc:docMk/>
            <pc:sldMk cId="3019405516" sldId="291"/>
            <ac:spMk id="5" creationId="{C718A182-FD34-0FCF-F841-2D21F0DFE300}"/>
          </ac:spMkLst>
        </pc:spChg>
        <pc:picChg chg="add mod">
          <ac:chgData name="Evgenia Andreou" userId="8e89e74f621e7047" providerId="LiveId" clId="{EF53017E-E624-4052-9F70-6403551E244D}" dt="2025-11-24T05:10:31.655" v="38581" actId="1076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delSp modSp new mod">
        <pc:chgData name="Evgenia Andreou" userId="8e89e74f621e7047" providerId="LiveId" clId="{EF53017E-E624-4052-9F70-6403551E244D}" dt="2025-11-29T01:53:18.322" v="40612" actId="1440"/>
        <pc:sldMkLst>
          <pc:docMk/>
          <pc:sldMk cId="634262476" sldId="292"/>
        </pc:sldMkLst>
        <pc:spChg chg="add mod">
          <ac:chgData name="Evgenia Andreou" userId="8e89e74f621e7047" providerId="LiveId" clId="{EF53017E-E624-4052-9F70-6403551E244D}" dt="2025-11-28T22:51:36.797" v="40520" actId="14100"/>
          <ac:spMkLst>
            <pc:docMk/>
            <pc:sldMk cId="634262476" sldId="292"/>
            <ac:spMk id="3" creationId="{049D6BE7-05AE-64F8-4DB8-D2CE59F9D843}"/>
          </ac:spMkLst>
        </pc:spChg>
        <pc:spChg chg="add mod">
          <ac:chgData name="Evgenia Andreou" userId="8e89e74f621e7047" providerId="LiveId" clId="{EF53017E-E624-4052-9F70-6403551E244D}" dt="2025-11-28T03:12:32.118" v="40093" actId="1035"/>
          <ac:spMkLst>
            <pc:docMk/>
            <pc:sldMk cId="634262476" sldId="292"/>
            <ac:spMk id="4" creationId="{C2BDC2C3-357E-2FCF-83FD-9EEBB4031356}"/>
          </ac:spMkLst>
        </pc:spChg>
        <pc:spChg chg="add mod">
          <ac:chgData name="Evgenia Andreou" userId="8e89e74f621e7047" providerId="LiveId" clId="{EF53017E-E624-4052-9F70-6403551E244D}" dt="2025-11-23T03:41:25.896" v="38426" actId="1076"/>
          <ac:spMkLst>
            <pc:docMk/>
            <pc:sldMk cId="634262476" sldId="292"/>
            <ac:spMk id="5" creationId="{A19BEF67-252A-CEAE-43ED-F027351B452C}"/>
          </ac:spMkLst>
        </pc:spChg>
        <pc:picChg chg="add mod">
          <ac:chgData name="Evgenia Andreou" userId="8e89e74f621e7047" providerId="LiveId" clId="{EF53017E-E624-4052-9F70-6403551E244D}" dt="2025-11-28T22:51:44.304" v="40521" actId="1440"/>
          <ac:picMkLst>
            <pc:docMk/>
            <pc:sldMk cId="634262476" sldId="292"/>
            <ac:picMk id="10" creationId="{A6401FBF-FCA8-A5E3-357F-3BAF58495F00}"/>
          </ac:picMkLst>
        </pc:picChg>
        <pc:picChg chg="add mod">
          <ac:chgData name="Evgenia Andreou" userId="8e89e74f621e7047" providerId="LiveId" clId="{EF53017E-E624-4052-9F70-6403551E244D}" dt="2025-11-28T23:03:07.835" v="40523" actId="1076"/>
          <ac:picMkLst>
            <pc:docMk/>
            <pc:sldMk cId="634262476" sldId="292"/>
            <ac:picMk id="13" creationId="{909FF48F-CED8-DBEB-9B3C-AE89FB7B2295}"/>
          </ac:picMkLst>
        </pc:picChg>
        <pc:picChg chg="add mod">
          <ac:chgData name="Evgenia Andreou" userId="8e89e74f621e7047" providerId="LiveId" clId="{EF53017E-E624-4052-9F70-6403551E244D}" dt="2025-11-29T01:53:18.322" v="40612" actId="1440"/>
          <ac:picMkLst>
            <pc:docMk/>
            <pc:sldMk cId="634262476" sldId="292"/>
            <ac:picMk id="24" creationId="{FF6916B7-18EC-378D-B63E-A62C2B29BD56}"/>
          </ac:picMkLst>
        </pc:picChg>
      </pc:sldChg>
      <pc:sldChg chg="addSp delSp modSp new mod ord">
        <pc:chgData name="Evgenia Andreou" userId="8e89e74f621e7047" providerId="LiveId" clId="{EF53017E-E624-4052-9F70-6403551E244D}" dt="2025-12-01T18:25:07.302" v="40974" actId="1036"/>
        <pc:sldMkLst>
          <pc:docMk/>
          <pc:sldMk cId="3402175388" sldId="293"/>
        </pc:sldMkLst>
        <pc:spChg chg="add del mod">
          <ac:chgData name="Evgenia Andreou" userId="8e89e74f621e7047" providerId="LiveId" clId="{EF53017E-E624-4052-9F70-6403551E244D}" dt="2025-12-01T17:25:36.041" v="40691" actId="478"/>
          <ac:spMkLst>
            <pc:docMk/>
            <pc:sldMk cId="3402175388" sldId="293"/>
            <ac:spMk id="3" creationId="{F10D7D99-F5D5-516F-7D30-BB964DA8BD45}"/>
          </ac:spMkLst>
        </pc:spChg>
        <pc:spChg chg="add del mod">
          <ac:chgData name="Evgenia Andreou" userId="8e89e74f621e7047" providerId="LiveId" clId="{EF53017E-E624-4052-9F70-6403551E244D}" dt="2025-12-01T17:25:46.068" v="40695" actId="478"/>
          <ac:spMkLst>
            <pc:docMk/>
            <pc:sldMk cId="3402175388" sldId="293"/>
            <ac:spMk id="4" creationId="{59382B80-BBED-E474-12E9-F26C56CAA46D}"/>
          </ac:spMkLst>
        </pc:spChg>
        <pc:spChg chg="add mod">
          <ac:chgData name="Evgenia Andreou" userId="8e89e74f621e7047" providerId="LiveId" clId="{EF53017E-E624-4052-9F70-6403551E244D}" dt="2025-11-28T03:07:36.968" v="39963" actId="1076"/>
          <ac:spMkLst>
            <pc:docMk/>
            <pc:sldMk cId="3402175388" sldId="293"/>
            <ac:spMk id="5" creationId="{0A267CFC-FE1A-6148-04CC-A306D34EA55F}"/>
          </ac:spMkLst>
        </pc:spChg>
        <pc:spChg chg="add del mod">
          <ac:chgData name="Evgenia Andreou" userId="8e89e74f621e7047" providerId="LiveId" clId="{EF53017E-E624-4052-9F70-6403551E244D}" dt="2025-12-01T17:25:43.431" v="40694" actId="478"/>
          <ac:spMkLst>
            <pc:docMk/>
            <pc:sldMk cId="3402175388" sldId="293"/>
            <ac:spMk id="21" creationId="{3B968F3D-A51A-0ACD-D6AF-8F117FC71011}"/>
          </ac:spMkLst>
        </pc:spChg>
        <pc:spChg chg="add mod">
          <ac:chgData name="Evgenia Andreou" userId="8e89e74f621e7047" providerId="LiveId" clId="{EF53017E-E624-4052-9F70-6403551E244D}" dt="2025-12-01T18:25:07.302" v="40974" actId="1036"/>
          <ac:spMkLst>
            <pc:docMk/>
            <pc:sldMk cId="3402175388" sldId="293"/>
            <ac:spMk id="28" creationId="{663BBFA7-4629-E836-75B9-68C844D60F68}"/>
          </ac:spMkLst>
        </pc:spChg>
        <pc:grpChg chg="add mod ord">
          <ac:chgData name="Evgenia Andreou" userId="8e89e74f621e7047" providerId="LiveId" clId="{EF53017E-E624-4052-9F70-6403551E244D}" dt="2025-11-28T22:33:09.974" v="40471" actId="164"/>
          <ac:grpSpMkLst>
            <pc:docMk/>
            <pc:sldMk cId="3402175388" sldId="293"/>
            <ac:grpSpMk id="13" creationId="{1A46AA44-BBA8-2CE7-94B5-D18DA91BEFE0}"/>
          </ac:grpSpMkLst>
        </pc:grpChg>
        <pc:grpChg chg="add del mod">
          <ac:chgData name="Evgenia Andreou" userId="8e89e74f621e7047" providerId="LiveId" clId="{EF53017E-E624-4052-9F70-6403551E244D}" dt="2025-12-01T17:25:40.399" v="40693" actId="478"/>
          <ac:grpSpMkLst>
            <pc:docMk/>
            <pc:sldMk cId="3402175388" sldId="293"/>
            <ac:grpSpMk id="19" creationId="{0E7AD118-D083-DDEE-7178-E43F222AB673}"/>
          </ac:grpSpMkLst>
        </pc:grpChg>
        <pc:picChg chg="add mod or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6" creationId="{9EDA3562-9FB6-36FB-68CB-62B11B520B6B}"/>
          </ac:picMkLst>
        </pc:picChg>
        <pc:picChg chg="add mo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10" creationId="{79234098-89AC-01BC-B93C-378EFF65637E}"/>
          </ac:picMkLst>
        </pc:picChg>
        <pc:picChg chg="add mod">
          <ac:chgData name="Evgenia Andreou" userId="8e89e74f621e7047" providerId="LiveId" clId="{EF53017E-E624-4052-9F70-6403551E244D}" dt="2025-11-28T22:33:12.892" v="40472" actId="1440"/>
          <ac:picMkLst>
            <pc:docMk/>
            <pc:sldMk cId="3402175388" sldId="293"/>
            <ac:picMk id="12" creationId="{0ED05DC4-10F4-02E4-D5C3-814C3B09C2D2}"/>
          </ac:picMkLst>
        </pc:picChg>
        <pc:picChg chg="add mod ord">
          <ac:chgData name="Evgenia Andreou" userId="8e89e74f621e7047" providerId="LiveId" clId="{EF53017E-E624-4052-9F70-6403551E244D}" dt="2025-11-28T22:33:34.369" v="40478" actId="14100"/>
          <ac:picMkLst>
            <pc:docMk/>
            <pc:sldMk cId="3402175388" sldId="293"/>
            <ac:picMk id="18" creationId="{3ABFA820-5483-9521-8C6E-915EE34A5D3A}"/>
          </ac:picMkLst>
        </pc:picChg>
        <pc:cxnChg chg="add mod">
          <ac:chgData name="Evgenia Andreou" userId="8e89e74f621e7047" providerId="LiveId" clId="{EF53017E-E624-4052-9F70-6403551E244D}" dt="2025-12-01T17:26:00.704" v="40699" actId="1038"/>
          <ac:cxnSpMkLst>
            <pc:docMk/>
            <pc:sldMk cId="3402175388" sldId="293"/>
            <ac:cxnSpMk id="24" creationId="{47354A09-3670-2A84-AE1A-8F1DBAA5939A}"/>
          </ac:cxnSpMkLst>
        </pc:cxnChg>
        <pc:cxnChg chg="add mod">
          <ac:chgData name="Evgenia Andreou" userId="8e89e74f621e7047" providerId="LiveId" clId="{EF53017E-E624-4052-9F70-6403551E244D}" dt="2025-12-01T17:26:08.618" v="40701" actId="1076"/>
          <ac:cxnSpMkLst>
            <pc:docMk/>
            <pc:sldMk cId="3402175388" sldId="293"/>
            <ac:cxnSpMk id="25" creationId="{ED3CAE37-E11C-EC06-E5DD-09A661000FF9}"/>
          </ac:cxnSpMkLst>
        </pc:cxnChg>
        <pc:cxnChg chg="add mod">
          <ac:chgData name="Evgenia Andreou" userId="8e89e74f621e7047" providerId="LiveId" clId="{EF53017E-E624-4052-9F70-6403551E244D}" dt="2025-12-01T17:26:15.830" v="40703" actId="1076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addSp delSp modSp new mod">
        <pc:chgData name="Evgenia Andreou" userId="8e89e74f621e7047" providerId="LiveId" clId="{EF53017E-E624-4052-9F70-6403551E244D}" dt="2025-11-23T03:49:48.286" v="38477" actId="1076"/>
        <pc:sldMkLst>
          <pc:docMk/>
          <pc:sldMk cId="2209188368" sldId="294"/>
        </pc:sldMkLst>
        <pc:spChg chg="add mod">
          <ac:chgData name="Evgenia Andreou" userId="8e89e74f621e7047" providerId="LiveId" clId="{EF53017E-E624-4052-9F70-6403551E244D}" dt="2025-11-23T03:16:06.851" v="38290" actId="20577"/>
          <ac:spMkLst>
            <pc:docMk/>
            <pc:sldMk cId="2209188368" sldId="294"/>
            <ac:spMk id="5" creationId="{30A49731-B402-B077-FC6B-D2B661F79CCE}"/>
          </ac:spMkLst>
        </pc:spChg>
        <pc:picChg chg="add mod">
          <ac:chgData name="Evgenia Andreou" userId="8e89e74f621e7047" providerId="LiveId" clId="{EF53017E-E624-4052-9F70-6403551E244D}" dt="2025-11-23T03:49:44.618" v="38475" actId="1076"/>
          <ac:picMkLst>
            <pc:docMk/>
            <pc:sldMk cId="2209188368" sldId="294"/>
            <ac:picMk id="11" creationId="{91CD17B4-6875-F425-0782-42205BDD1269}"/>
          </ac:picMkLst>
        </pc:picChg>
        <pc:picChg chg="add mod">
          <ac:chgData name="Evgenia Andreou" userId="8e89e74f621e7047" providerId="LiveId" clId="{EF53017E-E624-4052-9F70-6403551E244D}" dt="2025-11-23T03:49:48.286" v="38477" actId="1076"/>
          <ac:picMkLst>
            <pc:docMk/>
            <pc:sldMk cId="2209188368" sldId="294"/>
            <ac:picMk id="13" creationId="{14234742-40E1-70A1-3E10-B0701DAEDD5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Exploratory Analysis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br>
            <a:rPr lang="en-US" sz="1500" dirty="0"/>
          </a:b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14D5ABE9-6FAF-4920-B3C3-45FCB82139B0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Merge levels </a:t>
          </a:r>
        </a:p>
      </dgm:t>
    </dgm:pt>
    <dgm:pt modelId="{1EDB6088-5BA5-4363-80B9-D4137011A457}" type="parTrans" cxnId="{C8935F94-3ECD-4E3A-B712-C961CF94FFDF}">
      <dgm:prSet/>
      <dgm:spPr/>
      <dgm:t>
        <a:bodyPr/>
        <a:lstStyle/>
        <a:p>
          <a:endParaRPr lang="en-GB"/>
        </a:p>
      </dgm:t>
    </dgm:pt>
    <dgm:pt modelId="{6397023F-B25B-4A36-A5D2-30D87AB487CC}" type="sibTrans" cxnId="{C8935F94-3ECD-4E3A-B712-C961CF94FFDF}">
      <dgm:prSet/>
      <dgm:spPr/>
      <dgm:t>
        <a:bodyPr/>
        <a:lstStyle/>
        <a:p>
          <a:endParaRPr lang="en-GB"/>
        </a:p>
      </dgm:t>
    </dgm:pt>
    <dgm:pt modelId="{2F634E6B-0C04-4EB9-91C3-E1E013618DDA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Feature Selection</a:t>
          </a:r>
        </a:p>
      </dgm:t>
    </dgm:pt>
    <dgm:pt modelId="{02AE7C93-89C4-484F-AFCE-7A88F797CBE6}" type="parTrans" cxnId="{B9ED93C6-2815-4A9B-914A-5AE99F5774C6}">
      <dgm:prSet/>
      <dgm:spPr/>
      <dgm:t>
        <a:bodyPr/>
        <a:lstStyle/>
        <a:p>
          <a:endParaRPr lang="en-GB"/>
        </a:p>
      </dgm:t>
    </dgm:pt>
    <dgm:pt modelId="{4341451F-B376-44F3-B0C6-380A9D93638D}" type="sibTrans" cxnId="{B9ED93C6-2815-4A9B-914A-5AE99F5774C6}">
      <dgm:prSet/>
      <dgm:spPr/>
      <dgm:t>
        <a:bodyPr/>
        <a:lstStyle/>
        <a:p>
          <a:endParaRPr lang="en-GB"/>
        </a:p>
      </dgm:t>
    </dgm:pt>
    <dgm:pt modelId="{B8855DDA-D3EB-4654-BB8A-E8E526B34804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Real world skewed data  Log scale</a:t>
          </a:r>
        </a:p>
      </dgm:t>
    </dgm:pt>
    <dgm:pt modelId="{FA3888AD-4681-47CF-9F1E-E3B7BED2734B}" type="parTrans" cxnId="{0865BB91-6514-4383-B5F5-AF387B8A5E3B}">
      <dgm:prSet/>
      <dgm:spPr/>
      <dgm:t>
        <a:bodyPr/>
        <a:lstStyle/>
        <a:p>
          <a:endParaRPr lang="en-GB"/>
        </a:p>
      </dgm:t>
    </dgm:pt>
    <dgm:pt modelId="{60C22610-58A9-42A3-89D0-1EA544F9247D}" type="sibTrans" cxnId="{0865BB91-6514-4383-B5F5-AF387B8A5E3B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00F8421-F747-485C-B1B5-20EB97E9EFA4}" srcId="{8B6C3B02-9B97-4461-849D-8C27B7EC535B}" destId="{2F7A7128-86C4-4AA6-BDD2-C0F06335F019}" srcOrd="11" destOrd="0" parTransId="{D99736A6-12EE-4BAE-87C7-CBC8D7CA2323}" sibTransId="{80D44254-ED36-4ABC-9111-50A9B5934201}"/>
    <dgm:cxn modelId="{69274B22-2FBE-4573-85C9-5F4B548A9279}" type="presOf" srcId="{2F634E6B-0C04-4EB9-91C3-E1E013618DDA}" destId="{4E062ED7-C8B7-4731-A7F1-BE128EC98711}" srcOrd="0" destOrd="2" presId="urn:microsoft.com/office/officeart/2005/8/layout/vList5"/>
    <dgm:cxn modelId="{EE732523-ACD9-4AD5-A411-721BE0F6D66C}" type="presOf" srcId="{A721B64A-F78D-438C-BD03-ED79A0A4204A}" destId="{4E062ED7-C8B7-4731-A7F1-BE128EC98711}" srcOrd="0" destOrd="9" presId="urn:microsoft.com/office/officeart/2005/8/layout/vList5"/>
    <dgm:cxn modelId="{F8915129-CB9E-421E-9400-1C4805D1680C}" type="presOf" srcId="{14D5ABE9-6FAF-4920-B3C3-45FCB82139B0}" destId="{4E062ED7-C8B7-4731-A7F1-BE128EC98711}" srcOrd="0" destOrd="1" presId="urn:microsoft.com/office/officeart/2005/8/layout/vList5"/>
    <dgm:cxn modelId="{BF915D32-B530-4188-ADE0-8CBDF58E1C29}" srcId="{8B6C3B02-9B97-4461-849D-8C27B7EC535B}" destId="{59FC4D82-540C-47F6-A92D-064DDDE4834B}" srcOrd="4" destOrd="0" parTransId="{A97469FD-60FE-4D9E-8FA7-8C84F2E8EE4C}" sibTransId="{420482DB-355C-431E-9A72-720643C34E9A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9" destOrd="0" parTransId="{78C91161-6F7F-4398-B89C-D80D89BC273D}" sibTransId="{94D94A6E-FBF5-4F36-B66B-5C7A69F3C861}"/>
    <dgm:cxn modelId="{1CF58766-E6CB-4E53-AF1C-9604F4485D46}" type="presOf" srcId="{B8855DDA-D3EB-4654-BB8A-E8E526B34804}" destId="{4E062ED7-C8B7-4731-A7F1-BE128EC98711}" srcOrd="0" destOrd="3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6" destOrd="0" parTransId="{763728CA-2134-4677-A743-846554DEF5FC}" sibTransId="{062818EF-31D5-4693-AAFD-92006D82850B}"/>
    <dgm:cxn modelId="{86D14886-618B-4044-BE02-A6F2AEF53961}" type="presOf" srcId="{59FC4D82-540C-47F6-A92D-064DDDE4834B}" destId="{4E062ED7-C8B7-4731-A7F1-BE128EC98711}" srcOrd="0" destOrd="4" presId="urn:microsoft.com/office/officeart/2005/8/layout/vList5"/>
    <dgm:cxn modelId="{6C6FC389-867B-4E86-A3B1-05298DAC166B}" type="presOf" srcId="{798C2C10-662F-4E75-A5B5-D79146484269}" destId="{4E062ED7-C8B7-4731-A7F1-BE128EC98711}" srcOrd="0" destOrd="6" presId="urn:microsoft.com/office/officeart/2005/8/layout/vList5"/>
    <dgm:cxn modelId="{0865BB91-6514-4383-B5F5-AF387B8A5E3B}" srcId="{8B6C3B02-9B97-4461-849D-8C27B7EC535B}" destId="{B8855DDA-D3EB-4654-BB8A-E8E526B34804}" srcOrd="3" destOrd="0" parTransId="{FA3888AD-4681-47CF-9F1E-E3B7BED2734B}" sibTransId="{60C22610-58A9-42A3-89D0-1EA544F9247D}"/>
    <dgm:cxn modelId="{C8935F94-3ECD-4E3A-B712-C961CF94FFDF}" srcId="{8B6C3B02-9B97-4461-849D-8C27B7EC535B}" destId="{14D5ABE9-6FAF-4920-B3C3-45FCB82139B0}" srcOrd="1" destOrd="0" parTransId="{1EDB6088-5BA5-4363-80B9-D4137011A457}" sibTransId="{6397023F-B25B-4A36-A5D2-30D87AB487CC}"/>
    <dgm:cxn modelId="{BFB34CAA-4FCC-4519-A43A-F733455A217C}" srcId="{8B6C3B02-9B97-4461-849D-8C27B7EC535B}" destId="{B89C6407-2BE2-4480-B463-96750AC78FFE}" srcOrd="5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10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10" presId="urn:microsoft.com/office/officeart/2005/8/layout/vList5"/>
    <dgm:cxn modelId="{B9ED93C6-2815-4A9B-914A-5AE99F5774C6}" srcId="{8B6C3B02-9B97-4461-849D-8C27B7EC535B}" destId="{2F634E6B-0C04-4EB9-91C3-E1E013618DDA}" srcOrd="2" destOrd="0" parTransId="{02AE7C93-89C4-484F-AFCE-7A88F797CBE6}" sibTransId="{4341451F-B376-44F3-B0C6-380A9D93638D}"/>
    <dgm:cxn modelId="{420B62D3-FE4F-40A0-B131-C8DF3D0C141F}" srcId="{8B6C3B02-9B97-4461-849D-8C27B7EC535B}" destId="{12639EF0-BB1A-4373-80A6-973906E4B20F}" srcOrd="7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8" presId="urn:microsoft.com/office/officeart/2005/8/layout/vList5"/>
    <dgm:cxn modelId="{F99DEAD6-D354-4C2E-A912-E72BD9E0D9A7}" srcId="{8B6C3B02-9B97-4461-849D-8C27B7EC535B}" destId="{7276CFAD-4AB0-4615-B7B2-34C290675CFD}" srcOrd="8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7" presId="urn:microsoft.com/office/officeart/2005/8/layout/vList5"/>
    <dgm:cxn modelId="{3CD1C0E7-01F4-4BE9-9ACB-DCCC1007E3E5}" type="presOf" srcId="{B89C6407-2BE2-4480-B463-96750AC78FFE}" destId="{4E062ED7-C8B7-4731-A7F1-BE128EC98711}" srcOrd="0" destOrd="5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11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Feature Selection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Real world skewed data  Log scale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  <a:p>
            <a:r>
              <a:rPr lang="en-GB" sz="2000" dirty="0">
                <a:sym typeface="Wingdings" panose="05000000000000000000" pitchFamily="2" charset="2"/>
              </a:rPr>
              <a:t>Missing, Optional, False inputs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701280"/>
            <a:ext cx="10972800" cy="212536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| Completed, Withdrawn</a:t>
            </a:r>
          </a:p>
          <a:p>
            <a:r>
              <a:rPr lang="en-GB" sz="2000" dirty="0"/>
              <a:t>Phases: 1, 2, 3, 4</a:t>
            </a:r>
            <a:br>
              <a:rPr lang="en-GB" sz="2000" dirty="0"/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53901"/>
            <a:ext cx="10972800" cy="110788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 </a:t>
            </a:r>
            <a:r>
              <a:rPr lang="en-US" sz="2000" dirty="0">
                <a:sym typeface="Wingdings" panose="05000000000000000000" pitchFamily="2" charset="2"/>
              </a:rPr>
              <a:t> Variety, Structured</a:t>
            </a:r>
            <a:endParaRPr lang="en-US" sz="2000" dirty="0"/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  <a:p>
            <a:r>
              <a:rPr lang="en-US" sz="2000" dirty="0">
                <a:sym typeface="Wingdings" panose="05000000000000000000" pitchFamily="2" charset="2"/>
              </a:rPr>
              <a:t>67000 records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20384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911964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418445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Skew data</a:t>
            </a:r>
          </a:p>
          <a:p>
            <a:r>
              <a:rPr lang="en-GB" sz="2000" dirty="0"/>
              <a:t>Missing, Optional, Wrong, Inaccurate registries, 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123387990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44039606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217024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0562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41722"/>
            <a:ext cx="10972800" cy="473326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</a:p>
          <a:p>
            <a:pPr marL="0" indent="0" algn="ctr">
              <a:buNone/>
            </a:pPr>
            <a:r>
              <a:rPr lang="en-US" sz="1800" dirty="0"/>
              <a:t>XGBoost, LightBoost outperformed</a:t>
            </a:r>
          </a:p>
          <a:p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Datasets</a:t>
            </a:r>
          </a:p>
          <a:p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between top classifiers</a:t>
            </a:r>
          </a:p>
          <a:p>
            <a:pPr lvl="1"/>
            <a:r>
              <a:rPr lang="en-US" sz="1800" dirty="0"/>
              <a:t>Boost: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8732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b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 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important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C2201-BFB4-BE44-95E3-C5031C5EFFD6}"/>
              </a:ext>
            </a:extLst>
          </p:cNvPr>
          <p:cNvSpPr txBox="1"/>
          <p:nvPr/>
        </p:nvSpPr>
        <p:spPr>
          <a:xfrm>
            <a:off x="599954" y="937549"/>
            <a:ext cx="109824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Factors ~ Termination ~ Phase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52440"/>
            <a:ext cx="6786623" cy="4085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23" y="1852439"/>
            <a:ext cx="3441977" cy="408526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3321933"/>
            <a:ext cx="10972800" cy="321197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GB" sz="2500" b="1" dirty="0"/>
              <a:t>Background</a:t>
            </a:r>
          </a:p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39837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db Pivot &amp; Background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625726"/>
            <a:ext cx="109728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Literature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212869"/>
            <a:ext cx="8535906" cy="116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Features’ Evaluation</a:t>
            </a:r>
            <a:endParaRPr lang="en-GB" sz="30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574879" y="848886"/>
            <a:ext cx="11007522" cy="5856406"/>
            <a:chOff x="574879" y="848886"/>
            <a:chExt cx="11007522" cy="5856406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4880" y="848886"/>
              <a:ext cx="5486400" cy="2938072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848886"/>
              <a:ext cx="5486401" cy="2938071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879" y="3767222"/>
              <a:ext cx="5486397" cy="293807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767219"/>
              <a:ext cx="5486401" cy="293807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0E7AD118-D083-DDEE-7178-E43F222AB673}"/>
              </a:ext>
            </a:extLst>
          </p:cNvPr>
          <p:cNvGrpSpPr/>
          <p:nvPr/>
        </p:nvGrpSpPr>
        <p:grpSpPr>
          <a:xfrm>
            <a:off x="609601" y="2251960"/>
            <a:ext cx="10972800" cy="4301240"/>
            <a:chOff x="985519" y="2414090"/>
            <a:chExt cx="10220961" cy="39351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A46AA44-BBA8-2CE7-94B5-D18DA91BEFE0}"/>
                </a:ext>
              </a:extLst>
            </p:cNvPr>
            <p:cNvGrpSpPr/>
            <p:nvPr/>
          </p:nvGrpSpPr>
          <p:grpSpPr>
            <a:xfrm>
              <a:off x="985519" y="2414093"/>
              <a:ext cx="10220961" cy="3935120"/>
              <a:chOff x="609599" y="2464893"/>
              <a:chExt cx="10220961" cy="393512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9EDA3562-9FB6-36FB-68CB-62B11B520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9600" y="2464893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9234098-89AC-01BC-B93C-378EFF6563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599" y="4482875"/>
                <a:ext cx="5033177" cy="1917138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ED05DC4-10F4-02E4-D5C3-814C3B09C2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97383" y="4482875"/>
                <a:ext cx="5033177" cy="1917138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ABFA820-5483-9521-8C6E-915EE34A5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73303" y="2414090"/>
              <a:ext cx="5033176" cy="1917139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600" y="41504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600" y="1123587"/>
            <a:ext cx="10972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</a:t>
            </a:r>
            <a:endParaRPr lang="en-US" dirty="0"/>
          </a:p>
          <a:p>
            <a:pPr algn="ctr"/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354A09-3670-2A84-AE1A-8F1DBAA5939A}"/>
              </a:ext>
            </a:extLst>
          </p:cNvPr>
          <p:cNvCxnSpPr/>
          <p:nvPr/>
        </p:nvCxnSpPr>
        <p:spPr>
          <a:xfrm>
            <a:off x="2377440" y="2950464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3CAE37-E11C-EC06-E5DD-09A661000FF9}"/>
              </a:ext>
            </a:extLst>
          </p:cNvPr>
          <p:cNvCxnSpPr/>
          <p:nvPr/>
        </p:nvCxnSpPr>
        <p:spPr>
          <a:xfrm>
            <a:off x="8540496" y="3517392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1DC3F0-9B34-D374-BE71-99BCAC8E9ADA}"/>
              </a:ext>
            </a:extLst>
          </p:cNvPr>
          <p:cNvCxnSpPr/>
          <p:nvPr/>
        </p:nvCxnSpPr>
        <p:spPr>
          <a:xfrm>
            <a:off x="10003536" y="3517392"/>
            <a:ext cx="548640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</a:t>
            </a:r>
            <a:br>
              <a:rPr lang="en-GB" sz="2400" dirty="0"/>
            </a:br>
            <a:r>
              <a:rPr lang="en-GB" sz="2400" dirty="0"/>
              <a:t>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 </a:t>
            </a:r>
          </a:p>
          <a:p>
            <a:pPr lvl="1"/>
            <a:r>
              <a:rPr lang="en-US" sz="2000" dirty="0"/>
              <a:t>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44187</TotalTime>
  <Words>1479</Words>
  <Application>Microsoft Office PowerPoint</Application>
  <PresentationFormat>Widescreen</PresentationFormat>
  <Paragraphs>272</Paragraphs>
  <Slides>28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Electronic Health Records – EHR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Models’ Evaluation Metrics </vt:lpstr>
      <vt:lpstr>Model per Phase</vt:lpstr>
      <vt:lpstr>Metrics</vt:lpstr>
      <vt:lpstr>Model Performance</vt:lpstr>
      <vt:lpstr>Features ~ Phases</vt:lpstr>
      <vt:lpstr>Features’ Evaluation Metrics </vt:lpstr>
      <vt:lpstr>db Pivot &amp; Background</vt:lpstr>
      <vt:lpstr>Features’ Evaluation</vt:lpstr>
      <vt:lpstr>PowerPoint Presentation</vt:lpstr>
      <vt:lpstr>Features Evaluation Summary</vt:lpstr>
      <vt:lpstr>Withdrawn Analysis</vt:lpstr>
      <vt:lpstr>Discussion</vt:lpstr>
      <vt:lpstr>Future Research</vt:lpstr>
      <vt:lpstr>Strengths &amp; Limitations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2025-12-02T14:39:56Z</dcterms:modified>
</cp:coreProperties>
</file>